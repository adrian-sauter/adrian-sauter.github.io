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aveSubsetFonts="1" autoCompressPictures="0">
  <p:sldMasterIdLst>
    <p:sldMasterId id="2147483648" r:id="rId1"/>
  </p:sldMasterIdLst>
  <p:notesMasterIdLst>
    <p:notesMasterId r:id="rId40"/>
  </p:notesMasterIdLst>
  <p:sldIdLst>
    <p:sldId id="379" r:id="rId2"/>
    <p:sldId id="291" r:id="rId3"/>
    <p:sldId id="364" r:id="rId4"/>
    <p:sldId id="365" r:id="rId5"/>
    <p:sldId id="366" r:id="rId6"/>
    <p:sldId id="374" r:id="rId7"/>
    <p:sldId id="377" r:id="rId8"/>
    <p:sldId id="376" r:id="rId9"/>
    <p:sldId id="380" r:id="rId10"/>
    <p:sldId id="385" r:id="rId11"/>
    <p:sldId id="386" r:id="rId12"/>
    <p:sldId id="378" r:id="rId13"/>
    <p:sldId id="383" r:id="rId14"/>
    <p:sldId id="384" r:id="rId15"/>
    <p:sldId id="389" r:id="rId16"/>
    <p:sldId id="392" r:id="rId17"/>
    <p:sldId id="394" r:id="rId18"/>
    <p:sldId id="395" r:id="rId19"/>
    <p:sldId id="397" r:id="rId20"/>
    <p:sldId id="401" r:id="rId21"/>
    <p:sldId id="402" r:id="rId22"/>
    <p:sldId id="403" r:id="rId23"/>
    <p:sldId id="404" r:id="rId24"/>
    <p:sldId id="407" r:id="rId25"/>
    <p:sldId id="408" r:id="rId26"/>
    <p:sldId id="409" r:id="rId27"/>
    <p:sldId id="410" r:id="rId28"/>
    <p:sldId id="415" r:id="rId29"/>
    <p:sldId id="418" r:id="rId30"/>
    <p:sldId id="419" r:id="rId31"/>
    <p:sldId id="421" r:id="rId32"/>
    <p:sldId id="426" r:id="rId33"/>
    <p:sldId id="427" r:id="rId34"/>
    <p:sldId id="429" r:id="rId35"/>
    <p:sldId id="431" r:id="rId36"/>
    <p:sldId id="416" r:id="rId37"/>
    <p:sldId id="430" r:id="rId38"/>
    <p:sldId id="437" r:id="rId39"/>
  </p:sldIdLst>
  <p:sldSz cx="12192000" cy="6858000"/>
  <p:notesSz cx="6858000" cy="9144000"/>
  <p:defaultText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15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C37"/>
    <a:srgbClr val="E9927C"/>
    <a:srgbClr val="D86ECC"/>
    <a:srgbClr val="F6C96B"/>
    <a:srgbClr val="F2D494"/>
    <a:srgbClr val="0B300F"/>
    <a:srgbClr val="071808"/>
    <a:srgbClr val="EE017D"/>
    <a:srgbClr val="F38139"/>
    <a:srgbClr val="29AF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708"/>
    <p:restoredTop sz="75934"/>
  </p:normalViewPr>
  <p:slideViewPr>
    <p:cSldViewPr snapToGrid="0">
      <p:cViewPr varScale="1">
        <p:scale>
          <a:sx n="94" d="100"/>
          <a:sy n="94" d="100"/>
        </p:scale>
        <p:origin x="728" y="184"/>
      </p:cViewPr>
      <p:guideLst>
        <p:guide orient="horz" pos="3158"/>
        <p:guide pos="3840"/>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80887-EC54-DB43-8923-0CEE00E8AA4A}" type="datetimeFigureOut">
              <a:rPr lang="en-DE" smtClean="0"/>
              <a:t>28.09.26</a:t>
            </a:fld>
            <a:endParaRPr lang="en-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F09069-F6E1-514D-93A3-59DC73D780B4}" type="slidenum">
              <a:rPr lang="en-DE" smtClean="0"/>
              <a:t>‹#›</a:t>
            </a:fld>
            <a:endParaRPr lang="en-DE"/>
          </a:p>
        </p:txBody>
      </p:sp>
    </p:spTree>
    <p:extLst>
      <p:ext uri="{BB962C8B-B14F-4D97-AF65-F5344CB8AC3E}">
        <p14:creationId xmlns:p14="http://schemas.microsoft.com/office/powerpoint/2010/main" val="2394229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D2F19D-BF22-2C82-9241-809AFFAA00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FF2049-E5BD-D61D-5FAE-77C79C96A2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A5C1CE-479B-24D5-F555-D5CCB2ECD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160115E-3414-5E64-EB3E-83C9B65CE3C9}"/>
              </a:ext>
            </a:extLst>
          </p:cNvPr>
          <p:cNvSpPr>
            <a:spLocks noGrp="1"/>
          </p:cNvSpPr>
          <p:nvPr>
            <p:ph type="sldNum" sz="quarter" idx="10"/>
          </p:nvPr>
        </p:nvSpPr>
        <p:spPr/>
        <p:txBody>
          <a:bodyPr/>
          <a:lstStyle/>
          <a:p>
            <a:fld id="{F7021451-1387-4CA6-816F-3879F97B5CBC}" type="slidenum">
              <a:rPr lang="en-US"/>
              <a:t>0</a:t>
            </a:fld>
            <a:endParaRPr lang="en-US"/>
          </a:p>
        </p:txBody>
      </p:sp>
    </p:spTree>
    <p:extLst>
      <p:ext uri="{BB962C8B-B14F-4D97-AF65-F5344CB8AC3E}">
        <p14:creationId xmlns:p14="http://schemas.microsoft.com/office/powerpoint/2010/main" val="1570350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09B1A-55AF-DEA4-B15C-4E3B8EC67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A9B08D-3F5F-1F1C-82E0-72B92C7945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5D9829-DA87-C133-DA24-14E396252BBA}"/>
              </a:ext>
            </a:extLst>
          </p:cNvPr>
          <p:cNvSpPr>
            <a:spLocks noGrp="1"/>
          </p:cNvSpPr>
          <p:nvPr>
            <p:ph type="body" idx="1"/>
          </p:nvPr>
        </p:nvSpPr>
        <p:spPr/>
        <p:txBody>
          <a:bodyPr/>
          <a:lstStyle/>
          <a:p>
            <a:r>
              <a:rPr lang="en-US" dirty="0"/>
              <a:t>Let me start with a question. Would you obtain illegal medicine for a sick stranger? </a:t>
            </a:r>
            <a:r>
              <a:rPr lang="en-US" b="1" dirty="0">
                <a:solidFill>
                  <a:srgbClr val="FF0000"/>
                </a:solidFill>
              </a:rPr>
              <a:t>[CLICK]</a:t>
            </a:r>
          </a:p>
        </p:txBody>
      </p:sp>
      <p:sp>
        <p:nvSpPr>
          <p:cNvPr id="4" name="Slide Number Placeholder 3">
            <a:extLst>
              <a:ext uri="{FF2B5EF4-FFF2-40B4-BE49-F238E27FC236}">
                <a16:creationId xmlns:a16="http://schemas.microsoft.com/office/drawing/2014/main" id="{9A3C3DD3-D3E0-E37B-684C-6D3CD63565D2}"/>
              </a:ext>
            </a:extLst>
          </p:cNvPr>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4640767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0E4B7F-BB81-3660-EE4D-E549EC7FDE8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5F818A-74DA-DF06-10D8-211CC750F72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BDA459-157F-1FAA-331F-334EDB7EB3D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What if instead of a stranger, it was your sick brother?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D06FDB04-6F0A-874A-2E30-E6334400002B}"/>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326648479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0BC2C-9B87-53B7-9A2F-EF09093A2A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53323-5FE8-E2D3-252A-8B2612DCD9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C43DF8-99B8-2188-659F-9937B98E467C}"/>
              </a:ext>
            </a:extLst>
          </p:cNvPr>
          <p:cNvSpPr>
            <a:spLocks noGrp="1"/>
          </p:cNvSpPr>
          <p:nvPr>
            <p:ph type="body" idx="1"/>
          </p:nvPr>
        </p:nvSpPr>
        <p:spPr/>
        <p:txBody>
          <a:bodyPr/>
          <a:lstStyle/>
          <a:p>
            <a:r>
              <a:rPr lang="en-US" dirty="0"/>
              <a:t>We can run a survey to measure how humans respond to these questions...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045B0DB0-EDF1-1EB1-2895-69BA132E8AFB}"/>
              </a:ext>
            </a:extLst>
          </p:cNvPr>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178695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B6341-7D8D-972D-C437-4A7D9E16C0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BFD7D3-9429-409B-0AF0-5868B28B81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CF874E-C66C-2402-79E9-A05923FF18CA}"/>
              </a:ext>
            </a:extLst>
          </p:cNvPr>
          <p:cNvSpPr>
            <a:spLocks noGrp="1"/>
          </p:cNvSpPr>
          <p:nvPr>
            <p:ph type="body" idx="1"/>
          </p:nvPr>
        </p:nvSpPr>
        <p:spPr/>
        <p:txBody>
          <a:bodyPr/>
          <a:lstStyle/>
          <a:p>
            <a:r>
              <a:rPr lang="en-US" dirty="0"/>
              <a:t>… where we’ll likely find that humans are more likely to obtain the medicine for their brother.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DBFBD613-7214-F080-C9BA-9694AD60F47A}"/>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05146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744E5-16E0-F8BD-1EBF-8A24805DC5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29BC46-3FF3-A882-9557-068B463181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8C5C9A-E6C4-5C8A-00E6-8BC226A7355A}"/>
              </a:ext>
            </a:extLst>
          </p:cNvPr>
          <p:cNvSpPr>
            <a:spLocks noGrp="1"/>
          </p:cNvSpPr>
          <p:nvPr>
            <p:ph type="body" idx="1"/>
          </p:nvPr>
        </p:nvSpPr>
        <p:spPr/>
        <p:txBody>
          <a:bodyPr/>
          <a:lstStyle/>
          <a:p>
            <a:r>
              <a:rPr lang="en-US" b="1" dirty="0">
                <a:solidFill>
                  <a:srgbClr val="FF0000"/>
                </a:solidFill>
              </a:rPr>
              <a:t>[CLICK] </a:t>
            </a:r>
            <a:r>
              <a:rPr lang="en-US" dirty="0"/>
              <a:t>We call this change in the preference depending on the details of a situation the contextual preference shift.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A6A61E21-02C6-3C12-5CAF-7540FBC1140F}"/>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69559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2BD4C-9457-8B16-7B7A-DEEB7E2566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8C1C8F-12BA-857E-B63A-4B446E3C93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6D598A-96D0-2EFF-B47D-D68C994BB8A1}"/>
              </a:ext>
            </a:extLst>
          </p:cNvPr>
          <p:cNvSpPr>
            <a:spLocks noGrp="1"/>
          </p:cNvSpPr>
          <p:nvPr>
            <p:ph type="body" idx="1"/>
          </p:nvPr>
        </p:nvSpPr>
        <p:spPr/>
        <p:txBody>
          <a:bodyPr/>
          <a:lstStyle/>
          <a:p>
            <a:r>
              <a:rPr lang="en-US" dirty="0"/>
              <a:t>Thus, we know that human moral judgment is sensitive to context….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B7C10E49-371F-8C29-F5D3-9EF7EDBF8960}"/>
              </a:ext>
            </a:extLst>
          </p:cNvPr>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054869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112D84-C375-14A6-630A-A3C0D167C8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E36508-3E69-5503-C0E8-C65CC56473E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418950-140E-CAA9-A409-827DC0B10F82}"/>
              </a:ext>
            </a:extLst>
          </p:cNvPr>
          <p:cNvSpPr>
            <a:spLocks noGrp="1"/>
          </p:cNvSpPr>
          <p:nvPr>
            <p:ph type="body" idx="1"/>
          </p:nvPr>
        </p:nvSpPr>
        <p:spPr/>
        <p:txBody>
          <a:bodyPr/>
          <a:lstStyle/>
          <a:p>
            <a:r>
              <a:rPr lang="en-US" dirty="0"/>
              <a:t>… but what about LLMs?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744271D1-08DB-4E3B-68AE-4BD641E8F71D}"/>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8859466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BFE3E-B4B0-067A-9ADE-DA37501768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5C9CC3-89E5-04AF-58C4-5D53E8844A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8C230F-17C9-DB4F-9209-9CD0093D7DE6}"/>
              </a:ext>
            </a:extLst>
          </p:cNvPr>
          <p:cNvSpPr>
            <a:spLocks noGrp="1"/>
          </p:cNvSpPr>
          <p:nvPr>
            <p:ph type="body" idx="1"/>
          </p:nvPr>
        </p:nvSpPr>
        <p:spPr/>
        <p:txBody>
          <a:bodyPr/>
          <a:lstStyle/>
          <a:p>
            <a:r>
              <a:rPr lang="en-US" dirty="0"/>
              <a:t>This is the question we worked on in the paper “On the context sensitivity of LLM Moral Judgment”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93EEB613-689D-9B63-CA16-3B15E8A446B6}"/>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8997646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89E5E-AA16-AB18-E9FB-A47DECD39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B7E1CC-6903-7002-EE8C-F906BF3177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37A723-8C8B-112B-6DDE-F70E056A572D}"/>
              </a:ext>
            </a:extLst>
          </p:cNvPr>
          <p:cNvSpPr>
            <a:spLocks noGrp="1"/>
          </p:cNvSpPr>
          <p:nvPr>
            <p:ph type="body" idx="1"/>
          </p:nvPr>
        </p:nvSpPr>
        <p:spPr/>
        <p:txBody>
          <a:bodyPr/>
          <a:lstStyle/>
          <a:p>
            <a:r>
              <a:rPr lang="en-US" b="1" dirty="0">
                <a:solidFill>
                  <a:srgbClr val="FF0000"/>
                </a:solidFill>
              </a:rPr>
              <a:t>[CLICK]</a:t>
            </a:r>
            <a:endParaRPr lang="en-US" dirty="0"/>
          </a:p>
          <a:p>
            <a:r>
              <a:rPr lang="en-US" dirty="0"/>
              <a:t>Besides the relational factor, which I showed you in the opening example, there are many more factors that influence human moral judgments. </a:t>
            </a:r>
          </a:p>
          <a:p>
            <a:endParaRPr lang="en-US" dirty="0"/>
          </a:p>
          <a:p>
            <a:r>
              <a:rPr lang="en-US" dirty="0"/>
              <a:t>To study some of them systematically, we took a dataset of moral dilemmas and manually added three variations to the scenarios. </a:t>
            </a:r>
            <a:r>
              <a:rPr lang="en-US" b="1" dirty="0">
                <a:solidFill>
                  <a:srgbClr val="FF0000"/>
                </a:solidFill>
              </a:rPr>
              <a:t>[CLICK]</a:t>
            </a:r>
            <a:endParaRPr lang="en-US" dirty="0"/>
          </a:p>
          <a:p>
            <a:endParaRPr lang="en-US" dirty="0"/>
          </a:p>
          <a:p>
            <a:r>
              <a:rPr lang="en-US" dirty="0"/>
              <a:t>In addition to the relational factor, which replaced an affected stranger with a close in-group member, we also added emotional variations, which adds vivid affective language to the scenario, and consequentialist variations, which make the potential positive consequence explicit. </a:t>
            </a:r>
            <a:r>
              <a:rPr lang="en-US" b="1" dirty="0">
                <a:solidFill>
                  <a:srgbClr val="FF0000"/>
                </a:solidFill>
              </a:rPr>
              <a:t>[CLICK] </a:t>
            </a:r>
          </a:p>
          <a:p>
            <a:endParaRPr lang="en-US" b="1" dirty="0">
              <a:solidFill>
                <a:srgbClr val="FF0000"/>
              </a:solidFill>
            </a:endParaRPr>
          </a:p>
          <a:p>
            <a:r>
              <a:rPr lang="en-US" b="0" dirty="0">
                <a:solidFill>
                  <a:srgbClr val="FF0000"/>
                </a:solidFill>
              </a:rPr>
              <a:t>We call this dataset Contextual </a:t>
            </a:r>
            <a:r>
              <a:rPr lang="en-US" b="0" dirty="0" err="1">
                <a:solidFill>
                  <a:srgbClr val="FF0000"/>
                </a:solidFill>
              </a:rPr>
              <a:t>MoralChoice</a:t>
            </a:r>
            <a:r>
              <a:rPr lang="en-US" b="0" dirty="0">
                <a:solidFill>
                  <a:srgbClr val="FF0000"/>
                </a:solidFill>
              </a:rPr>
              <a: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266C87B8-3F6C-BBA9-5918-0EF05039AB87}"/>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4907211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E69AE-10EE-7F96-91AE-A113613B156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E9553-ADEA-F3B9-09FE-9D5606C9E0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0E0866-8D72-FF78-EE8E-2A865C6DF907}"/>
              </a:ext>
            </a:extLst>
          </p:cNvPr>
          <p:cNvSpPr>
            <a:spLocks noGrp="1"/>
          </p:cNvSpPr>
          <p:nvPr>
            <p:ph type="body" idx="1"/>
          </p:nvPr>
        </p:nvSpPr>
        <p:spPr/>
        <p:txBody>
          <a:bodyPr/>
          <a:lstStyle/>
          <a:p>
            <a:r>
              <a:rPr lang="en-US" b="1" dirty="0">
                <a:solidFill>
                  <a:srgbClr val="FF0000"/>
                </a:solidFill>
              </a:rPr>
              <a:t>[CLICK]</a:t>
            </a:r>
            <a:endParaRPr lang="en-US" dirty="0"/>
          </a:p>
          <a:p>
            <a:r>
              <a:rPr lang="en-US" dirty="0"/>
              <a:t>Contextual </a:t>
            </a:r>
            <a:r>
              <a:rPr lang="en-US" dirty="0" err="1"/>
              <a:t>MoralChoice</a:t>
            </a:r>
            <a:r>
              <a:rPr lang="en-US" dirty="0"/>
              <a:t> contains high-ambiguity scenarios, meaning that there is no obvious right or wrong answer. </a:t>
            </a:r>
            <a:r>
              <a:rPr lang="en-US" b="1" dirty="0">
                <a:solidFill>
                  <a:srgbClr val="FF0000"/>
                </a:solidFill>
              </a:rPr>
              <a:t>[CLICK]</a:t>
            </a:r>
            <a:endParaRPr lang="en-US" dirty="0"/>
          </a:p>
          <a:p>
            <a:endParaRPr lang="en-US" dirty="0"/>
          </a:p>
          <a:p>
            <a:r>
              <a:rPr lang="en-US" dirty="0"/>
              <a:t>Each scenario comes with a binary answer format, </a:t>
            </a:r>
            <a:r>
              <a:rPr lang="en-US" b="1" dirty="0">
                <a:solidFill>
                  <a:srgbClr val="FF0000"/>
                </a:solidFill>
              </a:rPr>
              <a:t>[CLICK] </a:t>
            </a:r>
            <a:r>
              <a:rPr lang="en-US" dirty="0"/>
              <a:t>where one of the two actions violates a moral rule, such as “Do not kill” or “Do not deceive”. </a:t>
            </a:r>
            <a:r>
              <a:rPr lang="en-US" b="1" dirty="0">
                <a:solidFill>
                  <a:srgbClr val="FF0000"/>
                </a:solidFill>
              </a:rPr>
              <a:t>[CLICK]</a:t>
            </a:r>
            <a:endParaRPr lang="en-US" dirty="0"/>
          </a:p>
          <a:p>
            <a:endParaRPr lang="en-US" dirty="0"/>
          </a:p>
          <a:p>
            <a:r>
              <a:rPr lang="en-US" dirty="0"/>
              <a:t>Since we manually added the variations, we went through the dataset several times to ensure that the variations and scenarios are natural and feasible. </a:t>
            </a:r>
          </a:p>
          <a:p>
            <a:endParaRPr lang="en-US" dirty="0"/>
          </a:p>
          <a:p>
            <a:r>
              <a:rPr lang="en-US" dirty="0"/>
              <a:t>For example, it wouldn’t have made sense for the relational variation to appear in single-agent scenarios.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25B762D1-A54D-C251-EE1B-44673790A1BC}"/>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7667230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CCD5E-0DC9-8DC4-A6A4-07177223CA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FD97E4-9A2F-E018-7D71-E068E095D7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7AA37C-5F80-8EE4-3ABB-8643BCFDD7E0}"/>
              </a:ext>
            </a:extLst>
          </p:cNvPr>
          <p:cNvSpPr>
            <a:spLocks noGrp="1"/>
          </p:cNvSpPr>
          <p:nvPr>
            <p:ph type="body" idx="1"/>
          </p:nvPr>
        </p:nvSpPr>
        <p:spPr/>
        <p:txBody>
          <a:bodyPr/>
          <a:lstStyle/>
          <a:p>
            <a:r>
              <a:rPr lang="en-US" dirty="0"/>
              <a:t>So, as shown before, we can measure the human preference by asking several humans the same question. </a:t>
            </a:r>
            <a:r>
              <a:rPr lang="en-US" b="1" dirty="0">
                <a:solidFill>
                  <a:srgbClr val="FF0000"/>
                </a:solidFill>
              </a:rPr>
              <a:t>[CLICK] </a:t>
            </a:r>
          </a:p>
          <a:p>
            <a:endParaRPr lang="en-US" b="1" dirty="0">
              <a:solidFill>
                <a:srgbClr val="FF0000"/>
              </a:solidFill>
            </a:endParaRPr>
          </a:p>
          <a:p>
            <a:r>
              <a:rPr lang="en-US" dirty="0"/>
              <a:t>This is not that straight-forward for LLMs, which is why we need a framework to estimate the LLM preference.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F3B53CCD-1BAF-30BF-3FAF-094E83336C5C}"/>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32535841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2C1AF-EE30-0288-C406-72D0DFF1CD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97A0292-AAB1-D42B-70B3-AD6E15C30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F4FDE3-C12D-E333-7205-842B25E57936}"/>
              </a:ext>
            </a:extLst>
          </p:cNvPr>
          <p:cNvSpPr>
            <a:spLocks noGrp="1"/>
          </p:cNvSpPr>
          <p:nvPr>
            <p:ph type="body" idx="1"/>
          </p:nvPr>
        </p:nvSpPr>
        <p:spPr/>
        <p:txBody>
          <a:bodyPr/>
          <a:lstStyle/>
          <a:p>
            <a:r>
              <a:rPr lang="en-US" dirty="0"/>
              <a:t>We follow the prompting framework by Scherrer et al </a:t>
            </a:r>
            <a:r>
              <a:rPr lang="en-US" b="1" dirty="0">
                <a:solidFill>
                  <a:srgbClr val="FF0000"/>
                </a:solidFill>
              </a:rPr>
              <a:t>[CLICK]</a:t>
            </a:r>
            <a:endParaRPr lang="en-US" dirty="0"/>
          </a:p>
          <a:p>
            <a:endParaRPr lang="en-US" dirty="0"/>
          </a:p>
          <a:p>
            <a:r>
              <a:rPr lang="en-US" dirty="0"/>
              <a:t>who use semantically equivalent question forms by varying the question format (A/B, repeat, prefer A over B) </a:t>
            </a:r>
            <a:r>
              <a:rPr lang="en-US" b="1" dirty="0">
                <a:solidFill>
                  <a:srgbClr val="FF0000"/>
                </a:solidFill>
              </a:rPr>
              <a:t>[CLICK]</a:t>
            </a:r>
            <a:endParaRPr lang="en-US" dirty="0"/>
          </a:p>
          <a:p>
            <a:endParaRPr lang="en-US" dirty="0"/>
          </a:p>
          <a:p>
            <a:r>
              <a:rPr lang="en-US" dirty="0"/>
              <a:t>then swapping the answer ordering </a:t>
            </a:r>
            <a:r>
              <a:rPr lang="en-US" b="1" dirty="0">
                <a:solidFill>
                  <a:srgbClr val="FF0000"/>
                </a:solidFill>
              </a:rPr>
              <a:t>[CLICK]</a:t>
            </a:r>
            <a:endParaRPr lang="en-US" dirty="0"/>
          </a:p>
          <a:p>
            <a:endParaRPr lang="en-US" dirty="0"/>
          </a:p>
          <a:p>
            <a:r>
              <a:rPr lang="en-US" dirty="0"/>
              <a:t> and then repeating each of the resulting prompts 10 times.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2E4033CB-D9C5-DA43-6A57-1062F9D45209}"/>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284899025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C0AF7-0211-87EE-68C9-CC865AD2A8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7CA8F05-3E7E-B523-C617-05BA84D20A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4161BA-AF57-7EF2-9DFD-C47C8F7AE713}"/>
              </a:ext>
            </a:extLst>
          </p:cNvPr>
          <p:cNvSpPr>
            <a:spLocks noGrp="1"/>
          </p:cNvSpPr>
          <p:nvPr>
            <p:ph type="body" idx="1"/>
          </p:nvPr>
        </p:nvSpPr>
        <p:spPr/>
        <p:txBody>
          <a:bodyPr/>
          <a:lstStyle/>
          <a:p>
            <a:r>
              <a:rPr lang="en-US" dirty="0"/>
              <a:t>This gives a total of 60 prompts per scenario, </a:t>
            </a:r>
            <a:r>
              <a:rPr lang="en-US" b="1" dirty="0">
                <a:solidFill>
                  <a:srgbClr val="FF0000"/>
                </a:solidFill>
              </a:rPr>
              <a:t>[CLICK]</a:t>
            </a:r>
            <a:r>
              <a:rPr lang="en-US" dirty="0"/>
              <a:t> </a:t>
            </a:r>
          </a:p>
          <a:p>
            <a:endParaRPr lang="en-US" dirty="0"/>
          </a:p>
          <a:p>
            <a:r>
              <a:rPr lang="en-US" dirty="0"/>
              <a:t>and after mapping the responses to the two actions, </a:t>
            </a:r>
            <a:r>
              <a:rPr lang="en-US" b="1" dirty="0">
                <a:solidFill>
                  <a:srgbClr val="FF0000"/>
                </a:solidFill>
              </a:rPr>
              <a:t>[CLICK]</a:t>
            </a:r>
            <a:endParaRPr lang="en-US" dirty="0"/>
          </a:p>
          <a:p>
            <a:endParaRPr lang="en-US" dirty="0"/>
          </a:p>
          <a:p>
            <a:r>
              <a:rPr lang="en-US" dirty="0"/>
              <a:t>we can estimate the model’s preference and confidence in choosing the rule-violating action. This estimate is called the Marginal Action Likelihood.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ABE57801-0BF5-538A-DDD9-0383BCAC242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874667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196EDF-C42B-278D-288D-9F44C7092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4CCE44-5FA2-0BE0-6371-52148B38C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73C3136-0CC5-79E9-D076-95988124C9C2}"/>
              </a:ext>
            </a:extLst>
          </p:cNvPr>
          <p:cNvSpPr>
            <a:spLocks noGrp="1"/>
          </p:cNvSpPr>
          <p:nvPr>
            <p:ph type="body" idx="1"/>
          </p:nvPr>
        </p:nvSpPr>
        <p:spPr/>
        <p:txBody>
          <a:bodyPr/>
          <a:lstStyle/>
          <a:p>
            <a:r>
              <a:rPr lang="en-US" dirty="0"/>
              <a:t>Let’s take a look at the results for the base scenarios. On the x-axis, you can see the 22 LLMs that we evaluated, ranging different scales and providers. On the y-axis, you see the marginal action likelihood.</a:t>
            </a:r>
          </a:p>
          <a:p>
            <a:endParaRPr lang="en-US" dirty="0"/>
          </a:p>
          <a:p>
            <a:r>
              <a:rPr lang="en-US" dirty="0"/>
              <a:t>The violins then show the distributions of the marginal action likelihoods across all base scenarios. </a:t>
            </a:r>
            <a:r>
              <a:rPr lang="en-US" b="1" dirty="0">
                <a:solidFill>
                  <a:srgbClr val="FF0000"/>
                </a:solidFill>
              </a:rPr>
              <a:t>[CLICK]</a:t>
            </a:r>
            <a:endParaRPr lang="en-US" dirty="0"/>
          </a:p>
          <a:p>
            <a:endParaRPr lang="en-US" dirty="0"/>
          </a:p>
          <a:p>
            <a:r>
              <a:rPr lang="en-US" dirty="0"/>
              <a:t>As you can see, the evaluated LLMs are mostly decisive and rule-adherent. </a:t>
            </a:r>
          </a:p>
          <a:p>
            <a:endParaRPr lang="en-US" dirty="0"/>
          </a:p>
          <a:p>
            <a:r>
              <a:rPr lang="en-US" dirty="0"/>
              <a:t>Specifically, 18 out of 22 LLMs have their MAL median below 0.5, indicating that they prefer the rule-adhering action more often than not, </a:t>
            </a:r>
            <a:r>
              <a:rPr lang="en-US" b="1" dirty="0">
                <a:solidFill>
                  <a:srgbClr val="FF0000"/>
                </a:solidFill>
              </a:rPr>
              <a:t>[CLICK]</a:t>
            </a:r>
            <a:endParaRPr lang="en-US" dirty="0"/>
          </a:p>
          <a:p>
            <a:endParaRPr lang="en-US" dirty="0"/>
          </a:p>
          <a:p>
            <a:r>
              <a:rPr lang="en-US" dirty="0"/>
              <a:t>and 10 of 22 LLMs are even very confident in the rule-adhering action with a median MAL of below 0.25. </a:t>
            </a:r>
            <a:r>
              <a:rPr lang="en-US" b="1" dirty="0">
                <a:solidFill>
                  <a:srgbClr val="FF0000"/>
                </a:solidFill>
              </a:rPr>
              <a:t>[CLICK]</a:t>
            </a:r>
            <a:endParaRPr lang="en-US" dirty="0"/>
          </a:p>
          <a:p>
            <a:endParaRPr lang="en-US" dirty="0"/>
          </a:p>
        </p:txBody>
      </p:sp>
      <p:sp>
        <p:nvSpPr>
          <p:cNvPr id="4" name="Slide Number Placeholder 3">
            <a:extLst>
              <a:ext uri="{FF2B5EF4-FFF2-40B4-BE49-F238E27FC236}">
                <a16:creationId xmlns:a16="http://schemas.microsoft.com/office/drawing/2014/main" id="{C2381E81-DD21-CDDF-E2D9-0777E2A3A9EF}"/>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41751767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7F7F7-BD5C-FFCE-69F0-8314285ABE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A016FF-B34E-877E-B322-6D97FA3C6B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D01D1D-8865-1AAE-94E4-6C86793A5994}"/>
              </a:ext>
            </a:extLst>
          </p:cNvPr>
          <p:cNvSpPr>
            <a:spLocks noGrp="1"/>
          </p:cNvSpPr>
          <p:nvPr>
            <p:ph type="body" idx="1"/>
          </p:nvPr>
        </p:nvSpPr>
        <p:spPr/>
        <p:txBody>
          <a:bodyPr/>
          <a:lstStyle/>
          <a:p>
            <a:r>
              <a:rPr lang="en-US" dirty="0"/>
              <a:t>Now, we move to the preference shift in LLMs. </a:t>
            </a:r>
            <a:r>
              <a:rPr lang="en-US" b="1" dirty="0">
                <a:solidFill>
                  <a:srgbClr val="FF0000"/>
                </a:solidFill>
              </a:rPr>
              <a:t>[CLICK] </a:t>
            </a:r>
            <a:r>
              <a:rPr lang="en-US" dirty="0"/>
              <a:t>As a reminder, we compute the preference shift as the difference between the marginal action likelihoods for the variation and the base version. </a:t>
            </a:r>
            <a:r>
              <a:rPr lang="en-US" b="1" dirty="0">
                <a:solidFill>
                  <a:srgbClr val="FF0000"/>
                </a:solidFill>
              </a:rPr>
              <a:t>[CLICK]</a:t>
            </a:r>
            <a:endParaRPr lang="en-US" dirty="0"/>
          </a:p>
          <a:p>
            <a:endParaRPr lang="en-US" dirty="0"/>
          </a:p>
          <a:p>
            <a:r>
              <a:rPr lang="en-US" dirty="0"/>
              <a:t>This gives one preference shift per scenario per variation, and a positive number means that the model is more likely to choose the rule-violating action in the variation compared to the base version of the scenarios.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4E6CB9FB-70F7-19C2-F462-07BA5507FA6B}"/>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41290079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E52CFF-07E7-703D-8C82-33F9222033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6B5BB-960A-E43A-A0AE-DB4E908EA42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2235F5-47B9-0486-6034-70FBA7F573E5}"/>
              </a:ext>
            </a:extLst>
          </p:cNvPr>
          <p:cNvSpPr>
            <a:spLocks noGrp="1"/>
          </p:cNvSpPr>
          <p:nvPr>
            <p:ph type="body" idx="1"/>
          </p:nvPr>
        </p:nvSpPr>
        <p:spPr/>
        <p:txBody>
          <a:bodyPr/>
          <a:lstStyle/>
          <a:p>
            <a:r>
              <a:rPr lang="en-US" b="1" dirty="0">
                <a:solidFill>
                  <a:srgbClr val="FF0000"/>
                </a:solidFill>
              </a:rPr>
              <a:t>[CLICK]</a:t>
            </a:r>
            <a:endParaRPr lang="en-US" dirty="0"/>
          </a:p>
          <a:p>
            <a:r>
              <a:rPr lang="en-US" dirty="0"/>
              <a:t>In this plot, you can see the mean CPS scores on the x-axis for the 22 models on the y-axis. </a:t>
            </a:r>
            <a:r>
              <a:rPr lang="en-US" b="1" dirty="0">
                <a:solidFill>
                  <a:srgbClr val="FF0000"/>
                </a:solidFill>
              </a:rPr>
              <a:t>[CLICK]</a:t>
            </a:r>
            <a:endParaRPr lang="en-US" dirty="0"/>
          </a:p>
          <a:p>
            <a:endParaRPr lang="en-US" dirty="0"/>
          </a:p>
          <a:p>
            <a:r>
              <a:rPr lang="en-US" dirty="0"/>
              <a:t>The first thing that stands out is that LLM moral judgment is generally context-sensitive, since most models shift their preference by 5-15 percentage points towards the rule-violating action. </a:t>
            </a:r>
            <a:r>
              <a:rPr lang="en-US" b="1" dirty="0">
                <a:solidFill>
                  <a:srgbClr val="FF0000"/>
                </a:solidFill>
              </a:rPr>
              <a:t>[CLICK]</a:t>
            </a:r>
            <a:endParaRPr lang="en-US" dirty="0"/>
          </a:p>
          <a:p>
            <a:endParaRPr lang="en-US" dirty="0"/>
          </a:p>
          <a:p>
            <a:r>
              <a:rPr lang="en-US" dirty="0"/>
              <a:t>Furthermore, the consequentialist variation leads to the strongest shift for most models, followed by the emotional and then the relational variation. </a:t>
            </a:r>
            <a:r>
              <a:rPr lang="en-US" b="1" dirty="0">
                <a:solidFill>
                  <a:srgbClr val="FF0000"/>
                </a:solidFill>
              </a:rPr>
              <a:t>[CLICK]</a:t>
            </a:r>
            <a:endParaRPr lang="en-US" dirty="0"/>
          </a:p>
          <a:p>
            <a:endParaRPr lang="en-US" dirty="0"/>
          </a:p>
          <a:p>
            <a:r>
              <a:rPr lang="en-US" dirty="0"/>
              <a:t>Next, there is an interesting trend in open vs close-source models. </a:t>
            </a:r>
            <a:r>
              <a:rPr lang="en-US" b="1" dirty="0">
                <a:solidFill>
                  <a:srgbClr val="FF0000"/>
                </a:solidFill>
              </a:rPr>
              <a:t>[CLICK] </a:t>
            </a:r>
          </a:p>
          <a:p>
            <a:r>
              <a:rPr lang="en-US" dirty="0"/>
              <a:t>In open-source models, sensitivity generally increases for newer and larger models, </a:t>
            </a:r>
            <a:r>
              <a:rPr lang="en-US" b="1" dirty="0">
                <a:solidFill>
                  <a:srgbClr val="FF0000"/>
                </a:solidFill>
              </a:rPr>
              <a:t>[CLICK]</a:t>
            </a:r>
            <a:endParaRPr lang="en-US" dirty="0"/>
          </a:p>
          <a:p>
            <a:endParaRPr lang="en-US" dirty="0"/>
          </a:p>
          <a:p>
            <a:r>
              <a:rPr lang="en-US" dirty="0"/>
              <a:t>whereas for closed-source models, sensitivity decreases. This means that newer closed-source models generally stay more rule-adherent. </a:t>
            </a:r>
            <a:r>
              <a:rPr lang="en-US" b="1" dirty="0">
                <a:solidFill>
                  <a:srgbClr val="FF0000"/>
                </a:solidFill>
              </a:rPr>
              <a:t>[CLICK]</a:t>
            </a:r>
            <a:endParaRPr lang="en-US" dirty="0"/>
          </a:p>
          <a:p>
            <a:endParaRPr lang="en-US" dirty="0"/>
          </a:p>
        </p:txBody>
      </p:sp>
      <p:sp>
        <p:nvSpPr>
          <p:cNvPr id="4" name="Slide Number Placeholder 3">
            <a:extLst>
              <a:ext uri="{FF2B5EF4-FFF2-40B4-BE49-F238E27FC236}">
                <a16:creationId xmlns:a16="http://schemas.microsoft.com/office/drawing/2014/main" id="{ED37DD43-7905-B5D0-6676-4EA1FA700A6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35059088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4A330E-B63D-A68A-787F-B03BA3A558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680349-79ED-C24E-A6D2-5646005A7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AAD90-8206-ED06-AA1E-F03B4B2CC804}"/>
              </a:ext>
            </a:extLst>
          </p:cNvPr>
          <p:cNvSpPr>
            <a:spLocks noGrp="1"/>
          </p:cNvSpPr>
          <p:nvPr>
            <p:ph type="body" idx="1"/>
          </p:nvPr>
        </p:nvSpPr>
        <p:spPr/>
        <p:txBody>
          <a:bodyPr/>
          <a:lstStyle/>
          <a:p>
            <a:r>
              <a:rPr lang="en-US" b="1" dirty="0">
                <a:solidFill>
                  <a:srgbClr val="FF0000"/>
                </a:solidFill>
              </a:rPr>
              <a:t>[CLICK]</a:t>
            </a:r>
            <a:endParaRPr lang="en-US" dirty="0"/>
          </a:p>
          <a:p>
            <a:r>
              <a:rPr lang="en-US" dirty="0"/>
              <a:t>Since the CPS only looks at the difference between the two preferences, </a:t>
            </a:r>
            <a:r>
              <a:rPr lang="en-US" b="1" dirty="0">
                <a:solidFill>
                  <a:srgbClr val="FF0000"/>
                </a:solidFill>
              </a:rPr>
              <a:t>[CLICK] </a:t>
            </a:r>
          </a:p>
          <a:p>
            <a:endParaRPr lang="en-US" b="1" dirty="0">
              <a:solidFill>
                <a:srgbClr val="FF0000"/>
              </a:solidFill>
            </a:endParaRPr>
          </a:p>
          <a:p>
            <a:r>
              <a:rPr lang="en-US" dirty="0"/>
              <a:t>we lose the information on how confident the model was in the base preference. </a:t>
            </a:r>
            <a:r>
              <a:rPr lang="en-US" b="1" dirty="0">
                <a:solidFill>
                  <a:srgbClr val="FF0000"/>
                </a:solidFill>
              </a:rPr>
              <a:t>[CLICK]</a:t>
            </a:r>
            <a:endParaRPr lang="en-US" dirty="0"/>
          </a:p>
          <a:p>
            <a:endParaRPr lang="en-US" dirty="0"/>
          </a:p>
          <a:p>
            <a:r>
              <a:rPr lang="en-US" dirty="0"/>
              <a:t>If you recall, we saw earlier that models had very different base confidences. </a:t>
            </a:r>
            <a:r>
              <a:rPr lang="en-US" b="1" dirty="0">
                <a:solidFill>
                  <a:srgbClr val="FF0000"/>
                </a:solidFill>
              </a:rPr>
              <a:t>[CLICK]</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therefore next evaluated whether the CPS differed depending on the model’s base confidence. Or, phrased differently, we wanted to check whether models that were strongly rule-adhering in the base versions of the scenarios tend to stay rule-adhering when presented with the variations.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C9BDFF00-B655-31F4-AA9A-E2661107DC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85138362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E8AB3C-B6C9-EEFF-3206-81E0597233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B4F504-3E57-B9C8-ECCA-16D2B4293D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C59F6D-BAF1-F979-B3EF-C2861CC7517C}"/>
              </a:ext>
            </a:extLst>
          </p:cNvPr>
          <p:cNvSpPr>
            <a:spLocks noGrp="1"/>
          </p:cNvSpPr>
          <p:nvPr>
            <p:ph type="body" idx="1"/>
          </p:nvPr>
        </p:nvSpPr>
        <p:spPr/>
        <p:txBody>
          <a:bodyPr/>
          <a:lstStyle/>
          <a:p>
            <a:r>
              <a:rPr lang="en-US" dirty="0"/>
              <a:t>This plot shows the median base preference on the x-axis and the median variation preference on the y-axis. The offset of the markers from the identity line represents the preference shift. </a:t>
            </a:r>
            <a:r>
              <a:rPr lang="en-US" b="1" dirty="0">
                <a:solidFill>
                  <a:srgbClr val="FF0000"/>
                </a:solidFill>
              </a:rPr>
              <a:t>[CLICK]</a:t>
            </a:r>
            <a:endParaRPr lang="en-US" dirty="0"/>
          </a:p>
          <a:p>
            <a:endParaRPr lang="en-US" dirty="0"/>
          </a:p>
          <a:p>
            <a:r>
              <a:rPr lang="en-US" dirty="0"/>
              <a:t>As you can see, the rule-adhering models in the bottom-left quadrant shift almost as strong, or even stronger, compared to the more unconfident models with a base preference around 0.5. This is further confirmed by the regression line across models, which is almost parallel to the identity line.</a:t>
            </a:r>
          </a:p>
          <a:p>
            <a:endParaRPr lang="en-US" dirty="0"/>
          </a:p>
          <a:p>
            <a:r>
              <a:rPr lang="en-US" dirty="0"/>
              <a:t>We therefore can conclude that LLMs shift their preference independent of their initial rule-adherence.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8EA75C70-226A-6309-A01B-2B9D473EA114}"/>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99291445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AA7B0-7930-0070-526B-BEC0DE2AD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248B92-FE06-4DFC-C056-B52FB56C8A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2F57B1-220B-B281-7E74-1CCE7945FBCC}"/>
              </a:ext>
            </a:extLst>
          </p:cNvPr>
          <p:cNvSpPr>
            <a:spLocks noGrp="1"/>
          </p:cNvSpPr>
          <p:nvPr>
            <p:ph type="body" idx="1"/>
          </p:nvPr>
        </p:nvSpPr>
        <p:spPr/>
        <p:txBody>
          <a:bodyPr/>
          <a:lstStyle/>
          <a:p>
            <a:r>
              <a:rPr lang="en-US" dirty="0"/>
              <a:t>So, we have now seen that both human and LLM moral judgment is sensitive to context.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C272C0C3-8D86-FDFD-77DF-6DF993942639}"/>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287876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1E77-EB37-334B-45CA-24AB27ED31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1E41D-4DE2-5C01-205E-E8738278BD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ECB709-F383-B5CE-28C3-EE69470F4AD2}"/>
              </a:ext>
            </a:extLst>
          </p:cNvPr>
          <p:cNvSpPr>
            <a:spLocks noGrp="1"/>
          </p:cNvSpPr>
          <p:nvPr>
            <p:ph type="body" idx="1"/>
          </p:nvPr>
        </p:nvSpPr>
        <p:spPr/>
        <p:txBody>
          <a:bodyPr/>
          <a:lstStyle/>
          <a:p>
            <a:r>
              <a:rPr lang="en-US" dirty="0"/>
              <a:t>So we next looked at whether they shift in similar ways.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CE4236AE-D7CA-C125-81D5-B79374AF678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299136178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9DAF0E-6D27-1E2E-52F5-B24216CE51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E4A8A9-1BA5-0BE5-3C7A-DF7D9C2BC1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6F6E603-1CCE-8BCC-C5BF-127300A32048}"/>
              </a:ext>
            </a:extLst>
          </p:cNvPr>
          <p:cNvSpPr>
            <a:spLocks noGrp="1"/>
          </p:cNvSpPr>
          <p:nvPr>
            <p:ph type="body" idx="1"/>
          </p:nvPr>
        </p:nvSpPr>
        <p:spPr/>
        <p:txBody>
          <a:bodyPr/>
          <a:lstStyle/>
          <a:p>
            <a:r>
              <a:rPr lang="en-US" b="1" dirty="0">
                <a:solidFill>
                  <a:srgbClr val="FF0000"/>
                </a:solidFill>
              </a:rPr>
              <a:t>[CLICK]</a:t>
            </a:r>
            <a:endParaRPr lang="en-US" dirty="0"/>
          </a:p>
          <a:p>
            <a:r>
              <a:rPr lang="en-US" dirty="0"/>
              <a:t>First, we looked at the CPS scores from our human survey and the CPS scores averaged across the 22 LLMs </a:t>
            </a:r>
            <a:r>
              <a:rPr lang="en-US" b="1" dirty="0">
                <a:solidFill>
                  <a:srgbClr val="FF0000"/>
                </a:solidFill>
              </a:rPr>
              <a:t>[CLICK]</a:t>
            </a:r>
          </a:p>
          <a:p>
            <a:endParaRPr lang="en-US" dirty="0"/>
          </a:p>
          <a:p>
            <a:r>
              <a:rPr lang="en-US" dirty="0"/>
              <a:t>and found that humans react strongest to the relational variation, </a:t>
            </a:r>
            <a:r>
              <a:rPr lang="en-US" b="1" dirty="0">
                <a:solidFill>
                  <a:srgbClr val="FF0000"/>
                </a:solidFill>
              </a:rPr>
              <a:t>[CLICK]</a:t>
            </a:r>
            <a:r>
              <a:rPr lang="en-US" dirty="0"/>
              <a:t> whereas LLMs generally react strongest to the consequentialist variation.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44B6C6C3-65C0-4299-AF66-EE16BE41A7FC}"/>
              </a:ext>
            </a:extLst>
          </p:cNvPr>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28756843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CF9482-4EB8-FF28-0490-5CC9C19F8E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438AF0-9CF1-B189-839F-ABBE9EEDAE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68DF18-9BA5-9BEC-321B-1D48C24265BD}"/>
              </a:ext>
            </a:extLst>
          </p:cNvPr>
          <p:cNvSpPr>
            <a:spLocks noGrp="1"/>
          </p:cNvSpPr>
          <p:nvPr>
            <p:ph type="body" idx="1"/>
          </p:nvPr>
        </p:nvSpPr>
        <p:spPr/>
        <p:txBody>
          <a:bodyPr/>
          <a:lstStyle/>
          <a:p>
            <a:r>
              <a:rPr lang="en-US" dirty="0"/>
              <a:t>This is already interesting, but we can also measure the individual LLM’s alignment to the human results.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A6026158-92C8-3731-BA02-9EFAB25BF266}"/>
              </a:ext>
            </a:extLst>
          </p:cNvPr>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66259126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983FF7-B45A-13EB-8EB4-4E7A6F1407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A64313-E7CF-5424-43F3-E8DD3A9783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D67313-2F72-7ADA-5FC1-DF3A17D82821}"/>
              </a:ext>
            </a:extLst>
          </p:cNvPr>
          <p:cNvSpPr>
            <a:spLocks noGrp="1"/>
          </p:cNvSpPr>
          <p:nvPr>
            <p:ph type="body" idx="1"/>
          </p:nvPr>
        </p:nvSpPr>
        <p:spPr/>
        <p:txBody>
          <a:bodyPr/>
          <a:lstStyle/>
          <a:p>
            <a:r>
              <a:rPr lang="en-US" dirty="0"/>
              <a:t>To do so, we measure two things: </a:t>
            </a:r>
            <a:r>
              <a:rPr lang="en-US" b="1" dirty="0">
                <a:solidFill>
                  <a:srgbClr val="FF0000"/>
                </a:solidFill>
              </a:rPr>
              <a:t>[CLICK]</a:t>
            </a:r>
            <a:r>
              <a:rPr lang="en-US" dirty="0"/>
              <a:t> </a:t>
            </a:r>
          </a:p>
          <a:p>
            <a:endParaRPr lang="en-US" dirty="0"/>
          </a:p>
          <a:p>
            <a:r>
              <a:rPr lang="en-US" dirty="0"/>
              <a:t>the alignment on the preferences for the base scenarios </a:t>
            </a:r>
            <a:r>
              <a:rPr lang="en-US" b="1" dirty="0">
                <a:solidFill>
                  <a:srgbClr val="FF0000"/>
                </a:solidFill>
              </a:rPr>
              <a:t>[CLICK]</a:t>
            </a:r>
            <a:r>
              <a:rPr lang="en-US" dirty="0"/>
              <a:t> </a:t>
            </a:r>
          </a:p>
          <a:p>
            <a:endParaRPr lang="en-US" dirty="0"/>
          </a:p>
          <a:p>
            <a:r>
              <a:rPr lang="en-US" dirty="0"/>
              <a:t>and the similarity of the per-scenario shifts. </a:t>
            </a:r>
          </a:p>
          <a:p>
            <a:endParaRPr lang="en-US" dirty="0"/>
          </a:p>
          <a:p>
            <a:r>
              <a:rPr lang="en-US" dirty="0"/>
              <a:t>For the base agreement, we divide the base preferences into 3 classes: a marginal action likelihood of more than 0.6 classifies as a preference for the rule-violating action.</a:t>
            </a:r>
          </a:p>
          <a:p>
            <a:endParaRPr lang="en-US" dirty="0"/>
          </a:p>
          <a:p>
            <a:r>
              <a:rPr lang="en-US" dirty="0"/>
              <a:t>If it falls between 0.4 and 0.6, we call it an ambiguous preference, and if it’s smaller than 0.4, we say that it’s a rule-adhering preference. </a:t>
            </a:r>
          </a:p>
          <a:p>
            <a:endParaRPr lang="en-US" dirty="0"/>
          </a:p>
          <a:p>
            <a:r>
              <a:rPr lang="en-US" dirty="0"/>
              <a:t>To measure sensitivity alignment, we simply measure the Spearman correlation between the human and model CPS scores.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544504DA-6DB9-9AA9-E747-F194B332BC56}"/>
              </a:ext>
            </a:extLst>
          </p:cNvPr>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27924364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B4FF0F-E782-D839-60B3-AE18FD7ABF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378BD6-C89C-13C0-FA6F-5781C672A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9A74E6-316F-D90A-CAE2-3E324F13F615}"/>
              </a:ext>
            </a:extLst>
          </p:cNvPr>
          <p:cNvSpPr>
            <a:spLocks noGrp="1"/>
          </p:cNvSpPr>
          <p:nvPr>
            <p:ph type="body" idx="1"/>
          </p:nvPr>
        </p:nvSpPr>
        <p:spPr/>
        <p:txBody>
          <a:bodyPr/>
          <a:lstStyle/>
          <a:p>
            <a:r>
              <a:rPr lang="en-US" dirty="0"/>
              <a:t>This table shows the best-aligned model in terms of base agreement of each evaluated model provider. </a:t>
            </a:r>
            <a:r>
              <a:rPr lang="en-US" b="1" dirty="0">
                <a:solidFill>
                  <a:srgbClr val="FF0000"/>
                </a:solidFill>
              </a:rPr>
              <a:t>[CLICK]</a:t>
            </a:r>
            <a:endParaRPr lang="en-US" dirty="0"/>
          </a:p>
          <a:p>
            <a:endParaRPr lang="en-US" dirty="0"/>
          </a:p>
          <a:p>
            <a:r>
              <a:rPr lang="en-US" dirty="0"/>
              <a:t>We see that there are quite substantial differences </a:t>
            </a:r>
            <a:r>
              <a:rPr lang="en-US" i="1" dirty="0"/>
              <a:t>between </a:t>
            </a:r>
            <a:r>
              <a:rPr lang="en-US" i="0" dirty="0"/>
              <a:t>models in their base agreements. </a:t>
            </a:r>
            <a:r>
              <a:rPr lang="en-US" b="1" dirty="0">
                <a:solidFill>
                  <a:srgbClr val="FF0000"/>
                </a:solidFill>
              </a:rPr>
              <a:t>[CLICK] </a:t>
            </a:r>
          </a:p>
          <a:p>
            <a:endParaRPr lang="en-US" b="1" i="0" dirty="0">
              <a:solidFill>
                <a:srgbClr val="FF0000"/>
              </a:solidFill>
            </a:endParaRPr>
          </a:p>
          <a:p>
            <a:r>
              <a:rPr lang="en-US" i="0" dirty="0"/>
              <a:t>We also see that within each model, the sensitivity alignment varies across the variations, meaning that a model can be similar to humans for one of the variations but not the others. </a:t>
            </a:r>
            <a:r>
              <a:rPr lang="en-US" b="1" dirty="0">
                <a:solidFill>
                  <a:srgbClr val="FF0000"/>
                </a:solidFill>
              </a:rPr>
              <a:t>[CLICK]</a:t>
            </a:r>
            <a:endParaRPr lang="en-US" i="0" dirty="0"/>
          </a:p>
          <a:p>
            <a:endParaRPr lang="en-US" i="0" dirty="0"/>
          </a:p>
          <a:p>
            <a:r>
              <a:rPr lang="en-US" i="0" dirty="0"/>
              <a:t>Finally, we find that strong baseline agreement is detached from the model showing human-like preference shifts.</a:t>
            </a:r>
          </a:p>
          <a:p>
            <a:endParaRPr lang="en-US" i="0" dirty="0"/>
          </a:p>
          <a:p>
            <a:r>
              <a:rPr lang="en-US" i="0" dirty="0"/>
              <a:t>Looking at these two examples, we see that a model with much lower baseline agreement has stronger sensitivity alignment. </a:t>
            </a:r>
          </a:p>
          <a:p>
            <a:endParaRPr lang="en-US" dirty="0"/>
          </a:p>
          <a:p>
            <a:r>
              <a:rPr lang="en-US" dirty="0"/>
              <a:t>When checking the scenarios where humans and models differed strongest, we found that models often “overreact” to certain verbal cues, leading to CPS scores close to 1. For example, when the variation does not really add new information (e.g., emotional details in a life-and-death crisis), humans are not affected, but LLMs shift strongly. </a:t>
            </a:r>
          </a:p>
          <a:p>
            <a:endParaRPr lang="en-US" dirty="0"/>
          </a:p>
          <a:p>
            <a:r>
              <a:rPr lang="en-US" dirty="0"/>
              <a:t>At the same time, they remain completely ignorant to other cues in scenarios where humans show strong shifts. For example, in scenarios with tight regulations such as assisted death, humans shift strongly, but LLMs remain rigid.</a:t>
            </a:r>
          </a:p>
          <a:p>
            <a:endParaRPr lang="en-US" dirty="0"/>
          </a:p>
          <a:p>
            <a:r>
              <a:rPr lang="en-US" dirty="0"/>
              <a:t>Thus, it seems that LLMs did not really learn human-like sensitivity but rather react to word-level cues. </a:t>
            </a:r>
            <a:r>
              <a:rPr lang="en-US" b="0" dirty="0">
                <a:solidFill>
                  <a:schemeClr val="tx1"/>
                </a:solidFill>
              </a:rPr>
              <a: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4C5A0A40-3DED-7EF7-E0CC-1DF3C997A269}"/>
              </a:ext>
            </a:extLst>
          </p:cNvPr>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42746387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82069-2816-1550-5298-B21C57B7B1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649170-874F-CA9E-A4C3-FCA3198650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F25794-F64C-CBE2-11FB-3675A8517DAF}"/>
              </a:ext>
            </a:extLst>
          </p:cNvPr>
          <p:cNvSpPr>
            <a:spLocks noGrp="1"/>
          </p:cNvSpPr>
          <p:nvPr>
            <p:ph type="body" idx="1"/>
          </p:nvPr>
        </p:nvSpPr>
        <p:spPr/>
        <p:txBody>
          <a:bodyPr/>
          <a:lstStyle/>
          <a:p>
            <a:r>
              <a:rPr lang="en-US" dirty="0"/>
              <a:t>Of course, the normative goal of whether or not we want models to be human-like remains an open question.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87A27678-C180-DA3B-C0B0-281FF1094FD6}"/>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8183739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0A155-C814-AF2A-54AE-7BF16A49CF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D21E4-7B2C-AC2D-9A0D-7BEC66F8B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885EF7-8D91-BCD9-1731-446CA71EC870}"/>
              </a:ext>
            </a:extLst>
          </p:cNvPr>
          <p:cNvSpPr>
            <a:spLocks noGrp="1"/>
          </p:cNvSpPr>
          <p:nvPr>
            <p:ph type="body" idx="1"/>
          </p:nvPr>
        </p:nvSpPr>
        <p:spPr/>
        <p:txBody>
          <a:bodyPr/>
          <a:lstStyle/>
          <a:p>
            <a:r>
              <a:rPr lang="en-US" dirty="0"/>
              <a:t>In the paper, we discuss three different options. </a:t>
            </a:r>
            <a:r>
              <a:rPr lang="en-US" b="1" dirty="0">
                <a:solidFill>
                  <a:srgbClr val="FF0000"/>
                </a:solidFill>
              </a:rPr>
              <a:t>[CLICK]</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First, we could try to make models refuse to answer all moral dilemmas. </a:t>
            </a:r>
            <a:r>
              <a:rPr lang="en-US" b="1" dirty="0">
                <a:solidFill>
                  <a:srgbClr val="FF0000"/>
                </a:solidFill>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don’t think that this is a real solution, since there is a lot of research that shows how to still get responses out of models that initially refused to answer. </a:t>
            </a:r>
            <a:r>
              <a:rPr lang="en-US" b="1" dirty="0">
                <a:solidFill>
                  <a:srgbClr val="FF0000"/>
                </a:solidFill>
              </a:rPr>
              <a:t>[CLICK]</a:t>
            </a:r>
            <a:endParaRPr lang="en-US" dirty="0"/>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Second, we could develop models that stay rule-adherent. </a:t>
            </a:r>
            <a:r>
              <a:rPr lang="en-US" b="1" dirty="0">
                <a:solidFill>
                  <a:srgbClr val="FF0000"/>
                </a:solidFill>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However, this risks a thing known as contextual blindness, which refers to the model not being able to determine when context is critical or when it should be ignored. </a:t>
            </a:r>
            <a:r>
              <a:rPr lang="en-US" b="1" dirty="0">
                <a:solidFill>
                  <a:srgbClr val="FF0000"/>
                </a:solidFill>
              </a:rPr>
              <a:t>[CLICK]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Finally, we could aim for models that mirror human-like shifts. </a:t>
            </a:r>
            <a:r>
              <a:rPr lang="en-US" b="1" dirty="0">
                <a:solidFill>
                  <a:srgbClr val="FF0000"/>
                </a:solidFill>
              </a:rPr>
              <a:t>[CLICK]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also comes with its own set of questions, e.g., whose values the models should follow, and how these values would be defined, which might be hard for individuals. </a:t>
            </a:r>
            <a:r>
              <a:rPr lang="en-US" b="1" dirty="0">
                <a:solidFill>
                  <a:srgbClr val="FF0000"/>
                </a:solidFill>
              </a:rPr>
              <a:t>[CLICK]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conclude that whether or not contextual sensitivity is desirable depends on the deployment setting. However, a critical question is whether we can even control contextual sensitivity. </a:t>
            </a:r>
            <a:r>
              <a:rPr lang="en-US" b="1" dirty="0">
                <a:solidFill>
                  <a:srgbClr val="FF0000"/>
                </a:solidFill>
              </a:rPr>
              <a:t>[CLICK]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endParaRPr lang="en-US" dirty="0"/>
          </a:p>
          <a:p>
            <a:endParaRPr lang="en-US" dirty="0"/>
          </a:p>
        </p:txBody>
      </p:sp>
      <p:sp>
        <p:nvSpPr>
          <p:cNvPr id="4" name="Slide Number Placeholder 3">
            <a:extLst>
              <a:ext uri="{FF2B5EF4-FFF2-40B4-BE49-F238E27FC236}">
                <a16:creationId xmlns:a16="http://schemas.microsoft.com/office/drawing/2014/main" id="{AF7A906F-420E-1F47-1EA5-82C4E7CF2302}"/>
              </a:ext>
            </a:extLst>
          </p:cNvPr>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41955091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434E8F-02E4-6A30-8100-D2878AFB647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8764CA-C7BC-091C-3C93-5AAD09DC95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0187F2-B0BE-14B6-2655-8371D365C40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test this using the idea of activation steering.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basic idea of activation steering is that we have two prompts that differ by one specific feature. </a:t>
            </a:r>
            <a:r>
              <a:rPr lang="en-US" b="1" dirty="0">
                <a:solidFill>
                  <a:srgbClr val="FF0000"/>
                </a:solidFill>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our case, it is the contextual variation, for example the “sick brother” instead of the ”sick stranger”.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CAF7F574-54C1-1127-98C3-4089725E1DB7}"/>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224714628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CCB2E5-CCBD-AF3B-FCF1-555C2586F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B36D73-BF0A-64FB-D83E-3C1C28C15F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587A4C-ED2C-9CA5-BB90-DE435AB26D25}"/>
              </a:ext>
            </a:extLst>
          </p:cNvPr>
          <p:cNvSpPr>
            <a:spLocks noGrp="1"/>
          </p:cNvSpPr>
          <p:nvPr>
            <p:ph type="body" idx="1"/>
          </p:nvPr>
        </p:nvSpPr>
        <p:spPr/>
        <p:txBody>
          <a:bodyPr/>
          <a:lstStyle/>
          <a:p>
            <a:r>
              <a:rPr lang="en-US" dirty="0"/>
              <a:t>We can feed both prompts to the LLM that we want to steer…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621D9769-CD59-0FCF-AC06-FD7350E63310}"/>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4427871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13B4DC-FF8C-1C0B-FC72-BCF10063B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EC139D-6495-CA35-305B-EB36A97002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CA19CC-D5B1-2E84-C989-BC7633454681}"/>
              </a:ext>
            </a:extLst>
          </p:cNvPr>
          <p:cNvSpPr>
            <a:spLocks noGrp="1"/>
          </p:cNvSpPr>
          <p:nvPr>
            <p:ph type="body" idx="1"/>
          </p:nvPr>
        </p:nvSpPr>
        <p:spPr/>
        <p:txBody>
          <a:bodyPr/>
          <a:lstStyle/>
          <a:p>
            <a:r>
              <a:rPr lang="en-US" b="1" dirty="0">
                <a:solidFill>
                  <a:srgbClr val="FF0000"/>
                </a:solidFill>
              </a:rPr>
              <a:t>[CLICK] </a:t>
            </a:r>
            <a:r>
              <a:rPr lang="en-US" dirty="0"/>
              <a:t>… and then extract the activations from intermediate layers.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B7D7B615-AEA8-44E3-6F79-3BD09581442C}"/>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412767697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0A310F-9457-1915-4F92-D3B84B1990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7FBD80-47BF-7060-F467-AE534ED2EF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58C9817-BB4A-9B1A-29D5-88A325F1797A}"/>
              </a:ext>
            </a:extLst>
          </p:cNvPr>
          <p:cNvSpPr>
            <a:spLocks noGrp="1"/>
          </p:cNvSpPr>
          <p:nvPr>
            <p:ph type="body" idx="1"/>
          </p:nvPr>
        </p:nvSpPr>
        <p:spPr/>
        <p:txBody>
          <a:bodyPr/>
          <a:lstStyle/>
          <a:p>
            <a:r>
              <a:rPr lang="en-US" b="1" dirty="0">
                <a:solidFill>
                  <a:srgbClr val="FF0000"/>
                </a:solidFill>
              </a:rPr>
              <a:t>[CLICK]</a:t>
            </a:r>
            <a:endParaRPr lang="en-US" dirty="0"/>
          </a:p>
          <a:p>
            <a:r>
              <a:rPr lang="en-US" dirty="0"/>
              <a:t>By then subtracting the activations from the base version from the variation, </a:t>
            </a:r>
            <a:r>
              <a:rPr lang="en-US" b="1" dirty="0">
                <a:solidFill>
                  <a:srgbClr val="FF0000"/>
                </a:solidFill>
              </a:rPr>
              <a:t>[CLICK]</a:t>
            </a:r>
          </a:p>
          <a:p>
            <a:endParaRPr lang="en-US" b="1" dirty="0">
              <a:solidFill>
                <a:srgbClr val="FF0000"/>
              </a:solidFill>
            </a:endParaRPr>
          </a:p>
          <a:p>
            <a:r>
              <a:rPr lang="en-US" dirty="0"/>
              <a:t> the difference vector ideally contains only the activations related to the variation.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C3E35C36-CEFE-C649-5A77-0F5C642DBCF7}"/>
              </a:ext>
            </a:extLst>
          </p:cNvPr>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32403060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BC641-8537-74E2-866E-3ACC484F76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122A93-E4E6-B935-6A6A-182B41D0BB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947DAA-3238-E7BA-CE3A-FAF8682D8A74}"/>
              </a:ext>
            </a:extLst>
          </p:cNvPr>
          <p:cNvSpPr>
            <a:spLocks noGrp="1"/>
          </p:cNvSpPr>
          <p:nvPr>
            <p:ph type="body" idx="1"/>
          </p:nvPr>
        </p:nvSpPr>
        <p:spPr/>
        <p:txBody>
          <a:bodyPr/>
          <a:lstStyle/>
          <a:p>
            <a:r>
              <a:rPr lang="en-US" b="1" dirty="0">
                <a:solidFill>
                  <a:srgbClr val="FF0000"/>
                </a:solidFill>
              </a:rPr>
              <a:t>[CLICK]</a:t>
            </a:r>
            <a:endParaRPr lang="en-US" dirty="0"/>
          </a:p>
          <a:p>
            <a:r>
              <a:rPr lang="en-US" dirty="0"/>
              <a:t>We next average many of these steering vector to get a more robust version. </a:t>
            </a:r>
            <a:r>
              <a:rPr lang="en-US" b="1" dirty="0">
                <a:solidFill>
                  <a:srgbClr val="FF0000"/>
                </a:solidFill>
              </a:rPr>
              <a:t>[CLICK]</a:t>
            </a:r>
            <a:endParaRPr lang="en-US" dirty="0"/>
          </a:p>
          <a:p>
            <a:endParaRPr lang="en-US" dirty="0"/>
          </a:p>
          <a:p>
            <a:r>
              <a:rPr lang="en-US" dirty="0"/>
              <a:t>One novel detail is that we weighed the individual contributions of the vectors depending on the CPS of each scenario. We do this because not every scenario led to a preference shift, and we want the steering vector to consist of examples that actually led to a shift in the model.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71BFB8AD-C654-6E7A-88A9-32C6969E7737}"/>
              </a:ext>
            </a:extLst>
          </p:cNvPr>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630877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FE25DA-0631-4586-D5D4-0836FBD3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E09C78-545E-6970-972A-F7C6C2C8EA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EA26AA0-F4EA-96B3-CD07-6313C078962E}"/>
              </a:ext>
            </a:extLst>
          </p:cNvPr>
          <p:cNvSpPr>
            <a:spLocks noGrp="1"/>
          </p:cNvSpPr>
          <p:nvPr>
            <p:ph type="body" idx="1"/>
          </p:nvPr>
        </p:nvSpPr>
        <p:spPr/>
        <p:txBody>
          <a:bodyPr/>
          <a:lstStyle/>
          <a:p>
            <a:r>
              <a:rPr lang="en-US" dirty="0"/>
              <a:t>When we then give a scenario with a contextual variation to the model </a:t>
            </a:r>
            <a:r>
              <a:rPr lang="en-US" b="1" dirty="0">
                <a:solidFill>
                  <a:srgbClr val="FF0000"/>
                </a:solidFill>
              </a:rPr>
              <a:t>[CLICK]</a:t>
            </a:r>
            <a:endParaRPr lang="en-US" dirty="0"/>
          </a:p>
          <a:p>
            <a:endParaRPr lang="en-US" dirty="0"/>
          </a:p>
          <a:p>
            <a:r>
              <a:rPr lang="en-US" dirty="0"/>
              <a:t>and add the steering vector with steering coefficient alpha, </a:t>
            </a:r>
            <a:r>
              <a:rPr lang="en-US" b="1" dirty="0">
                <a:solidFill>
                  <a:srgbClr val="FF0000"/>
                </a:solidFill>
              </a:rPr>
              <a:t>[CLICK]</a:t>
            </a:r>
            <a:r>
              <a:rPr lang="en-US" dirty="0"/>
              <a:t> </a:t>
            </a:r>
          </a:p>
          <a:p>
            <a:endParaRPr lang="en-US" dirty="0"/>
          </a:p>
          <a:p>
            <a:r>
              <a:rPr lang="en-US" b="1" dirty="0">
                <a:solidFill>
                  <a:srgbClr val="FF0000"/>
                </a:solidFill>
              </a:rPr>
              <a:t>[CLICK]</a:t>
            </a:r>
            <a:endParaRPr lang="en-US" dirty="0"/>
          </a:p>
          <a:p>
            <a:r>
              <a:rPr lang="en-US" dirty="0"/>
              <a:t>we can increase or decrease the contextual preference shift.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BC477729-6B74-29BE-13CC-836FE3B41CFD}"/>
              </a:ext>
            </a:extLst>
          </p:cNvPr>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3002001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C2DE1-C1F3-4B21-8D57-17144A4B5A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31E25E-6611-ED54-7647-D5BD2A4A5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542BD3-339E-3A2E-5538-676B43A69E87}"/>
              </a:ext>
            </a:extLst>
          </p:cNvPr>
          <p:cNvSpPr>
            <a:spLocks noGrp="1"/>
          </p:cNvSpPr>
          <p:nvPr>
            <p:ph type="body" idx="1"/>
          </p:nvPr>
        </p:nvSpPr>
        <p:spPr/>
        <p:txBody>
          <a:bodyPr/>
          <a:lstStyle/>
          <a:p>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9886EE3B-7D43-521F-C678-256EC84E0DAF}"/>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343906343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8CF52C-3824-C7B3-0FE3-1D0509D1E8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72DC53-25B0-7700-242B-A5A823339C7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A839B7-F59E-1028-9698-714B445765DF}"/>
              </a:ext>
            </a:extLst>
          </p:cNvPr>
          <p:cNvSpPr>
            <a:spLocks noGrp="1"/>
          </p:cNvSpPr>
          <p:nvPr>
            <p:ph type="body" idx="1"/>
          </p:nvPr>
        </p:nvSpPr>
        <p:spPr/>
        <p:txBody>
          <a:bodyPr/>
          <a:lstStyle/>
          <a:p>
            <a:r>
              <a:rPr lang="en-US" dirty="0"/>
              <a:t>We repeat this vector generation for each of the variations, resulting in one steering vector per variation </a:t>
            </a:r>
            <a:r>
              <a:rPr lang="en-US" b="1" dirty="0">
                <a:solidFill>
                  <a:srgbClr val="FF0000"/>
                </a:solidFill>
              </a:rPr>
              <a:t>[CLICK]</a:t>
            </a:r>
            <a:endParaRPr lang="en-US" dirty="0"/>
          </a:p>
        </p:txBody>
      </p:sp>
      <p:sp>
        <p:nvSpPr>
          <p:cNvPr id="4" name="Slide Number Placeholder 3">
            <a:extLst>
              <a:ext uri="{FF2B5EF4-FFF2-40B4-BE49-F238E27FC236}">
                <a16:creationId xmlns:a16="http://schemas.microsoft.com/office/drawing/2014/main" id="{EF491E04-98CF-20E3-228A-E43BE7D37674}"/>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226944023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72352-74F0-6730-0D88-8060A28A6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0C1331-EB56-1690-B0F7-FD0036189A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01B6FF-108A-97B3-2F30-01F001BC2C8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plot now shows the CPS scores for different values of the steering coefficient alpha. </a:t>
            </a:r>
            <a:r>
              <a:rPr lang="en-US" b="1" dirty="0">
                <a:solidFill>
                  <a:srgbClr val="FF0000"/>
                </a:solidFill>
              </a:rPr>
              <a:t>[CLICK]</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We show that, by varying alpha, the steering vectors can mute or amplify the contextual sensitivity. And it does so more effective than what we were able to achieve via system prompting.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Since steering alters the model activations, it can lead to performance drops on other tasks. </a:t>
            </a:r>
            <a:r>
              <a:rPr lang="en-US" b="1" dirty="0">
                <a:solidFill>
                  <a:srgbClr val="FF0000"/>
                </a:solidFill>
              </a:rPr>
              <a:t>[CLICK]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1" dirty="0">
              <a:solidFill>
                <a:srgbClr val="FF0000"/>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test this, we ran our model on benchmarks measuring general knowledge, linguistic reasoning, and moral alignment, and found that the performance drop is limited to at most 4 percentage points.</a:t>
            </a:r>
          </a:p>
        </p:txBody>
      </p:sp>
      <p:sp>
        <p:nvSpPr>
          <p:cNvPr id="4" name="Slide Number Placeholder 3">
            <a:extLst>
              <a:ext uri="{FF2B5EF4-FFF2-40B4-BE49-F238E27FC236}">
                <a16:creationId xmlns:a16="http://schemas.microsoft.com/office/drawing/2014/main" id="{6BFA1793-BB88-1271-6088-7CB261C46F67}"/>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40088695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77BDB-1263-73EE-7E03-3DD7702C1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E14169-E4E7-52CF-8097-D4CB663808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B44CC86-B928-2302-9F39-1C8D037C6B9C}"/>
              </a:ext>
            </a:extLst>
          </p:cNvPr>
          <p:cNvSpPr>
            <a:spLocks noGrp="1"/>
          </p:cNvSpPr>
          <p:nvPr>
            <p:ph type="body" idx="1"/>
          </p:nvPr>
        </p:nvSpPr>
        <p:spPr/>
        <p:txBody>
          <a:bodyPr/>
          <a:lstStyle/>
          <a:p>
            <a:r>
              <a:rPr lang="en-US" dirty="0"/>
              <a:t>To conclude, </a:t>
            </a:r>
            <a:r>
              <a:rPr lang="en-US" b="1" dirty="0">
                <a:solidFill>
                  <a:srgbClr val="FF0000"/>
                </a:solidFill>
              </a:rPr>
              <a:t>[CLICK] </a:t>
            </a:r>
          </a:p>
          <a:p>
            <a:endParaRPr lang="en-US" b="1" dirty="0">
              <a:solidFill>
                <a:srgbClr val="FF0000"/>
              </a:solidFill>
            </a:endParaRPr>
          </a:p>
          <a:p>
            <a:r>
              <a:rPr lang="en-US" dirty="0"/>
              <a:t>we found that LLMs are sensitive to context, </a:t>
            </a:r>
            <a:r>
              <a:rPr lang="en-US" b="1" dirty="0">
                <a:solidFill>
                  <a:srgbClr val="FF0000"/>
                </a:solidFill>
              </a:rPr>
              <a:t>[CLICK]</a:t>
            </a:r>
          </a:p>
          <a:p>
            <a:endParaRPr lang="en-US" b="1" dirty="0">
              <a:solidFill>
                <a:srgbClr val="FF0000"/>
              </a:solidFill>
            </a:endParaRPr>
          </a:p>
          <a:p>
            <a:r>
              <a:rPr lang="en-US" dirty="0"/>
              <a:t>and that this sensitivity is independent of the model’s base rule-adherence. </a:t>
            </a:r>
            <a:r>
              <a:rPr lang="en-US" b="1" dirty="0">
                <a:solidFill>
                  <a:srgbClr val="FF0000"/>
                </a:solidFill>
              </a:rPr>
              <a:t>[CLICK]</a:t>
            </a:r>
            <a:endParaRPr lang="en-US" dirty="0"/>
          </a:p>
          <a:p>
            <a:endParaRPr lang="en-US" dirty="0"/>
          </a:p>
          <a:p>
            <a:r>
              <a:rPr lang="en-US" dirty="0"/>
              <a:t>We also found that humans and models are most triggered by different variations and that alignment varies across and within models. </a:t>
            </a:r>
            <a:r>
              <a:rPr lang="en-US" b="1" dirty="0">
                <a:solidFill>
                  <a:srgbClr val="FF0000"/>
                </a:solidFill>
              </a:rPr>
              <a:t>[CLICK]</a:t>
            </a:r>
            <a:endParaRPr lang="en-US" dirty="0"/>
          </a:p>
          <a:p>
            <a:endParaRPr lang="en-US" dirty="0"/>
          </a:p>
          <a:p>
            <a:r>
              <a:rPr lang="en-US" dirty="0"/>
              <a:t>Finally, we showed that the sensitivity can be bidirectionally controlled with activation steering. </a:t>
            </a:r>
            <a:r>
              <a:rPr lang="en-US" b="1" dirty="0">
                <a:solidFill>
                  <a:srgbClr val="FF0000"/>
                </a:solidFill>
              </a:rPr>
              <a:t>[CLICK]</a:t>
            </a:r>
            <a:endParaRPr lang="en-US" dirty="0"/>
          </a:p>
          <a:p>
            <a:endParaRPr lang="en-US" dirty="0"/>
          </a:p>
        </p:txBody>
      </p:sp>
      <p:sp>
        <p:nvSpPr>
          <p:cNvPr id="4" name="Slide Number Placeholder 3">
            <a:extLst>
              <a:ext uri="{FF2B5EF4-FFF2-40B4-BE49-F238E27FC236}">
                <a16:creationId xmlns:a16="http://schemas.microsoft.com/office/drawing/2014/main" id="{6CDD360F-8432-C52A-1A24-01BBBCE9C5EE}"/>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272337535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0ED24-0F61-D681-EBBF-489829674D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9967BD-CF83-AC6A-8C54-ACDCB8106E6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E1E0EE-F9A0-70B6-AAD3-4EF51761C074}"/>
              </a:ext>
            </a:extLst>
          </p:cNvPr>
          <p:cNvSpPr>
            <a:spLocks noGrp="1"/>
          </p:cNvSpPr>
          <p:nvPr>
            <p:ph type="body" idx="1"/>
          </p:nvPr>
        </p:nvSpPr>
        <p:spPr/>
        <p:txBody>
          <a:bodyPr/>
          <a:lstStyle/>
          <a:p>
            <a:r>
              <a:rPr lang="en-US" dirty="0"/>
              <a:t>With that, I want to end this presentation and thank you very much for your attention!</a:t>
            </a:r>
          </a:p>
        </p:txBody>
      </p:sp>
      <p:sp>
        <p:nvSpPr>
          <p:cNvPr id="4" name="Slide Number Placeholder 3">
            <a:extLst>
              <a:ext uri="{FF2B5EF4-FFF2-40B4-BE49-F238E27FC236}">
                <a16:creationId xmlns:a16="http://schemas.microsoft.com/office/drawing/2014/main" id="{15A5427C-BECA-74D8-7F82-B9D1862FBB63}"/>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3902508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23E2-1E7D-4783-96FF-44A312BFF94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DE"/>
          </a:p>
        </p:txBody>
      </p:sp>
      <p:sp>
        <p:nvSpPr>
          <p:cNvPr id="3" name="Subtitle 2">
            <a:extLst>
              <a:ext uri="{FF2B5EF4-FFF2-40B4-BE49-F238E27FC236}">
                <a16:creationId xmlns:a16="http://schemas.microsoft.com/office/drawing/2014/main" id="{1D323B16-6028-779E-9193-CC92F25E1C4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DE"/>
          </a:p>
        </p:txBody>
      </p:sp>
      <p:sp>
        <p:nvSpPr>
          <p:cNvPr id="4" name="Date Placeholder 3">
            <a:extLst>
              <a:ext uri="{FF2B5EF4-FFF2-40B4-BE49-F238E27FC236}">
                <a16:creationId xmlns:a16="http://schemas.microsoft.com/office/drawing/2014/main" id="{F412C801-B299-D450-CB8D-48C9972770B2}"/>
              </a:ext>
            </a:extLst>
          </p:cNvPr>
          <p:cNvSpPr>
            <a:spLocks noGrp="1"/>
          </p:cNvSpPr>
          <p:nvPr>
            <p:ph type="dt" sz="half" idx="10"/>
          </p:nvPr>
        </p:nvSpPr>
        <p:spPr/>
        <p:txBody>
          <a:bodyPr/>
          <a:lstStyle/>
          <a:p>
            <a:endParaRPr lang="en-DE"/>
          </a:p>
        </p:txBody>
      </p:sp>
      <p:sp>
        <p:nvSpPr>
          <p:cNvPr id="5" name="Footer Placeholder 4">
            <a:extLst>
              <a:ext uri="{FF2B5EF4-FFF2-40B4-BE49-F238E27FC236}">
                <a16:creationId xmlns:a16="http://schemas.microsoft.com/office/drawing/2014/main" id="{3F30C583-2A15-5E0E-DEFB-48C295B28F39}"/>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7FBB200-552C-0E23-101A-2AFD371D8698}"/>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36859573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A7C55-7FC3-B2B1-3D09-9000D111CB05}"/>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48AECE64-FAB7-261D-6635-783CA65D6FF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B51063FD-7411-A5D0-BCBA-3AC79DFC91CF}"/>
              </a:ext>
            </a:extLst>
          </p:cNvPr>
          <p:cNvSpPr>
            <a:spLocks noGrp="1"/>
          </p:cNvSpPr>
          <p:nvPr>
            <p:ph type="dt" sz="half" idx="10"/>
          </p:nvPr>
        </p:nvSpPr>
        <p:spPr/>
        <p:txBody>
          <a:bodyPr/>
          <a:lstStyle/>
          <a:p>
            <a:endParaRPr lang="en-DE"/>
          </a:p>
        </p:txBody>
      </p:sp>
      <p:sp>
        <p:nvSpPr>
          <p:cNvPr id="5" name="Footer Placeholder 4">
            <a:extLst>
              <a:ext uri="{FF2B5EF4-FFF2-40B4-BE49-F238E27FC236}">
                <a16:creationId xmlns:a16="http://schemas.microsoft.com/office/drawing/2014/main" id="{2BB975BA-E5BE-3E0A-8320-B8DEE6D23F1B}"/>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A2224C56-4F3F-22BF-0E83-0B855690754C}"/>
              </a:ext>
            </a:extLst>
          </p:cNvPr>
          <p:cNvSpPr>
            <a:spLocks noGrp="1"/>
          </p:cNvSpPr>
          <p:nvPr>
            <p:ph type="sldNum" sz="quarter" idx="12"/>
          </p:nvPr>
        </p:nvSpPr>
        <p:spPr/>
        <p:txBody>
          <a:bodyPr/>
          <a:lstStyle>
            <a:lvl1pPr>
              <a:defRPr sz="1800">
                <a:solidFill>
                  <a:schemeClr val="accent2"/>
                </a:solidFill>
              </a:defRPr>
            </a:lvl1pPr>
          </a:lstStyle>
          <a:p>
            <a:fld id="{2E1764B4-D26F-BF44-B3D3-5861938CCE6A}" type="slidenum">
              <a:rPr lang="en-DE" smtClean="0"/>
              <a:pPr/>
              <a:t>‹#›</a:t>
            </a:fld>
            <a:endParaRPr lang="en-DE" sz="1800"/>
          </a:p>
        </p:txBody>
      </p:sp>
    </p:spTree>
    <p:extLst>
      <p:ext uri="{BB962C8B-B14F-4D97-AF65-F5344CB8AC3E}">
        <p14:creationId xmlns:p14="http://schemas.microsoft.com/office/powerpoint/2010/main" val="1652269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ED6614-3399-BF2B-CEAA-BFCDF54125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DE"/>
          </a:p>
        </p:txBody>
      </p:sp>
      <p:sp>
        <p:nvSpPr>
          <p:cNvPr id="3" name="Text Placeholder 2">
            <a:extLst>
              <a:ext uri="{FF2B5EF4-FFF2-40B4-BE49-F238E27FC236}">
                <a16:creationId xmlns:a16="http://schemas.microsoft.com/office/drawing/2014/main" id="{546DA423-3D6B-387D-0E18-15FEA70AB4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28D896B-F10D-1B6B-EA84-868E31632C93}"/>
              </a:ext>
            </a:extLst>
          </p:cNvPr>
          <p:cNvSpPr>
            <a:spLocks noGrp="1"/>
          </p:cNvSpPr>
          <p:nvPr>
            <p:ph type="dt" sz="half" idx="10"/>
          </p:nvPr>
        </p:nvSpPr>
        <p:spPr/>
        <p:txBody>
          <a:bodyPr/>
          <a:lstStyle/>
          <a:p>
            <a:endParaRPr lang="en-DE"/>
          </a:p>
        </p:txBody>
      </p:sp>
      <p:sp>
        <p:nvSpPr>
          <p:cNvPr id="5" name="Footer Placeholder 4">
            <a:extLst>
              <a:ext uri="{FF2B5EF4-FFF2-40B4-BE49-F238E27FC236}">
                <a16:creationId xmlns:a16="http://schemas.microsoft.com/office/drawing/2014/main" id="{119A9440-4247-09E5-948E-FDD4C6EE014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1CE11EC4-F72E-0087-CCDC-40F0DD3B3C73}"/>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18159402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C2F7EB-03EE-7F72-3884-FE4D3E36AD4E}"/>
              </a:ext>
            </a:extLst>
          </p:cNvPr>
          <p:cNvSpPr>
            <a:spLocks noGrp="1"/>
          </p:cNvSpPr>
          <p:nvPr>
            <p:ph type="title"/>
          </p:nvPr>
        </p:nvSpPr>
        <p:spPr/>
        <p:txBody>
          <a:bodyPr/>
          <a:lstStyle/>
          <a:p>
            <a:r>
              <a:rPr lang="en-US"/>
              <a:t>Click to edit Master title style</a:t>
            </a:r>
            <a:endParaRPr lang="en-DE"/>
          </a:p>
        </p:txBody>
      </p:sp>
      <p:sp>
        <p:nvSpPr>
          <p:cNvPr id="3" name="Content Placeholder 2">
            <a:extLst>
              <a:ext uri="{FF2B5EF4-FFF2-40B4-BE49-F238E27FC236}">
                <a16:creationId xmlns:a16="http://schemas.microsoft.com/office/drawing/2014/main" id="{E7D731A3-7CA5-95B3-1813-C9DED16278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Content Placeholder 3">
            <a:extLst>
              <a:ext uri="{FF2B5EF4-FFF2-40B4-BE49-F238E27FC236}">
                <a16:creationId xmlns:a16="http://schemas.microsoft.com/office/drawing/2014/main" id="{63F7703D-627F-33FA-1F5D-84E841EB80F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Date Placeholder 4">
            <a:extLst>
              <a:ext uri="{FF2B5EF4-FFF2-40B4-BE49-F238E27FC236}">
                <a16:creationId xmlns:a16="http://schemas.microsoft.com/office/drawing/2014/main" id="{204480E7-41BD-F6EE-07C3-E94A3D119A4F}"/>
              </a:ext>
            </a:extLst>
          </p:cNvPr>
          <p:cNvSpPr>
            <a:spLocks noGrp="1"/>
          </p:cNvSpPr>
          <p:nvPr>
            <p:ph type="dt" sz="half" idx="10"/>
          </p:nvPr>
        </p:nvSpPr>
        <p:spPr/>
        <p:txBody>
          <a:bodyPr/>
          <a:lstStyle/>
          <a:p>
            <a:endParaRPr lang="en-DE"/>
          </a:p>
        </p:txBody>
      </p:sp>
      <p:sp>
        <p:nvSpPr>
          <p:cNvPr id="6" name="Footer Placeholder 5">
            <a:extLst>
              <a:ext uri="{FF2B5EF4-FFF2-40B4-BE49-F238E27FC236}">
                <a16:creationId xmlns:a16="http://schemas.microsoft.com/office/drawing/2014/main" id="{262456B9-E8DF-BB4E-35B3-F28264892FEF}"/>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BD1D848-1BE8-28F8-FDF1-C5B72CD2A2F9}"/>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2752918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4CA2B-1F5A-0DD5-4BCF-9CC1BBCC747D}"/>
              </a:ext>
            </a:extLst>
          </p:cNvPr>
          <p:cNvSpPr>
            <a:spLocks noGrp="1"/>
          </p:cNvSpPr>
          <p:nvPr>
            <p:ph type="title"/>
          </p:nvPr>
        </p:nvSpPr>
        <p:spPr>
          <a:xfrm>
            <a:off x="839788" y="365125"/>
            <a:ext cx="10515600" cy="1325563"/>
          </a:xfrm>
        </p:spPr>
        <p:txBody>
          <a:bodyPr/>
          <a:lstStyle/>
          <a:p>
            <a:r>
              <a:rPr lang="en-US"/>
              <a:t>Click to edit Master title style</a:t>
            </a:r>
            <a:endParaRPr lang="en-DE"/>
          </a:p>
        </p:txBody>
      </p:sp>
      <p:sp>
        <p:nvSpPr>
          <p:cNvPr id="3" name="Text Placeholder 2">
            <a:extLst>
              <a:ext uri="{FF2B5EF4-FFF2-40B4-BE49-F238E27FC236}">
                <a16:creationId xmlns:a16="http://schemas.microsoft.com/office/drawing/2014/main" id="{53608468-B913-1EA4-3460-9A85FB1FE1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AD6C07-5829-FD07-065D-4F639FCBF15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5" name="Text Placeholder 4">
            <a:extLst>
              <a:ext uri="{FF2B5EF4-FFF2-40B4-BE49-F238E27FC236}">
                <a16:creationId xmlns:a16="http://schemas.microsoft.com/office/drawing/2014/main" id="{707CB832-71AB-DC95-4FC9-A4291D3B8A9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36D96D-BFBB-D6D4-BFF5-5442DFB35C3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7" name="Date Placeholder 6">
            <a:extLst>
              <a:ext uri="{FF2B5EF4-FFF2-40B4-BE49-F238E27FC236}">
                <a16:creationId xmlns:a16="http://schemas.microsoft.com/office/drawing/2014/main" id="{D701BFBC-0A49-4B5F-3509-AA48414848AF}"/>
              </a:ext>
            </a:extLst>
          </p:cNvPr>
          <p:cNvSpPr>
            <a:spLocks noGrp="1"/>
          </p:cNvSpPr>
          <p:nvPr>
            <p:ph type="dt" sz="half" idx="10"/>
          </p:nvPr>
        </p:nvSpPr>
        <p:spPr/>
        <p:txBody>
          <a:bodyPr/>
          <a:lstStyle/>
          <a:p>
            <a:endParaRPr lang="en-DE"/>
          </a:p>
        </p:txBody>
      </p:sp>
      <p:sp>
        <p:nvSpPr>
          <p:cNvPr id="8" name="Footer Placeholder 7">
            <a:extLst>
              <a:ext uri="{FF2B5EF4-FFF2-40B4-BE49-F238E27FC236}">
                <a16:creationId xmlns:a16="http://schemas.microsoft.com/office/drawing/2014/main" id="{40CC3811-3009-682F-915B-9979B9197F6F}"/>
              </a:ext>
            </a:extLst>
          </p:cNvPr>
          <p:cNvSpPr>
            <a:spLocks noGrp="1"/>
          </p:cNvSpPr>
          <p:nvPr>
            <p:ph type="ftr" sz="quarter" idx="11"/>
          </p:nvPr>
        </p:nvSpPr>
        <p:spPr/>
        <p:txBody>
          <a:bodyPr/>
          <a:lstStyle/>
          <a:p>
            <a:endParaRPr lang="en-DE"/>
          </a:p>
        </p:txBody>
      </p:sp>
      <p:sp>
        <p:nvSpPr>
          <p:cNvPr id="9" name="Slide Number Placeholder 8">
            <a:extLst>
              <a:ext uri="{FF2B5EF4-FFF2-40B4-BE49-F238E27FC236}">
                <a16:creationId xmlns:a16="http://schemas.microsoft.com/office/drawing/2014/main" id="{BCEBFC1E-C7D9-C295-A9C7-39E14A45EDC7}"/>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29758682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3ADC1-299E-6928-199F-753C54F3DAA7}"/>
              </a:ext>
            </a:extLst>
          </p:cNvPr>
          <p:cNvSpPr>
            <a:spLocks noGrp="1"/>
          </p:cNvSpPr>
          <p:nvPr>
            <p:ph type="title"/>
          </p:nvPr>
        </p:nvSpPr>
        <p:spPr/>
        <p:txBody>
          <a:bodyPr/>
          <a:lstStyle/>
          <a:p>
            <a:r>
              <a:rPr lang="en-US"/>
              <a:t>Click to edit Master title style</a:t>
            </a:r>
            <a:endParaRPr lang="en-DE"/>
          </a:p>
        </p:txBody>
      </p:sp>
      <p:sp>
        <p:nvSpPr>
          <p:cNvPr id="3" name="Date Placeholder 2">
            <a:extLst>
              <a:ext uri="{FF2B5EF4-FFF2-40B4-BE49-F238E27FC236}">
                <a16:creationId xmlns:a16="http://schemas.microsoft.com/office/drawing/2014/main" id="{9341A3BB-4A10-AF24-C488-983076642AE0}"/>
              </a:ext>
            </a:extLst>
          </p:cNvPr>
          <p:cNvSpPr>
            <a:spLocks noGrp="1"/>
          </p:cNvSpPr>
          <p:nvPr>
            <p:ph type="dt" sz="half" idx="10"/>
          </p:nvPr>
        </p:nvSpPr>
        <p:spPr/>
        <p:txBody>
          <a:bodyPr/>
          <a:lstStyle/>
          <a:p>
            <a:endParaRPr lang="en-DE"/>
          </a:p>
        </p:txBody>
      </p:sp>
      <p:sp>
        <p:nvSpPr>
          <p:cNvPr id="4" name="Footer Placeholder 3">
            <a:extLst>
              <a:ext uri="{FF2B5EF4-FFF2-40B4-BE49-F238E27FC236}">
                <a16:creationId xmlns:a16="http://schemas.microsoft.com/office/drawing/2014/main" id="{3611F6CE-2392-7BE2-83D5-E224FB746869}"/>
              </a:ext>
            </a:extLst>
          </p:cNvPr>
          <p:cNvSpPr>
            <a:spLocks noGrp="1"/>
          </p:cNvSpPr>
          <p:nvPr>
            <p:ph type="ftr" sz="quarter" idx="11"/>
          </p:nvPr>
        </p:nvSpPr>
        <p:spPr/>
        <p:txBody>
          <a:bodyPr/>
          <a:lstStyle/>
          <a:p>
            <a:endParaRPr lang="en-DE"/>
          </a:p>
        </p:txBody>
      </p:sp>
      <p:sp>
        <p:nvSpPr>
          <p:cNvPr id="5" name="Slide Number Placeholder 4">
            <a:extLst>
              <a:ext uri="{FF2B5EF4-FFF2-40B4-BE49-F238E27FC236}">
                <a16:creationId xmlns:a16="http://schemas.microsoft.com/office/drawing/2014/main" id="{7A5E0A90-D37D-3D79-549F-53403BF2C37D}"/>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37605142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B082C55-1BED-AB40-8545-9B9CDB9BCFF5}"/>
              </a:ext>
            </a:extLst>
          </p:cNvPr>
          <p:cNvSpPr>
            <a:spLocks noGrp="1"/>
          </p:cNvSpPr>
          <p:nvPr>
            <p:ph type="dt" sz="half" idx="10"/>
          </p:nvPr>
        </p:nvSpPr>
        <p:spPr/>
        <p:txBody>
          <a:bodyPr/>
          <a:lstStyle/>
          <a:p>
            <a:endParaRPr lang="en-DE"/>
          </a:p>
        </p:txBody>
      </p:sp>
      <p:sp>
        <p:nvSpPr>
          <p:cNvPr id="3" name="Footer Placeholder 2">
            <a:extLst>
              <a:ext uri="{FF2B5EF4-FFF2-40B4-BE49-F238E27FC236}">
                <a16:creationId xmlns:a16="http://schemas.microsoft.com/office/drawing/2014/main" id="{F85EAF4F-F011-52DA-6440-AF7192B52F29}"/>
              </a:ext>
            </a:extLst>
          </p:cNvPr>
          <p:cNvSpPr>
            <a:spLocks noGrp="1"/>
          </p:cNvSpPr>
          <p:nvPr>
            <p:ph type="ftr" sz="quarter" idx="11"/>
          </p:nvPr>
        </p:nvSpPr>
        <p:spPr/>
        <p:txBody>
          <a:bodyPr/>
          <a:lstStyle/>
          <a:p>
            <a:endParaRPr lang="en-DE"/>
          </a:p>
        </p:txBody>
      </p:sp>
      <p:sp>
        <p:nvSpPr>
          <p:cNvPr id="4" name="Slide Number Placeholder 3">
            <a:extLst>
              <a:ext uri="{FF2B5EF4-FFF2-40B4-BE49-F238E27FC236}">
                <a16:creationId xmlns:a16="http://schemas.microsoft.com/office/drawing/2014/main" id="{DEFCE55C-D777-22DF-AF7E-B2D341FBA939}"/>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17757364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29D75-7504-36F0-A25B-1FDCA60B897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Content Placeholder 2">
            <a:extLst>
              <a:ext uri="{FF2B5EF4-FFF2-40B4-BE49-F238E27FC236}">
                <a16:creationId xmlns:a16="http://schemas.microsoft.com/office/drawing/2014/main" id="{F0E5864D-3015-13BC-65FB-A5B978B69A8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Text Placeholder 3">
            <a:extLst>
              <a:ext uri="{FF2B5EF4-FFF2-40B4-BE49-F238E27FC236}">
                <a16:creationId xmlns:a16="http://schemas.microsoft.com/office/drawing/2014/main" id="{DEBE0187-1F29-438C-A3B2-21F0966387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4AA5E84-0995-62A8-0F68-A7D3018F820E}"/>
              </a:ext>
            </a:extLst>
          </p:cNvPr>
          <p:cNvSpPr>
            <a:spLocks noGrp="1"/>
          </p:cNvSpPr>
          <p:nvPr>
            <p:ph type="dt" sz="half" idx="10"/>
          </p:nvPr>
        </p:nvSpPr>
        <p:spPr/>
        <p:txBody>
          <a:bodyPr/>
          <a:lstStyle/>
          <a:p>
            <a:endParaRPr lang="en-DE"/>
          </a:p>
        </p:txBody>
      </p:sp>
      <p:sp>
        <p:nvSpPr>
          <p:cNvPr id="6" name="Footer Placeholder 5">
            <a:extLst>
              <a:ext uri="{FF2B5EF4-FFF2-40B4-BE49-F238E27FC236}">
                <a16:creationId xmlns:a16="http://schemas.microsoft.com/office/drawing/2014/main" id="{E4C90262-F769-0753-1FEF-E92D1513EF95}"/>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74FB8B2E-0D7B-7D1A-FFC6-26FDA087F8CD}"/>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13356698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DAF89-9785-0932-7405-B91E73ADF0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DE"/>
          </a:p>
        </p:txBody>
      </p:sp>
      <p:sp>
        <p:nvSpPr>
          <p:cNvPr id="3" name="Picture Placeholder 2">
            <a:extLst>
              <a:ext uri="{FF2B5EF4-FFF2-40B4-BE49-F238E27FC236}">
                <a16:creationId xmlns:a16="http://schemas.microsoft.com/office/drawing/2014/main" id="{66ECCAA6-4C0D-A8E2-5135-E4654469D7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DE"/>
          </a:p>
        </p:txBody>
      </p:sp>
      <p:sp>
        <p:nvSpPr>
          <p:cNvPr id="4" name="Text Placeholder 3">
            <a:extLst>
              <a:ext uri="{FF2B5EF4-FFF2-40B4-BE49-F238E27FC236}">
                <a16:creationId xmlns:a16="http://schemas.microsoft.com/office/drawing/2014/main" id="{BE5BE2EC-249E-3FED-B76C-E7BF22C5CAD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4D5A21-BF7F-3DE7-E45E-16FC775D01D7}"/>
              </a:ext>
            </a:extLst>
          </p:cNvPr>
          <p:cNvSpPr>
            <a:spLocks noGrp="1"/>
          </p:cNvSpPr>
          <p:nvPr>
            <p:ph type="dt" sz="half" idx="10"/>
          </p:nvPr>
        </p:nvSpPr>
        <p:spPr/>
        <p:txBody>
          <a:bodyPr/>
          <a:lstStyle/>
          <a:p>
            <a:endParaRPr lang="en-DE"/>
          </a:p>
        </p:txBody>
      </p:sp>
      <p:sp>
        <p:nvSpPr>
          <p:cNvPr id="6" name="Footer Placeholder 5">
            <a:extLst>
              <a:ext uri="{FF2B5EF4-FFF2-40B4-BE49-F238E27FC236}">
                <a16:creationId xmlns:a16="http://schemas.microsoft.com/office/drawing/2014/main" id="{0D653218-C91E-E216-0D1F-212128B44E3E}"/>
              </a:ext>
            </a:extLst>
          </p:cNvPr>
          <p:cNvSpPr>
            <a:spLocks noGrp="1"/>
          </p:cNvSpPr>
          <p:nvPr>
            <p:ph type="ftr" sz="quarter" idx="11"/>
          </p:nvPr>
        </p:nvSpPr>
        <p:spPr/>
        <p:txBody>
          <a:bodyPr/>
          <a:lstStyle/>
          <a:p>
            <a:endParaRPr lang="en-DE"/>
          </a:p>
        </p:txBody>
      </p:sp>
      <p:sp>
        <p:nvSpPr>
          <p:cNvPr id="7" name="Slide Number Placeholder 6">
            <a:extLst>
              <a:ext uri="{FF2B5EF4-FFF2-40B4-BE49-F238E27FC236}">
                <a16:creationId xmlns:a16="http://schemas.microsoft.com/office/drawing/2014/main" id="{A0DA6FF1-2B58-83D4-BDB2-DC2A3753E067}"/>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13441015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AADF8-3F0E-BC77-A2AD-5F4495404244}"/>
              </a:ext>
            </a:extLst>
          </p:cNvPr>
          <p:cNvSpPr>
            <a:spLocks noGrp="1"/>
          </p:cNvSpPr>
          <p:nvPr>
            <p:ph type="title"/>
          </p:nvPr>
        </p:nvSpPr>
        <p:spPr/>
        <p:txBody>
          <a:bodyPr/>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8BE5F41E-51B2-5247-C990-4200AABEAB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534718C3-992C-4591-9F0E-A37154CEF8AE}"/>
              </a:ext>
            </a:extLst>
          </p:cNvPr>
          <p:cNvSpPr>
            <a:spLocks noGrp="1"/>
          </p:cNvSpPr>
          <p:nvPr>
            <p:ph type="dt" sz="half" idx="10"/>
          </p:nvPr>
        </p:nvSpPr>
        <p:spPr/>
        <p:txBody>
          <a:bodyPr/>
          <a:lstStyle/>
          <a:p>
            <a:endParaRPr lang="en-DE"/>
          </a:p>
        </p:txBody>
      </p:sp>
      <p:sp>
        <p:nvSpPr>
          <p:cNvPr id="5" name="Footer Placeholder 4">
            <a:extLst>
              <a:ext uri="{FF2B5EF4-FFF2-40B4-BE49-F238E27FC236}">
                <a16:creationId xmlns:a16="http://schemas.microsoft.com/office/drawing/2014/main" id="{90BE9AD1-C7C8-1050-E691-2F774C40CC1C}"/>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0C97844B-59F2-0864-276E-22A36A261C7B}"/>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3412817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8173817-BC7A-88B6-CBDC-065D20BCF18F}"/>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DE"/>
          </a:p>
        </p:txBody>
      </p:sp>
      <p:sp>
        <p:nvSpPr>
          <p:cNvPr id="3" name="Vertical Text Placeholder 2">
            <a:extLst>
              <a:ext uri="{FF2B5EF4-FFF2-40B4-BE49-F238E27FC236}">
                <a16:creationId xmlns:a16="http://schemas.microsoft.com/office/drawing/2014/main" id="{64DC9DC4-FCF1-BFA6-4AA6-9B3F59E846A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2A5887B8-1897-144E-6455-C1451EF480F6}"/>
              </a:ext>
            </a:extLst>
          </p:cNvPr>
          <p:cNvSpPr>
            <a:spLocks noGrp="1"/>
          </p:cNvSpPr>
          <p:nvPr>
            <p:ph type="dt" sz="half" idx="10"/>
          </p:nvPr>
        </p:nvSpPr>
        <p:spPr/>
        <p:txBody>
          <a:bodyPr/>
          <a:lstStyle/>
          <a:p>
            <a:endParaRPr lang="en-DE"/>
          </a:p>
        </p:txBody>
      </p:sp>
      <p:sp>
        <p:nvSpPr>
          <p:cNvPr id="5" name="Footer Placeholder 4">
            <a:extLst>
              <a:ext uri="{FF2B5EF4-FFF2-40B4-BE49-F238E27FC236}">
                <a16:creationId xmlns:a16="http://schemas.microsoft.com/office/drawing/2014/main" id="{D8FC1C4E-0702-33C1-8631-F6E093B4473B}"/>
              </a:ext>
            </a:extLst>
          </p:cNvPr>
          <p:cNvSpPr>
            <a:spLocks noGrp="1"/>
          </p:cNvSpPr>
          <p:nvPr>
            <p:ph type="ftr" sz="quarter" idx="11"/>
          </p:nvPr>
        </p:nvSpPr>
        <p:spPr/>
        <p:txBody>
          <a:bodyPr/>
          <a:lstStyle/>
          <a:p>
            <a:endParaRPr lang="en-DE"/>
          </a:p>
        </p:txBody>
      </p:sp>
      <p:sp>
        <p:nvSpPr>
          <p:cNvPr id="6" name="Slide Number Placeholder 5">
            <a:extLst>
              <a:ext uri="{FF2B5EF4-FFF2-40B4-BE49-F238E27FC236}">
                <a16:creationId xmlns:a16="http://schemas.microsoft.com/office/drawing/2014/main" id="{F2B83552-D08D-2B17-B6F5-FCC61DC40C24}"/>
              </a:ext>
            </a:extLst>
          </p:cNvPr>
          <p:cNvSpPr>
            <a:spLocks noGrp="1"/>
          </p:cNvSpPr>
          <p:nvPr>
            <p:ph type="sldNum" sz="quarter" idx="12"/>
          </p:nvPr>
        </p:nvSpPr>
        <p:spPr/>
        <p:txBody>
          <a:bodyPr/>
          <a:lstStyle/>
          <a:p>
            <a:fld id="{2E1764B4-D26F-BF44-B3D3-5861938CCE6A}" type="slidenum">
              <a:rPr lang="en-DE" smtClean="0"/>
              <a:t>‹#›</a:t>
            </a:fld>
            <a:endParaRPr lang="en-DE"/>
          </a:p>
        </p:txBody>
      </p:sp>
    </p:spTree>
    <p:extLst>
      <p:ext uri="{BB962C8B-B14F-4D97-AF65-F5344CB8AC3E}">
        <p14:creationId xmlns:p14="http://schemas.microsoft.com/office/powerpoint/2010/main" val="31048023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
        <p:nvSpPr>
          <p:cNvPr id="2" name="Fußzeilenplatzhalter 1">
            <a:extLst>
              <a:ext uri="{FF2B5EF4-FFF2-40B4-BE49-F238E27FC236}">
                <a16:creationId xmlns:a16="http://schemas.microsoft.com/office/drawing/2014/main" id="{67DF8ADC-CD2E-34E9-5EA8-1FD2BFE01220}"/>
              </a:ext>
            </a:extLst>
          </p:cNvPr>
          <p:cNvSpPr>
            <a:spLocks noGrp="1"/>
          </p:cNvSpPr>
          <p:nvPr>
            <p:ph type="ftr" sz="quarter" idx="10"/>
          </p:nvPr>
        </p:nvSpPr>
        <p:spPr>
          <a:xfrm>
            <a:off x="4038600" y="6356350"/>
            <a:ext cx="4114800" cy="365125"/>
          </a:xfrm>
          <a:prstGeom prst="rect">
            <a:avLst/>
          </a:prstGeom>
        </p:spPr>
        <p:txBody>
          <a:bodyPr/>
          <a:lstStyle/>
          <a:p>
            <a:endParaRPr lang="de-DE"/>
          </a:p>
        </p:txBody>
      </p:sp>
      <p:sp>
        <p:nvSpPr>
          <p:cNvPr id="3" name="Foliennummernplatzhalter 1">
            <a:extLst>
              <a:ext uri="{FF2B5EF4-FFF2-40B4-BE49-F238E27FC236}">
                <a16:creationId xmlns:a16="http://schemas.microsoft.com/office/drawing/2014/main" id="{0F82E368-8EF9-763D-25B3-EB22729C04E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8325A8C-A62D-5E4B-8AAC-68DD587E4A7D}" type="slidenum">
              <a:rPr lang="de-DE" smtClean="0"/>
              <a:t>‹#›</a:t>
            </a:fld>
            <a:endParaRPr lang="de-DE" dirty="0"/>
          </a:p>
        </p:txBody>
      </p:sp>
    </p:spTree>
    <p:extLst>
      <p:ext uri="{BB962C8B-B14F-4D97-AF65-F5344CB8AC3E}">
        <p14:creationId xmlns:p14="http://schemas.microsoft.com/office/powerpoint/2010/main" val="17805307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C3C6B3-3ACA-829D-6F1A-8C8A0DC15B1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DE"/>
          </a:p>
        </p:txBody>
      </p:sp>
      <p:sp>
        <p:nvSpPr>
          <p:cNvPr id="3" name="Text Placeholder 2">
            <a:extLst>
              <a:ext uri="{FF2B5EF4-FFF2-40B4-BE49-F238E27FC236}">
                <a16:creationId xmlns:a16="http://schemas.microsoft.com/office/drawing/2014/main" id="{762FE467-BDF0-1DA5-F41B-00132293B38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E"/>
          </a:p>
        </p:txBody>
      </p:sp>
      <p:sp>
        <p:nvSpPr>
          <p:cNvPr id="4" name="Date Placeholder 3">
            <a:extLst>
              <a:ext uri="{FF2B5EF4-FFF2-40B4-BE49-F238E27FC236}">
                <a16:creationId xmlns:a16="http://schemas.microsoft.com/office/drawing/2014/main" id="{66221A5C-82BE-DA1F-B888-A44982321D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DE"/>
          </a:p>
        </p:txBody>
      </p:sp>
      <p:sp>
        <p:nvSpPr>
          <p:cNvPr id="5" name="Footer Placeholder 4">
            <a:extLst>
              <a:ext uri="{FF2B5EF4-FFF2-40B4-BE49-F238E27FC236}">
                <a16:creationId xmlns:a16="http://schemas.microsoft.com/office/drawing/2014/main" id="{EDE6C9B2-33A4-DA3E-D596-D49C79ED8D1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DE"/>
          </a:p>
        </p:txBody>
      </p:sp>
      <p:sp>
        <p:nvSpPr>
          <p:cNvPr id="6" name="Slide Number Placeholder 5">
            <a:extLst>
              <a:ext uri="{FF2B5EF4-FFF2-40B4-BE49-F238E27FC236}">
                <a16:creationId xmlns:a16="http://schemas.microsoft.com/office/drawing/2014/main" id="{CCA53DCE-F36E-7573-32E4-AE0D6C4F5B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800" b="1">
                <a:solidFill>
                  <a:schemeClr val="accent2"/>
                </a:solidFill>
                <a:latin typeface="Calibri" panose="020F0502020204030204" pitchFamily="34" charset="0"/>
                <a:cs typeface="Calibri" panose="020F0502020204030204" pitchFamily="34" charset="0"/>
              </a:defRPr>
            </a:lvl1pPr>
          </a:lstStyle>
          <a:p>
            <a:fld id="{2E1764B4-D26F-BF44-B3D3-5861938CCE6A}" type="slidenum">
              <a:rPr lang="en-DE" smtClean="0"/>
              <a:pPr/>
              <a:t>‹#›</a:t>
            </a:fld>
            <a:endParaRPr lang="en-DE" sz="1800" dirty="0"/>
          </a:p>
        </p:txBody>
      </p:sp>
    </p:spTree>
    <p:extLst>
      <p:ext uri="{BB962C8B-B14F-4D97-AF65-F5344CB8AC3E}">
        <p14:creationId xmlns:p14="http://schemas.microsoft.com/office/powerpoint/2010/main" val="42165249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1.sv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12.svg"/><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emf"/><Relationship Id="rId7"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20.pn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21.svg"/><Relationship Id="rId4" Type="http://schemas.openxmlformats.org/officeDocument/2006/relationships/image" Target="../media/image17.png"/><Relationship Id="rId9"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20.png"/><Relationship Id="rId7"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image" Target="../media/image15.png"/><Relationship Id="rId5" Type="http://schemas.openxmlformats.org/officeDocument/2006/relationships/image" Target="../media/image14.png"/><Relationship Id="rId10" Type="http://schemas.openxmlformats.org/officeDocument/2006/relationships/image" Target="../media/image19.png"/><Relationship Id="rId4" Type="http://schemas.openxmlformats.org/officeDocument/2006/relationships/image" Target="../media/image13.emf"/><Relationship Id="rId9" Type="http://schemas.openxmlformats.org/officeDocument/2006/relationships/image" Target="../media/image18.png"/></Relationships>
</file>

<file path=ppt/slides/_rels/slide19.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22.emf"/><Relationship Id="rId7"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8.png"/></Relationships>
</file>

<file path=ppt/slides/_rels/slide20.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20.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12" Type="http://schemas.openxmlformats.org/officeDocument/2006/relationships/image" Target="../media/image23.svg"/><Relationship Id="rId2" Type="http://schemas.openxmlformats.org/officeDocument/2006/relationships/notesSlide" Target="../notesSlides/notesSlide21.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22.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9.png"/><Relationship Id="rId7"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12.xml"/><Relationship Id="rId6" Type="http://schemas.openxmlformats.org/officeDocument/2006/relationships/image" Target="../media/image3.png"/><Relationship Id="rId11" Type="http://schemas.openxmlformats.org/officeDocument/2006/relationships/image" Target="../media/image8.png"/><Relationship Id="rId5" Type="http://schemas.openxmlformats.org/officeDocument/2006/relationships/image" Target="../media/image2.png"/><Relationship Id="rId10" Type="http://schemas.openxmlformats.org/officeDocument/2006/relationships/image" Target="../media/image7.png"/><Relationship Id="rId4" Type="http://schemas.openxmlformats.org/officeDocument/2006/relationships/image" Target="../media/image1.png"/><Relationship Id="rId9" Type="http://schemas.openxmlformats.org/officeDocument/2006/relationships/image" Target="../media/image6.png"/></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4.png"/><Relationship Id="rId2" Type="http://schemas.openxmlformats.org/officeDocument/2006/relationships/notesSlide" Target="../notesSlides/notesSlide25.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12"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12.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40.pn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250.png"/></Relationships>
</file>

<file path=ppt/slides/_rels/slide3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2" Type="http://schemas.openxmlformats.org/officeDocument/2006/relationships/notesSlide" Target="../notesSlides/notesSlide31.xml"/><Relationship Id="rId1" Type="http://schemas.openxmlformats.org/officeDocument/2006/relationships/slideLayout" Target="../slideLayouts/slideLayout1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32.xml.rels><?xml version="1.0" encoding="UTF-8" standalone="yes"?>
<Relationships xmlns="http://schemas.openxmlformats.org/package/2006/relationships"><Relationship Id="rId8" Type="http://schemas.openxmlformats.org/officeDocument/2006/relationships/image" Target="../media/image42.png"/><Relationship Id="rId13" Type="http://schemas.openxmlformats.org/officeDocument/2006/relationships/image" Target="../media/image43.png"/><Relationship Id="rId18" Type="http://schemas.openxmlformats.org/officeDocument/2006/relationships/image" Target="../media/image48.png"/><Relationship Id="rId7" Type="http://schemas.openxmlformats.org/officeDocument/2006/relationships/image" Target="../media/image41.png"/><Relationship Id="rId12" Type="http://schemas.openxmlformats.org/officeDocument/2006/relationships/image" Target="../media/image31.png"/><Relationship Id="rId17" Type="http://schemas.openxmlformats.org/officeDocument/2006/relationships/image" Target="../media/image47.png"/><Relationship Id="rId2" Type="http://schemas.openxmlformats.org/officeDocument/2006/relationships/notesSlide" Target="../notesSlides/notesSlide32.xml"/><Relationship Id="rId16" Type="http://schemas.openxmlformats.org/officeDocument/2006/relationships/image" Target="../media/image46.png"/><Relationship Id="rId1" Type="http://schemas.openxmlformats.org/officeDocument/2006/relationships/slideLayout" Target="../slideLayouts/slideLayout12.xml"/><Relationship Id="rId6" Type="http://schemas.openxmlformats.org/officeDocument/2006/relationships/image" Target="../media/image40.png"/><Relationship Id="rId11" Type="http://schemas.openxmlformats.org/officeDocument/2006/relationships/image" Target="../media/image30.png"/><Relationship Id="rId5" Type="http://schemas.openxmlformats.org/officeDocument/2006/relationships/image" Target="../media/image39.png"/><Relationship Id="rId15" Type="http://schemas.openxmlformats.org/officeDocument/2006/relationships/image" Target="../media/image45.png"/><Relationship Id="rId10" Type="http://schemas.openxmlformats.org/officeDocument/2006/relationships/image" Target="../media/image29.png"/><Relationship Id="rId19" Type="http://schemas.openxmlformats.org/officeDocument/2006/relationships/image" Target="../media/image37.png"/><Relationship Id="rId4" Type="http://schemas.openxmlformats.org/officeDocument/2006/relationships/image" Target="../media/image38.png"/><Relationship Id="rId9" Type="http://schemas.openxmlformats.org/officeDocument/2006/relationships/image" Target="../media/image28.png"/><Relationship Id="rId14" Type="http://schemas.openxmlformats.org/officeDocument/2006/relationships/image" Target="../media/image44.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33.xml"/><Relationship Id="rId1" Type="http://schemas.openxmlformats.org/officeDocument/2006/relationships/slideLayout" Target="../slideLayouts/slideLayout12.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34.xml.rels><?xml version="1.0" encoding="UTF-8" standalone="yes"?>
<Relationships xmlns="http://schemas.openxmlformats.org/package/2006/relationships"><Relationship Id="rId3" Type="http://schemas.openxmlformats.org/officeDocument/2006/relationships/image" Target="../media/image53.png"/><Relationship Id="rId7" Type="http://schemas.openxmlformats.org/officeDocument/2006/relationships/image" Target="../media/image52.png"/><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54.png"/></Relationships>
</file>

<file path=ppt/slides/_rels/slide35.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image58.png"/><Relationship Id="rId5" Type="http://schemas.openxmlformats.org/officeDocument/2006/relationships/image" Target="../media/image57.png"/><Relationship Id="rId4" Type="http://schemas.openxmlformats.org/officeDocument/2006/relationships/image" Target="../media/image56.png"/></Relationships>
</file>

<file path=ppt/slides/_rels/slide36.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notesSlide" Target="../notesSlides/notesSlide36.xml"/><Relationship Id="rId1" Type="http://schemas.openxmlformats.org/officeDocument/2006/relationships/slideLayout" Target="../slideLayouts/slideLayout12.xml"/><Relationship Id="rId4" Type="http://schemas.openxmlformats.org/officeDocument/2006/relationships/image" Target="../media/image59.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35B33D7D-E69B-D5C5-4621-D97A425FB500}"/>
            </a:ext>
          </a:extLst>
        </p:cNvPr>
        <p:cNvGrpSpPr/>
        <p:nvPr/>
      </p:nvGrpSpPr>
      <p:grpSpPr>
        <a:xfrm>
          <a:off x="0" y="0"/>
          <a:ext cx="0" cy="0"/>
          <a:chOff x="0" y="0"/>
          <a:chExt cx="0" cy="0"/>
        </a:xfrm>
      </p:grpSpPr>
    </p:spTree>
    <p:extLst>
      <p:ext uri="{BB962C8B-B14F-4D97-AF65-F5344CB8AC3E}">
        <p14:creationId xmlns:p14="http://schemas.microsoft.com/office/powerpoint/2010/main" val="1909435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4F10B2B5-3584-A926-9DEB-07C7DEAA0A68}"/>
            </a:ext>
          </a:extLst>
        </p:cNvPr>
        <p:cNvGrpSpPr/>
        <p:nvPr/>
      </p:nvGrpSpPr>
      <p:grpSpPr>
        <a:xfrm>
          <a:off x="0" y="0"/>
          <a:ext cx="0" cy="0"/>
          <a:chOff x="0" y="0"/>
          <a:chExt cx="0" cy="0"/>
        </a:xfrm>
      </p:grpSpPr>
      <p:sp>
        <p:nvSpPr>
          <p:cNvPr id="67" name="Textfeld 66">
            <a:extLst>
              <a:ext uri="{FF2B5EF4-FFF2-40B4-BE49-F238E27FC236}">
                <a16:creationId xmlns:a16="http://schemas.microsoft.com/office/drawing/2014/main" id="{901446FF-CE1A-C038-DF1C-B9DC2F0AED50}"/>
              </a:ext>
            </a:extLst>
          </p:cNvPr>
          <p:cNvSpPr txBox="1"/>
          <p:nvPr/>
        </p:nvSpPr>
        <p:spPr>
          <a:xfrm>
            <a:off x="314960" y="2767280"/>
            <a:ext cx="11562080" cy="1261884"/>
          </a:xfrm>
          <a:prstGeom prst="rect">
            <a:avLst/>
          </a:prstGeom>
          <a:noFill/>
        </p:spPr>
        <p:txBody>
          <a:bodyPr wrap="square">
            <a:spAutoFit/>
          </a:bodyPr>
          <a:lstStyle/>
          <a:p>
            <a:pPr algn="ctr"/>
            <a:r>
              <a:rPr lang="en-US" sz="3800" b="1" dirty="0">
                <a:solidFill>
                  <a:schemeClr val="bg1"/>
                </a:solidFill>
                <a:latin typeface="Calibri" panose="020F0502020204030204" pitchFamily="34" charset="0"/>
                <a:cs typeface="Calibri" panose="020F0502020204030204" pitchFamily="34" charset="0"/>
              </a:rPr>
              <a:t>Would you obtain illegal medicine for </a:t>
            </a:r>
            <a:r>
              <a:rPr lang="en-US" sz="3800" b="1" dirty="0">
                <a:solidFill>
                  <a:srgbClr val="111C38"/>
                </a:solidFill>
                <a:latin typeface="Calibri" panose="020F0502020204030204" pitchFamily="34" charset="0"/>
                <a:cs typeface="Calibri" panose="020F0502020204030204" pitchFamily="34" charset="0"/>
              </a:rPr>
              <a:t>a sick stranger?</a:t>
            </a:r>
          </a:p>
          <a:p>
            <a:pPr algn="ctr"/>
            <a:r>
              <a:rPr lang="en-US" sz="3800" b="1" dirty="0">
                <a:solidFill>
                  <a:schemeClr val="bg1"/>
                </a:solidFill>
                <a:latin typeface="Calibri" panose="020F0502020204030204" pitchFamily="34" charset="0"/>
                <a:cs typeface="Calibri" panose="020F0502020204030204" pitchFamily="34" charset="0"/>
              </a:rPr>
              <a:t>A: Yes                       B: No</a:t>
            </a:r>
          </a:p>
        </p:txBody>
      </p:sp>
      <p:sp>
        <p:nvSpPr>
          <p:cNvPr id="8" name="TextBox 7">
            <a:extLst>
              <a:ext uri="{FF2B5EF4-FFF2-40B4-BE49-F238E27FC236}">
                <a16:creationId xmlns:a16="http://schemas.microsoft.com/office/drawing/2014/main" id="{B4C3F4EA-3D1B-47F5-EE90-D51082E05C89}"/>
              </a:ext>
            </a:extLst>
          </p:cNvPr>
          <p:cNvSpPr txBox="1"/>
          <p:nvPr/>
        </p:nvSpPr>
        <p:spPr>
          <a:xfrm>
            <a:off x="8244649" y="2767280"/>
            <a:ext cx="3289106" cy="677108"/>
          </a:xfrm>
          <a:prstGeom prst="rect">
            <a:avLst/>
          </a:prstGeom>
          <a:noFill/>
        </p:spPr>
        <p:txBody>
          <a:bodyPr wrap="none" rtlCol="0">
            <a:spAutoFit/>
          </a:bodyPr>
          <a:lstStyle/>
          <a:p>
            <a:r>
              <a:rPr lang="en-US" sz="3800" b="1" dirty="0">
                <a:solidFill>
                  <a:schemeClr val="bg1"/>
                </a:solidFill>
                <a:latin typeface="Calibri" panose="020F0502020204030204" pitchFamily="34" charset="0"/>
                <a:cs typeface="Calibri" panose="020F0502020204030204" pitchFamily="34" charset="0"/>
              </a:rPr>
              <a:t>a sick stranger?</a:t>
            </a:r>
            <a:endParaRPr lang="en-DE" sz="3800" b="1" dirty="0">
              <a:solidFill>
                <a:schemeClr val="bg1"/>
              </a:solidFill>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4CADBA14-3DFE-31DD-F2AC-1221FECF37A8}"/>
              </a:ext>
            </a:extLst>
          </p:cNvPr>
          <p:cNvSpPr>
            <a:spLocks noGrp="1"/>
          </p:cNvSpPr>
          <p:nvPr>
            <p:ph type="sldNum" sz="quarter" idx="4"/>
          </p:nvPr>
        </p:nvSpPr>
        <p:spPr/>
        <p:txBody>
          <a:bodyPr/>
          <a:lstStyle/>
          <a:p>
            <a:fld id="{F8325A8C-A62D-5E4B-8AAC-68DD587E4A7D}" type="slidenum">
              <a:rPr lang="de-DE" smtClean="0"/>
              <a:t>1</a:t>
            </a:fld>
            <a:endParaRPr lang="de-DE" dirty="0"/>
          </a:p>
        </p:txBody>
      </p:sp>
    </p:spTree>
    <p:extLst>
      <p:ext uri="{BB962C8B-B14F-4D97-AF65-F5344CB8AC3E}">
        <p14:creationId xmlns:p14="http://schemas.microsoft.com/office/powerpoint/2010/main" val="6166985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11B32C18-E9C2-6BBF-9302-44B49068523F}"/>
            </a:ext>
          </a:extLst>
        </p:cNvPr>
        <p:cNvGrpSpPr/>
        <p:nvPr/>
      </p:nvGrpSpPr>
      <p:grpSpPr>
        <a:xfrm>
          <a:off x="0" y="0"/>
          <a:ext cx="0" cy="0"/>
          <a:chOff x="0" y="0"/>
          <a:chExt cx="0" cy="0"/>
        </a:xfrm>
      </p:grpSpPr>
      <p:sp>
        <p:nvSpPr>
          <p:cNvPr id="6" name="Textfeld 66">
            <a:extLst>
              <a:ext uri="{FF2B5EF4-FFF2-40B4-BE49-F238E27FC236}">
                <a16:creationId xmlns:a16="http://schemas.microsoft.com/office/drawing/2014/main" id="{5B6626FD-656E-F20D-B5A7-DFFA45842724}"/>
              </a:ext>
            </a:extLst>
          </p:cNvPr>
          <p:cNvSpPr txBox="1"/>
          <p:nvPr/>
        </p:nvSpPr>
        <p:spPr>
          <a:xfrm>
            <a:off x="314960" y="2767280"/>
            <a:ext cx="11562080" cy="1261884"/>
          </a:xfrm>
          <a:prstGeom prst="rect">
            <a:avLst/>
          </a:prstGeom>
          <a:noFill/>
        </p:spPr>
        <p:txBody>
          <a:bodyPr wrap="square">
            <a:spAutoFit/>
          </a:bodyPr>
          <a:lstStyle/>
          <a:p>
            <a:pPr algn="ctr"/>
            <a:r>
              <a:rPr lang="en-US" sz="3800" dirty="0">
                <a:solidFill>
                  <a:srgbClr val="111C38"/>
                </a:solidFill>
                <a:latin typeface="Calibri" panose="020F0502020204030204" pitchFamily="34" charset="0"/>
                <a:cs typeface="Calibri" panose="020F0502020204030204" pitchFamily="34" charset="0"/>
              </a:rPr>
              <a:t>Would you obtain illegal medicine for a sick stranger?</a:t>
            </a:r>
          </a:p>
          <a:p>
            <a:pPr algn="ctr"/>
            <a:r>
              <a:rPr lang="en-US" sz="3800" dirty="0">
                <a:solidFill>
                  <a:srgbClr val="111C38"/>
                </a:solidFill>
                <a:latin typeface="Calibri" panose="020F0502020204030204" pitchFamily="34" charset="0"/>
                <a:cs typeface="Calibri" panose="020F0502020204030204" pitchFamily="34" charset="0"/>
              </a:rPr>
              <a:t>A: Yes                       B: No</a:t>
            </a:r>
          </a:p>
        </p:txBody>
      </p:sp>
      <p:sp>
        <p:nvSpPr>
          <p:cNvPr id="67" name="Textfeld 66">
            <a:extLst>
              <a:ext uri="{FF2B5EF4-FFF2-40B4-BE49-F238E27FC236}">
                <a16:creationId xmlns:a16="http://schemas.microsoft.com/office/drawing/2014/main" id="{A7A4148A-4486-482C-208E-BA9F2890FA27}"/>
              </a:ext>
            </a:extLst>
          </p:cNvPr>
          <p:cNvSpPr txBox="1"/>
          <p:nvPr/>
        </p:nvSpPr>
        <p:spPr>
          <a:xfrm>
            <a:off x="314960" y="2767280"/>
            <a:ext cx="11562080" cy="1261884"/>
          </a:xfrm>
          <a:prstGeom prst="rect">
            <a:avLst/>
          </a:prstGeom>
          <a:noFill/>
        </p:spPr>
        <p:txBody>
          <a:bodyPr wrap="square">
            <a:spAutoFit/>
          </a:bodyPr>
          <a:lstStyle/>
          <a:p>
            <a:pPr algn="ctr"/>
            <a:r>
              <a:rPr lang="en-US" sz="3800" b="1" dirty="0">
                <a:solidFill>
                  <a:schemeClr val="bg1"/>
                </a:solidFill>
                <a:latin typeface="Calibri" panose="020F0502020204030204" pitchFamily="34" charset="0"/>
                <a:cs typeface="Calibri" panose="020F0502020204030204" pitchFamily="34" charset="0"/>
              </a:rPr>
              <a:t>Would you obtain illegal medicine for </a:t>
            </a:r>
            <a:r>
              <a:rPr lang="en-US" sz="3800" b="1" dirty="0">
                <a:solidFill>
                  <a:srgbClr val="111C38"/>
                </a:solidFill>
                <a:latin typeface="Calibri" panose="020F0502020204030204" pitchFamily="34" charset="0"/>
                <a:cs typeface="Calibri" panose="020F0502020204030204" pitchFamily="34" charset="0"/>
              </a:rPr>
              <a:t>a sick stranger?</a:t>
            </a:r>
          </a:p>
          <a:p>
            <a:pPr algn="ctr"/>
            <a:r>
              <a:rPr lang="en-US" sz="3800" b="1" dirty="0">
                <a:solidFill>
                  <a:schemeClr val="bg1"/>
                </a:solidFill>
                <a:latin typeface="Calibri" panose="020F0502020204030204" pitchFamily="34" charset="0"/>
                <a:cs typeface="Calibri" panose="020F0502020204030204" pitchFamily="34" charset="0"/>
              </a:rPr>
              <a:t>A: Yes                       B: No</a:t>
            </a:r>
          </a:p>
        </p:txBody>
      </p:sp>
      <p:sp>
        <p:nvSpPr>
          <p:cNvPr id="2" name="TextBox 1">
            <a:extLst>
              <a:ext uri="{FF2B5EF4-FFF2-40B4-BE49-F238E27FC236}">
                <a16:creationId xmlns:a16="http://schemas.microsoft.com/office/drawing/2014/main" id="{1D761ECF-D66B-1C98-4ECB-6105E281A0B4}"/>
              </a:ext>
            </a:extLst>
          </p:cNvPr>
          <p:cNvSpPr txBox="1"/>
          <p:nvPr/>
        </p:nvSpPr>
        <p:spPr>
          <a:xfrm>
            <a:off x="8272974" y="2767280"/>
            <a:ext cx="3842719" cy="677108"/>
          </a:xfrm>
          <a:prstGeom prst="rect">
            <a:avLst/>
          </a:prstGeom>
          <a:noFill/>
        </p:spPr>
        <p:txBody>
          <a:bodyPr wrap="none" rtlCol="0">
            <a:spAutoFit/>
          </a:bodyPr>
          <a:lstStyle/>
          <a:p>
            <a:r>
              <a:rPr lang="en-US" sz="3800" b="1" dirty="0">
                <a:solidFill>
                  <a:srgbClr val="ED017D"/>
                </a:solidFill>
                <a:latin typeface="Calibri" panose="020F0502020204030204" pitchFamily="34" charset="0"/>
                <a:cs typeface="Calibri" panose="020F0502020204030204" pitchFamily="34" charset="0"/>
              </a:rPr>
              <a:t>your sick brother</a:t>
            </a:r>
            <a:r>
              <a:rPr lang="en-US" sz="3800" b="1" dirty="0">
                <a:solidFill>
                  <a:schemeClr val="bg1"/>
                </a:solidFill>
                <a:latin typeface="Calibri" panose="020F0502020204030204" pitchFamily="34" charset="0"/>
                <a:cs typeface="Calibri" panose="020F0502020204030204" pitchFamily="34" charset="0"/>
              </a:rPr>
              <a:t>?</a:t>
            </a:r>
            <a:endParaRPr lang="en-DE" sz="3800" b="1" dirty="0">
              <a:solidFill>
                <a:schemeClr val="bg1"/>
              </a:solidFill>
              <a:latin typeface="Calibri" panose="020F0502020204030204" pitchFamily="34" charset="0"/>
              <a:cs typeface="Calibri" panose="020F0502020204030204" pitchFamily="34" charset="0"/>
            </a:endParaRPr>
          </a:p>
        </p:txBody>
      </p:sp>
      <p:sp>
        <p:nvSpPr>
          <p:cNvPr id="3" name="Slide Number Placeholder 2">
            <a:extLst>
              <a:ext uri="{FF2B5EF4-FFF2-40B4-BE49-F238E27FC236}">
                <a16:creationId xmlns:a16="http://schemas.microsoft.com/office/drawing/2014/main" id="{CCC21F48-CA3B-7D7B-CD8E-246491D6C88D}"/>
              </a:ext>
            </a:extLst>
          </p:cNvPr>
          <p:cNvSpPr>
            <a:spLocks noGrp="1"/>
          </p:cNvSpPr>
          <p:nvPr>
            <p:ph type="sldNum" sz="quarter" idx="4"/>
          </p:nvPr>
        </p:nvSpPr>
        <p:spPr/>
        <p:txBody>
          <a:bodyPr/>
          <a:lstStyle/>
          <a:p>
            <a:fld id="{F8325A8C-A62D-5E4B-8AAC-68DD587E4A7D}" type="slidenum">
              <a:rPr lang="de-DE" smtClean="0"/>
              <a:t>2</a:t>
            </a:fld>
            <a:endParaRPr lang="de-DE" dirty="0"/>
          </a:p>
        </p:txBody>
      </p:sp>
    </p:spTree>
    <p:extLst>
      <p:ext uri="{BB962C8B-B14F-4D97-AF65-F5344CB8AC3E}">
        <p14:creationId xmlns:p14="http://schemas.microsoft.com/office/powerpoint/2010/main" val="1998190354"/>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3E8D5577-6056-578D-468D-1E98CF84DD59}"/>
            </a:ext>
          </a:extLst>
        </p:cNvPr>
        <p:cNvGrpSpPr/>
        <p:nvPr/>
      </p:nvGrpSpPr>
      <p:grpSpPr>
        <a:xfrm>
          <a:off x="0" y="0"/>
          <a:ext cx="0" cy="0"/>
          <a:chOff x="0" y="0"/>
          <a:chExt cx="0" cy="0"/>
        </a:xfrm>
      </p:grpSpPr>
      <p:sp>
        <p:nvSpPr>
          <p:cNvPr id="6" name="Textfeld 66">
            <a:extLst>
              <a:ext uri="{FF2B5EF4-FFF2-40B4-BE49-F238E27FC236}">
                <a16:creationId xmlns:a16="http://schemas.microsoft.com/office/drawing/2014/main" id="{984CB61A-3FB5-27DB-924E-9D6F531D54AF}"/>
              </a:ext>
            </a:extLst>
          </p:cNvPr>
          <p:cNvSpPr txBox="1"/>
          <p:nvPr/>
        </p:nvSpPr>
        <p:spPr>
          <a:xfrm>
            <a:off x="322961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t>
            </a:r>
            <a:r>
              <a:rPr lang="en-US" sz="2000" b="1" dirty="0">
                <a:solidFill>
                  <a:srgbClr val="111C38"/>
                </a:solidFill>
                <a:latin typeface="Calibri" panose="020F0502020204030204" pitchFamily="34" charset="0"/>
                <a:cs typeface="Calibri" panose="020F0502020204030204" pitchFamily="34" charset="0"/>
              </a:rPr>
              <a:t>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sp>
        <p:nvSpPr>
          <p:cNvPr id="67" name="Textfeld 66">
            <a:extLst>
              <a:ext uri="{FF2B5EF4-FFF2-40B4-BE49-F238E27FC236}">
                <a16:creationId xmlns:a16="http://schemas.microsoft.com/office/drawing/2014/main" id="{856770AC-1E0A-93B9-FA75-AEC76804EF71}"/>
              </a:ext>
            </a:extLst>
          </p:cNvPr>
          <p:cNvSpPr txBox="1"/>
          <p:nvPr/>
        </p:nvSpPr>
        <p:spPr>
          <a:xfrm>
            <a:off x="-282829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sp>
        <p:nvSpPr>
          <p:cNvPr id="54" name="TextBox 53">
            <a:extLst>
              <a:ext uri="{FF2B5EF4-FFF2-40B4-BE49-F238E27FC236}">
                <a16:creationId xmlns:a16="http://schemas.microsoft.com/office/drawing/2014/main" id="{387F0441-6B56-0E4E-6D0F-E5845F72B98A}"/>
              </a:ext>
            </a:extLst>
          </p:cNvPr>
          <p:cNvSpPr txBox="1"/>
          <p:nvPr/>
        </p:nvSpPr>
        <p:spPr>
          <a:xfrm>
            <a:off x="10115640" y="710326"/>
            <a:ext cx="2111988" cy="400110"/>
          </a:xfrm>
          <a:prstGeom prst="rect">
            <a:avLst/>
          </a:prstGeom>
          <a:noFill/>
        </p:spPr>
        <p:txBody>
          <a:bodyPr wrap="none" rtlCol="0">
            <a:spAutoFit/>
          </a:bodyPr>
          <a:lstStyle/>
          <a:p>
            <a:r>
              <a:rPr lang="en-US" sz="2000" b="1" dirty="0">
                <a:solidFill>
                  <a:srgbClr val="ED017D"/>
                </a:solidFill>
                <a:latin typeface="Calibri" panose="020F0502020204030204" pitchFamily="34" charset="0"/>
                <a:cs typeface="Calibri" panose="020F0502020204030204" pitchFamily="34" charset="0"/>
              </a:rPr>
              <a:t>your sick brother</a:t>
            </a:r>
            <a:r>
              <a:rPr lang="en-US" sz="2000" b="1" dirty="0">
                <a:solidFill>
                  <a:schemeClr val="bg1"/>
                </a:solidFill>
                <a:latin typeface="Calibri" panose="020F0502020204030204" pitchFamily="34" charset="0"/>
                <a:cs typeface="Calibri" panose="020F0502020204030204" pitchFamily="34" charset="0"/>
              </a:rPr>
              <a:t>?</a:t>
            </a:r>
            <a:endParaRPr lang="en-DE" sz="2000" b="1" dirty="0">
              <a:solidFill>
                <a:schemeClr val="bg1"/>
              </a:solidFill>
              <a:latin typeface="Calibri" panose="020F0502020204030204" pitchFamily="34" charset="0"/>
              <a:cs typeface="Calibri" panose="020F0502020204030204" pitchFamily="34" charset="0"/>
            </a:endParaRPr>
          </a:p>
        </p:txBody>
      </p:sp>
      <p:cxnSp>
        <p:nvCxnSpPr>
          <p:cNvPr id="55" name="Straight Arrow Connector 54">
            <a:extLst>
              <a:ext uri="{FF2B5EF4-FFF2-40B4-BE49-F238E27FC236}">
                <a16:creationId xmlns:a16="http://schemas.microsoft.com/office/drawing/2014/main" id="{D47A5438-415C-5208-87E5-0295A130C0C8}"/>
              </a:ext>
            </a:extLst>
          </p:cNvPr>
          <p:cNvCxnSpPr>
            <a:cxnSpLocks/>
          </p:cNvCxnSpPr>
          <p:nvPr/>
        </p:nvCxnSpPr>
        <p:spPr>
          <a:xfrm>
            <a:off x="295275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56" name="Straight Arrow Connector 55">
            <a:extLst>
              <a:ext uri="{FF2B5EF4-FFF2-40B4-BE49-F238E27FC236}">
                <a16:creationId xmlns:a16="http://schemas.microsoft.com/office/drawing/2014/main" id="{7A35BD7B-368F-B3DA-3A8D-651BC3B43FD1}"/>
              </a:ext>
            </a:extLst>
          </p:cNvPr>
          <p:cNvCxnSpPr>
            <a:cxnSpLocks/>
          </p:cNvCxnSpPr>
          <p:nvPr/>
        </p:nvCxnSpPr>
        <p:spPr>
          <a:xfrm>
            <a:off x="901065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grpSp>
        <p:nvGrpSpPr>
          <p:cNvPr id="57" name="Group 56">
            <a:extLst>
              <a:ext uri="{FF2B5EF4-FFF2-40B4-BE49-F238E27FC236}">
                <a16:creationId xmlns:a16="http://schemas.microsoft.com/office/drawing/2014/main" id="{8BDC3C8C-D788-2F87-E436-FEAD4254976E}"/>
              </a:ext>
            </a:extLst>
          </p:cNvPr>
          <p:cNvGrpSpPr/>
          <p:nvPr/>
        </p:nvGrpSpPr>
        <p:grpSpPr>
          <a:xfrm>
            <a:off x="1943048" y="2066150"/>
            <a:ext cx="2050400" cy="1386237"/>
            <a:chOff x="2285378" y="2462941"/>
            <a:chExt cx="1463685" cy="989570"/>
          </a:xfrm>
        </p:grpSpPr>
        <p:pic>
          <p:nvPicPr>
            <p:cNvPr id="58" name="Picture 57">
              <a:extLst>
                <a:ext uri="{FF2B5EF4-FFF2-40B4-BE49-F238E27FC236}">
                  <a16:creationId xmlns:a16="http://schemas.microsoft.com/office/drawing/2014/main" id="{472CAD4B-D084-E691-A2C8-A57764939B20}"/>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59" name="Picture 58">
              <a:extLst>
                <a:ext uri="{FF2B5EF4-FFF2-40B4-BE49-F238E27FC236}">
                  <a16:creationId xmlns:a16="http://schemas.microsoft.com/office/drawing/2014/main" id="{761B3D80-C513-A9CA-13D3-5196FEF777C7}"/>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60" name="Picture 59">
              <a:extLst>
                <a:ext uri="{FF2B5EF4-FFF2-40B4-BE49-F238E27FC236}">
                  <a16:creationId xmlns:a16="http://schemas.microsoft.com/office/drawing/2014/main" id="{7410C8E5-E69F-382F-417C-8D7EF78A7BCC}"/>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61" name="Grafik 99">
              <a:extLst>
                <a:ext uri="{FF2B5EF4-FFF2-40B4-BE49-F238E27FC236}">
                  <a16:creationId xmlns:a16="http://schemas.microsoft.com/office/drawing/2014/main" id="{DE34461B-CE28-BC7B-0B92-6774939E72D1}"/>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62" name="Picture 61">
              <a:extLst>
                <a:ext uri="{FF2B5EF4-FFF2-40B4-BE49-F238E27FC236}">
                  <a16:creationId xmlns:a16="http://schemas.microsoft.com/office/drawing/2014/main" id="{AC7B5F4B-CC3F-5621-9315-68D136178C96}"/>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63" name="Picture 62">
              <a:extLst>
                <a:ext uri="{FF2B5EF4-FFF2-40B4-BE49-F238E27FC236}">
                  <a16:creationId xmlns:a16="http://schemas.microsoft.com/office/drawing/2014/main" id="{C2A66F6E-3A0E-7546-6C90-788EAEFF759A}"/>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64" name="Picture 63">
              <a:extLst>
                <a:ext uri="{FF2B5EF4-FFF2-40B4-BE49-F238E27FC236}">
                  <a16:creationId xmlns:a16="http://schemas.microsoft.com/office/drawing/2014/main" id="{79DBA995-262F-1ABD-CFEE-331740E8E4EB}"/>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65" name="Picture 64">
              <a:extLst>
                <a:ext uri="{FF2B5EF4-FFF2-40B4-BE49-F238E27FC236}">
                  <a16:creationId xmlns:a16="http://schemas.microsoft.com/office/drawing/2014/main" id="{3F771821-4547-1C91-9040-3D6BB22EAB7B}"/>
                </a:ext>
              </a:extLst>
            </p:cNvPr>
            <p:cNvPicPr>
              <a:picLocks noChangeAspect="1"/>
            </p:cNvPicPr>
            <p:nvPr/>
          </p:nvPicPr>
          <p:blipFill>
            <a:blip r:embed="rId10"/>
            <a:stretch>
              <a:fillRect/>
            </a:stretch>
          </p:blipFill>
          <p:spPr>
            <a:xfrm>
              <a:off x="2844532" y="2912511"/>
              <a:ext cx="540000" cy="540000"/>
            </a:xfrm>
            <a:prstGeom prst="rect">
              <a:avLst/>
            </a:prstGeom>
          </p:spPr>
        </p:pic>
      </p:grpSp>
      <p:grpSp>
        <p:nvGrpSpPr>
          <p:cNvPr id="66" name="Group 65">
            <a:extLst>
              <a:ext uri="{FF2B5EF4-FFF2-40B4-BE49-F238E27FC236}">
                <a16:creationId xmlns:a16="http://schemas.microsoft.com/office/drawing/2014/main" id="{1886FEE8-78FA-5330-E1C9-858E8926A784}"/>
              </a:ext>
            </a:extLst>
          </p:cNvPr>
          <p:cNvGrpSpPr/>
          <p:nvPr/>
        </p:nvGrpSpPr>
        <p:grpSpPr>
          <a:xfrm>
            <a:off x="8067340" y="2036220"/>
            <a:ext cx="2050400" cy="1386237"/>
            <a:chOff x="2285378" y="2462941"/>
            <a:chExt cx="1463685" cy="989570"/>
          </a:xfrm>
        </p:grpSpPr>
        <p:pic>
          <p:nvPicPr>
            <p:cNvPr id="68" name="Picture 67">
              <a:extLst>
                <a:ext uri="{FF2B5EF4-FFF2-40B4-BE49-F238E27FC236}">
                  <a16:creationId xmlns:a16="http://schemas.microsoft.com/office/drawing/2014/main" id="{9DB89390-DB38-C89A-C3CD-B8C2A3ABBB30}"/>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69" name="Picture 68">
              <a:extLst>
                <a:ext uri="{FF2B5EF4-FFF2-40B4-BE49-F238E27FC236}">
                  <a16:creationId xmlns:a16="http://schemas.microsoft.com/office/drawing/2014/main" id="{02640A96-17C6-B9C9-3F3D-03DC9297E81B}"/>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70" name="Picture 69">
              <a:extLst>
                <a:ext uri="{FF2B5EF4-FFF2-40B4-BE49-F238E27FC236}">
                  <a16:creationId xmlns:a16="http://schemas.microsoft.com/office/drawing/2014/main" id="{A5EB2BD3-6401-6765-54F6-E5CC1C74DDEA}"/>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71" name="Grafik 99">
              <a:extLst>
                <a:ext uri="{FF2B5EF4-FFF2-40B4-BE49-F238E27FC236}">
                  <a16:creationId xmlns:a16="http://schemas.microsoft.com/office/drawing/2014/main" id="{5C97E182-3750-3CFE-36EB-6570544F98F8}"/>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72" name="Picture 71">
              <a:extLst>
                <a:ext uri="{FF2B5EF4-FFF2-40B4-BE49-F238E27FC236}">
                  <a16:creationId xmlns:a16="http://schemas.microsoft.com/office/drawing/2014/main" id="{D2094931-4612-CBAE-C113-4ACE0D2596A4}"/>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73" name="Picture 72">
              <a:extLst>
                <a:ext uri="{FF2B5EF4-FFF2-40B4-BE49-F238E27FC236}">
                  <a16:creationId xmlns:a16="http://schemas.microsoft.com/office/drawing/2014/main" id="{29CCF4D7-571E-BCEB-A003-3B5228381457}"/>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74" name="Picture 73">
              <a:extLst>
                <a:ext uri="{FF2B5EF4-FFF2-40B4-BE49-F238E27FC236}">
                  <a16:creationId xmlns:a16="http://schemas.microsoft.com/office/drawing/2014/main" id="{7AA4408A-CD45-2E8C-6806-543D5681CE1F}"/>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75" name="Picture 74">
              <a:extLst>
                <a:ext uri="{FF2B5EF4-FFF2-40B4-BE49-F238E27FC236}">
                  <a16:creationId xmlns:a16="http://schemas.microsoft.com/office/drawing/2014/main" id="{6CE2352A-2B6D-C27B-84C2-686456C0A902}"/>
                </a:ext>
              </a:extLst>
            </p:cNvPr>
            <p:cNvPicPr>
              <a:picLocks noChangeAspect="1"/>
            </p:cNvPicPr>
            <p:nvPr/>
          </p:nvPicPr>
          <p:blipFill>
            <a:blip r:embed="rId10"/>
            <a:stretch>
              <a:fillRect/>
            </a:stretch>
          </p:blipFill>
          <p:spPr>
            <a:xfrm>
              <a:off x="2844532" y="2912511"/>
              <a:ext cx="540000" cy="540000"/>
            </a:xfrm>
            <a:prstGeom prst="rect">
              <a:avLst/>
            </a:prstGeom>
          </p:spPr>
        </p:pic>
      </p:grpSp>
      <p:sp>
        <p:nvSpPr>
          <p:cNvPr id="2" name="Slide Number Placeholder 1">
            <a:extLst>
              <a:ext uri="{FF2B5EF4-FFF2-40B4-BE49-F238E27FC236}">
                <a16:creationId xmlns:a16="http://schemas.microsoft.com/office/drawing/2014/main" id="{72A7F9E6-AEE8-BA64-671E-49C9E7F23E0B}"/>
              </a:ext>
            </a:extLst>
          </p:cNvPr>
          <p:cNvSpPr>
            <a:spLocks noGrp="1"/>
          </p:cNvSpPr>
          <p:nvPr>
            <p:ph type="sldNum" sz="quarter" idx="4"/>
          </p:nvPr>
        </p:nvSpPr>
        <p:spPr/>
        <p:txBody>
          <a:bodyPr/>
          <a:lstStyle/>
          <a:p>
            <a:fld id="{F8325A8C-A62D-5E4B-8AAC-68DD587E4A7D}" type="slidenum">
              <a:rPr lang="de-DE" smtClean="0"/>
              <a:t>3</a:t>
            </a:fld>
            <a:endParaRPr lang="de-DE" dirty="0"/>
          </a:p>
        </p:txBody>
      </p:sp>
    </p:spTree>
    <p:extLst>
      <p:ext uri="{BB962C8B-B14F-4D97-AF65-F5344CB8AC3E}">
        <p14:creationId xmlns:p14="http://schemas.microsoft.com/office/powerpoint/2010/main" val="28931697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3DEF3D57-96AD-1798-37D1-E05BE11023FA}"/>
            </a:ext>
          </a:extLst>
        </p:cNvPr>
        <p:cNvGrpSpPr/>
        <p:nvPr/>
      </p:nvGrpSpPr>
      <p:grpSpPr>
        <a:xfrm>
          <a:off x="0" y="0"/>
          <a:ext cx="0" cy="0"/>
          <a:chOff x="0" y="0"/>
          <a:chExt cx="0" cy="0"/>
        </a:xfrm>
      </p:grpSpPr>
      <p:sp>
        <p:nvSpPr>
          <p:cNvPr id="45" name="!!Rectangle 44">
            <a:extLst>
              <a:ext uri="{FF2B5EF4-FFF2-40B4-BE49-F238E27FC236}">
                <a16:creationId xmlns:a16="http://schemas.microsoft.com/office/drawing/2014/main" id="{24A75E48-F33B-A28D-0F82-A927FA754AAC}"/>
              </a:ext>
            </a:extLst>
          </p:cNvPr>
          <p:cNvSpPr/>
          <p:nvPr/>
        </p:nvSpPr>
        <p:spPr>
          <a:xfrm>
            <a:off x="2522868" y="5777209"/>
            <a:ext cx="900000" cy="708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Textfeld 66">
            <a:extLst>
              <a:ext uri="{FF2B5EF4-FFF2-40B4-BE49-F238E27FC236}">
                <a16:creationId xmlns:a16="http://schemas.microsoft.com/office/drawing/2014/main" id="{BE5C8AD5-72FA-CCD4-1433-3E4B937E8F26}"/>
              </a:ext>
            </a:extLst>
          </p:cNvPr>
          <p:cNvSpPr txBox="1"/>
          <p:nvPr/>
        </p:nvSpPr>
        <p:spPr>
          <a:xfrm>
            <a:off x="322961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t>
            </a:r>
            <a:r>
              <a:rPr lang="en-US" sz="2000" b="1" dirty="0">
                <a:solidFill>
                  <a:srgbClr val="111C38"/>
                </a:solidFill>
                <a:latin typeface="Calibri" panose="020F0502020204030204" pitchFamily="34" charset="0"/>
                <a:cs typeface="Calibri" panose="020F0502020204030204" pitchFamily="34" charset="0"/>
              </a:rPr>
              <a:t>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sp>
        <p:nvSpPr>
          <p:cNvPr id="67" name="Textfeld 66">
            <a:extLst>
              <a:ext uri="{FF2B5EF4-FFF2-40B4-BE49-F238E27FC236}">
                <a16:creationId xmlns:a16="http://schemas.microsoft.com/office/drawing/2014/main" id="{742C97D1-9CFA-2209-4301-8E6DA86CE163}"/>
              </a:ext>
            </a:extLst>
          </p:cNvPr>
          <p:cNvSpPr txBox="1"/>
          <p:nvPr/>
        </p:nvSpPr>
        <p:spPr>
          <a:xfrm>
            <a:off x="-282829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cxnSp>
        <p:nvCxnSpPr>
          <p:cNvPr id="7" name="Straight Arrow Connector 6">
            <a:extLst>
              <a:ext uri="{FF2B5EF4-FFF2-40B4-BE49-F238E27FC236}">
                <a16:creationId xmlns:a16="http://schemas.microsoft.com/office/drawing/2014/main" id="{3D189E51-EFB6-846B-CFE7-9C2B83C01A70}"/>
              </a:ext>
            </a:extLst>
          </p:cNvPr>
          <p:cNvCxnSpPr>
            <a:cxnSpLocks/>
          </p:cNvCxnSpPr>
          <p:nvPr/>
        </p:nvCxnSpPr>
        <p:spPr>
          <a:xfrm>
            <a:off x="295275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8" name="Straight Arrow Connector 7">
            <a:extLst>
              <a:ext uri="{FF2B5EF4-FFF2-40B4-BE49-F238E27FC236}">
                <a16:creationId xmlns:a16="http://schemas.microsoft.com/office/drawing/2014/main" id="{B60AC0FF-22D5-1431-14A9-2841D4883030}"/>
              </a:ext>
            </a:extLst>
          </p:cNvPr>
          <p:cNvCxnSpPr>
            <a:cxnSpLocks/>
          </p:cNvCxnSpPr>
          <p:nvPr/>
        </p:nvCxnSpPr>
        <p:spPr>
          <a:xfrm>
            <a:off x="901065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3" name="Straight Arrow Connector 2">
            <a:extLst>
              <a:ext uri="{FF2B5EF4-FFF2-40B4-BE49-F238E27FC236}">
                <a16:creationId xmlns:a16="http://schemas.microsoft.com/office/drawing/2014/main" id="{3E79BAB7-3648-FC24-E35D-B7D1EEEA5312}"/>
              </a:ext>
            </a:extLst>
          </p:cNvPr>
          <p:cNvCxnSpPr>
            <a:cxnSpLocks/>
          </p:cNvCxnSpPr>
          <p:nvPr/>
        </p:nvCxnSpPr>
        <p:spPr>
          <a:xfrm>
            <a:off x="2952750" y="3599481"/>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4" name="Straight Arrow Connector 3">
            <a:extLst>
              <a:ext uri="{FF2B5EF4-FFF2-40B4-BE49-F238E27FC236}">
                <a16:creationId xmlns:a16="http://schemas.microsoft.com/office/drawing/2014/main" id="{8E9CE038-9245-E303-ADBB-0EA391D94CC3}"/>
              </a:ext>
            </a:extLst>
          </p:cNvPr>
          <p:cNvCxnSpPr>
            <a:cxnSpLocks/>
          </p:cNvCxnSpPr>
          <p:nvPr/>
        </p:nvCxnSpPr>
        <p:spPr>
          <a:xfrm>
            <a:off x="9010650" y="3599481"/>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sp>
        <p:nvSpPr>
          <p:cNvPr id="11" name="Rechteck 96">
            <a:extLst>
              <a:ext uri="{FF2B5EF4-FFF2-40B4-BE49-F238E27FC236}">
                <a16:creationId xmlns:a16="http://schemas.microsoft.com/office/drawing/2014/main" id="{0E8FB4AB-C132-7FD7-1A2D-9ACE6554694D}"/>
              </a:ext>
            </a:extLst>
          </p:cNvPr>
          <p:cNvSpPr/>
          <p:nvPr/>
        </p:nvSpPr>
        <p:spPr>
          <a:xfrm>
            <a:off x="2758677" y="5377856"/>
            <a:ext cx="469085" cy="398703"/>
          </a:xfrm>
          <a:prstGeom prst="rect">
            <a:avLst/>
          </a:prstGeom>
          <a:solidFill>
            <a:schemeClr val="bg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feld 97">
            <a:extLst>
              <a:ext uri="{FF2B5EF4-FFF2-40B4-BE49-F238E27FC236}">
                <a16:creationId xmlns:a16="http://schemas.microsoft.com/office/drawing/2014/main" id="{7F5E0442-4D4D-E154-BA57-7936C555001F}"/>
              </a:ext>
            </a:extLst>
          </p:cNvPr>
          <p:cNvSpPr txBox="1"/>
          <p:nvPr/>
        </p:nvSpPr>
        <p:spPr>
          <a:xfrm rot="16200000">
            <a:off x="1653848" y="4754745"/>
            <a:ext cx="1147750" cy="553998"/>
          </a:xfrm>
          <a:prstGeom prst="rect">
            <a:avLst/>
          </a:prstGeom>
          <a:noFill/>
        </p:spPr>
        <p:txBody>
          <a:bodyPr wrap="none" rtlCol="0">
            <a:spAutoFit/>
          </a:bodyPr>
          <a:lstStyle/>
          <a:p>
            <a:r>
              <a:rPr lang="en-US" sz="3000" b="1" dirty="0">
                <a:solidFill>
                  <a:schemeClr val="bg1"/>
                </a:solidFill>
                <a:latin typeface="Calibri" panose="020F0502020204030204" pitchFamily="34" charset="0"/>
                <a:cs typeface="Calibri" panose="020F0502020204030204" pitchFamily="34" charset="0"/>
              </a:rPr>
              <a:t>P(Yes)</a:t>
            </a:r>
          </a:p>
        </p:txBody>
      </p:sp>
      <p:sp>
        <p:nvSpPr>
          <p:cNvPr id="22" name="Rechteck 96">
            <a:extLst>
              <a:ext uri="{FF2B5EF4-FFF2-40B4-BE49-F238E27FC236}">
                <a16:creationId xmlns:a16="http://schemas.microsoft.com/office/drawing/2014/main" id="{1DE23DB3-8806-697E-31F3-3F9CE6E90398}"/>
              </a:ext>
            </a:extLst>
          </p:cNvPr>
          <p:cNvSpPr/>
          <p:nvPr/>
        </p:nvSpPr>
        <p:spPr>
          <a:xfrm>
            <a:off x="8833588" y="5027662"/>
            <a:ext cx="469085" cy="720000"/>
          </a:xfrm>
          <a:prstGeom prst="rect">
            <a:avLst/>
          </a:prstGeom>
          <a:solidFill>
            <a:srgbClr val="ED017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017D"/>
              </a:solidFill>
            </a:endParaRPr>
          </a:p>
        </p:txBody>
      </p:sp>
      <p:sp>
        <p:nvSpPr>
          <p:cNvPr id="23" name="Textfeld 97">
            <a:extLst>
              <a:ext uri="{FF2B5EF4-FFF2-40B4-BE49-F238E27FC236}">
                <a16:creationId xmlns:a16="http://schemas.microsoft.com/office/drawing/2014/main" id="{5187F788-4424-370C-2657-57595E3C99B1}"/>
              </a:ext>
            </a:extLst>
          </p:cNvPr>
          <p:cNvSpPr txBox="1"/>
          <p:nvPr/>
        </p:nvSpPr>
        <p:spPr>
          <a:xfrm rot="16200000">
            <a:off x="7730607" y="4701517"/>
            <a:ext cx="1147750" cy="553998"/>
          </a:xfrm>
          <a:prstGeom prst="rect">
            <a:avLst/>
          </a:prstGeom>
          <a:noFill/>
        </p:spPr>
        <p:txBody>
          <a:bodyPr wrap="none" rtlCol="0">
            <a:spAutoFit/>
          </a:bodyPr>
          <a:lstStyle/>
          <a:p>
            <a:r>
              <a:rPr lang="en-US" sz="3000" b="1" dirty="0">
                <a:solidFill>
                  <a:schemeClr val="bg1"/>
                </a:solidFill>
                <a:latin typeface="Calibri" panose="020F0502020204030204" pitchFamily="34" charset="0"/>
                <a:cs typeface="Calibri" panose="020F0502020204030204" pitchFamily="34" charset="0"/>
              </a:rPr>
              <a:t>P(Yes)</a:t>
            </a:r>
          </a:p>
        </p:txBody>
      </p:sp>
      <p:sp>
        <p:nvSpPr>
          <p:cNvPr id="24" name="Textfeld 98">
            <a:extLst>
              <a:ext uri="{FF2B5EF4-FFF2-40B4-BE49-F238E27FC236}">
                <a16:creationId xmlns:a16="http://schemas.microsoft.com/office/drawing/2014/main" id="{3A97F123-787D-DA34-1452-317E9F5983E6}"/>
              </a:ext>
            </a:extLst>
          </p:cNvPr>
          <p:cNvSpPr txBox="1"/>
          <p:nvPr/>
        </p:nvSpPr>
        <p:spPr>
          <a:xfrm>
            <a:off x="8308601" y="5906439"/>
            <a:ext cx="1528367" cy="477054"/>
          </a:xfrm>
          <a:prstGeom prst="rect">
            <a:avLst/>
          </a:prstGeom>
          <a:noFill/>
        </p:spPr>
        <p:txBody>
          <a:bodyPr wrap="none" rtlCol="0">
            <a:spAutoFit/>
          </a:bodyPr>
          <a:lstStyle/>
          <a:p>
            <a:pPr algn="ctr"/>
            <a:r>
              <a:rPr lang="en-US" sz="2500" b="1" dirty="0">
                <a:solidFill>
                  <a:srgbClr val="ED017D"/>
                </a:solidFill>
                <a:latin typeface="Calibri" panose="020F0502020204030204" pitchFamily="34" charset="0"/>
                <a:cs typeface="Calibri" panose="020F0502020204030204" pitchFamily="34" charset="0"/>
              </a:rPr>
              <a:t>Relational</a:t>
            </a:r>
          </a:p>
        </p:txBody>
      </p:sp>
      <p:grpSp>
        <p:nvGrpSpPr>
          <p:cNvPr id="26" name="Group 25">
            <a:extLst>
              <a:ext uri="{FF2B5EF4-FFF2-40B4-BE49-F238E27FC236}">
                <a16:creationId xmlns:a16="http://schemas.microsoft.com/office/drawing/2014/main" id="{2414B667-8100-0683-93DD-A874B44155E9}"/>
              </a:ext>
            </a:extLst>
          </p:cNvPr>
          <p:cNvGrpSpPr/>
          <p:nvPr/>
        </p:nvGrpSpPr>
        <p:grpSpPr>
          <a:xfrm>
            <a:off x="1943048" y="2066150"/>
            <a:ext cx="2050400" cy="1386237"/>
            <a:chOff x="2285378" y="2462941"/>
            <a:chExt cx="1463685" cy="989570"/>
          </a:xfrm>
        </p:grpSpPr>
        <p:pic>
          <p:nvPicPr>
            <p:cNvPr id="27" name="Picture 26">
              <a:extLst>
                <a:ext uri="{FF2B5EF4-FFF2-40B4-BE49-F238E27FC236}">
                  <a16:creationId xmlns:a16="http://schemas.microsoft.com/office/drawing/2014/main" id="{AA222620-A8D5-FF62-E460-032D42692B4E}"/>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28" name="Picture 27">
              <a:extLst>
                <a:ext uri="{FF2B5EF4-FFF2-40B4-BE49-F238E27FC236}">
                  <a16:creationId xmlns:a16="http://schemas.microsoft.com/office/drawing/2014/main" id="{F4B6F4A4-DEB0-FB23-A894-CCA7E9A5BC87}"/>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29" name="Picture 28">
              <a:extLst>
                <a:ext uri="{FF2B5EF4-FFF2-40B4-BE49-F238E27FC236}">
                  <a16:creationId xmlns:a16="http://schemas.microsoft.com/office/drawing/2014/main" id="{427CCA0C-8A54-2B1E-07FC-2FE3B5DD5A91}"/>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30" name="Grafik 99">
              <a:extLst>
                <a:ext uri="{FF2B5EF4-FFF2-40B4-BE49-F238E27FC236}">
                  <a16:creationId xmlns:a16="http://schemas.microsoft.com/office/drawing/2014/main" id="{B5DF1B4E-AB82-7B7F-8FB2-2D09BC514017}"/>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31" name="Picture 30">
              <a:extLst>
                <a:ext uri="{FF2B5EF4-FFF2-40B4-BE49-F238E27FC236}">
                  <a16:creationId xmlns:a16="http://schemas.microsoft.com/office/drawing/2014/main" id="{B931B9DE-22BA-F3B6-4F50-571E9B3FD7E9}"/>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32" name="Picture 31">
              <a:extLst>
                <a:ext uri="{FF2B5EF4-FFF2-40B4-BE49-F238E27FC236}">
                  <a16:creationId xmlns:a16="http://schemas.microsoft.com/office/drawing/2014/main" id="{A289709E-C119-FDA7-CAD4-8D6F4403974E}"/>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33" name="Picture 32">
              <a:extLst>
                <a:ext uri="{FF2B5EF4-FFF2-40B4-BE49-F238E27FC236}">
                  <a16:creationId xmlns:a16="http://schemas.microsoft.com/office/drawing/2014/main" id="{E4BF66AC-05D3-25C5-EFAD-2A96CCE92283}"/>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34" name="Picture 33">
              <a:extLst>
                <a:ext uri="{FF2B5EF4-FFF2-40B4-BE49-F238E27FC236}">
                  <a16:creationId xmlns:a16="http://schemas.microsoft.com/office/drawing/2014/main" id="{13C61193-190A-CD8F-DD5D-A12B24A4A97C}"/>
                </a:ext>
              </a:extLst>
            </p:cNvPr>
            <p:cNvPicPr>
              <a:picLocks noChangeAspect="1"/>
            </p:cNvPicPr>
            <p:nvPr/>
          </p:nvPicPr>
          <p:blipFill>
            <a:blip r:embed="rId10"/>
            <a:stretch>
              <a:fillRect/>
            </a:stretch>
          </p:blipFill>
          <p:spPr>
            <a:xfrm>
              <a:off x="2844532" y="2912511"/>
              <a:ext cx="540000" cy="540000"/>
            </a:xfrm>
            <a:prstGeom prst="rect">
              <a:avLst/>
            </a:prstGeom>
          </p:spPr>
        </p:pic>
      </p:grpSp>
      <p:grpSp>
        <p:nvGrpSpPr>
          <p:cNvPr id="35" name="Group 34">
            <a:extLst>
              <a:ext uri="{FF2B5EF4-FFF2-40B4-BE49-F238E27FC236}">
                <a16:creationId xmlns:a16="http://schemas.microsoft.com/office/drawing/2014/main" id="{DDBD70B7-2201-1BA4-5491-D2153E027F95}"/>
              </a:ext>
            </a:extLst>
          </p:cNvPr>
          <p:cNvGrpSpPr/>
          <p:nvPr/>
        </p:nvGrpSpPr>
        <p:grpSpPr>
          <a:xfrm>
            <a:off x="8067340" y="2036220"/>
            <a:ext cx="2050400" cy="1386237"/>
            <a:chOff x="2285378" y="2462941"/>
            <a:chExt cx="1463685" cy="989570"/>
          </a:xfrm>
        </p:grpSpPr>
        <p:pic>
          <p:nvPicPr>
            <p:cNvPr id="36" name="Picture 35">
              <a:extLst>
                <a:ext uri="{FF2B5EF4-FFF2-40B4-BE49-F238E27FC236}">
                  <a16:creationId xmlns:a16="http://schemas.microsoft.com/office/drawing/2014/main" id="{42D074B7-8714-ED0C-5466-D2566B0FAC1C}"/>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37" name="Picture 36">
              <a:extLst>
                <a:ext uri="{FF2B5EF4-FFF2-40B4-BE49-F238E27FC236}">
                  <a16:creationId xmlns:a16="http://schemas.microsoft.com/office/drawing/2014/main" id="{F5AD96F1-4396-315F-72EF-486CE5BBF2D4}"/>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38" name="Picture 37">
              <a:extLst>
                <a:ext uri="{FF2B5EF4-FFF2-40B4-BE49-F238E27FC236}">
                  <a16:creationId xmlns:a16="http://schemas.microsoft.com/office/drawing/2014/main" id="{66D58C16-1245-EA8D-8A98-76C81D7DFA03}"/>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39" name="Grafik 99">
              <a:extLst>
                <a:ext uri="{FF2B5EF4-FFF2-40B4-BE49-F238E27FC236}">
                  <a16:creationId xmlns:a16="http://schemas.microsoft.com/office/drawing/2014/main" id="{9EBBA41E-D5CD-D6CB-1F0F-63F17A68DA34}"/>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40" name="Picture 39">
              <a:extLst>
                <a:ext uri="{FF2B5EF4-FFF2-40B4-BE49-F238E27FC236}">
                  <a16:creationId xmlns:a16="http://schemas.microsoft.com/office/drawing/2014/main" id="{FA8273F1-DDFE-ADA0-0BF3-C271B6D6FB71}"/>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41" name="Picture 40">
              <a:extLst>
                <a:ext uri="{FF2B5EF4-FFF2-40B4-BE49-F238E27FC236}">
                  <a16:creationId xmlns:a16="http://schemas.microsoft.com/office/drawing/2014/main" id="{B1816109-9F1F-8D75-6408-AC46F42256AA}"/>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42" name="Picture 41">
              <a:extLst>
                <a:ext uri="{FF2B5EF4-FFF2-40B4-BE49-F238E27FC236}">
                  <a16:creationId xmlns:a16="http://schemas.microsoft.com/office/drawing/2014/main" id="{96BC11E7-09C2-A47E-DC29-844FDD6D1A7F}"/>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43" name="Picture 42">
              <a:extLst>
                <a:ext uri="{FF2B5EF4-FFF2-40B4-BE49-F238E27FC236}">
                  <a16:creationId xmlns:a16="http://schemas.microsoft.com/office/drawing/2014/main" id="{973A1225-0CA8-A8F9-298A-C1AB1AC6F850}"/>
                </a:ext>
              </a:extLst>
            </p:cNvPr>
            <p:cNvPicPr>
              <a:picLocks noChangeAspect="1"/>
            </p:cNvPicPr>
            <p:nvPr/>
          </p:nvPicPr>
          <p:blipFill>
            <a:blip r:embed="rId10"/>
            <a:stretch>
              <a:fillRect/>
            </a:stretch>
          </p:blipFill>
          <p:spPr>
            <a:xfrm>
              <a:off x="2844532" y="2912511"/>
              <a:ext cx="540000" cy="540000"/>
            </a:xfrm>
            <a:prstGeom prst="rect">
              <a:avLst/>
            </a:prstGeom>
          </p:spPr>
        </p:pic>
      </p:grpSp>
      <p:sp>
        <p:nvSpPr>
          <p:cNvPr id="44" name="Down Arrow 43">
            <a:extLst>
              <a:ext uri="{FF2B5EF4-FFF2-40B4-BE49-F238E27FC236}">
                <a16:creationId xmlns:a16="http://schemas.microsoft.com/office/drawing/2014/main" id="{EA520A5C-4759-D72A-2C4B-4557ED9928D8}"/>
              </a:ext>
            </a:extLst>
          </p:cNvPr>
          <p:cNvSpPr/>
          <p:nvPr/>
        </p:nvSpPr>
        <p:spPr>
          <a:xfrm rot="10800000">
            <a:off x="2504723" y="4243018"/>
            <a:ext cx="99849" cy="1527714"/>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4" name="!!Rectangle 53">
            <a:extLst>
              <a:ext uri="{FF2B5EF4-FFF2-40B4-BE49-F238E27FC236}">
                <a16:creationId xmlns:a16="http://schemas.microsoft.com/office/drawing/2014/main" id="{4214DA15-E079-0D4D-2F22-A3A9DED4AEED}"/>
              </a:ext>
            </a:extLst>
          </p:cNvPr>
          <p:cNvSpPr/>
          <p:nvPr/>
        </p:nvSpPr>
        <p:spPr>
          <a:xfrm>
            <a:off x="8598281" y="5745993"/>
            <a:ext cx="900000" cy="708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5" name="Down Arrow 54">
            <a:extLst>
              <a:ext uri="{FF2B5EF4-FFF2-40B4-BE49-F238E27FC236}">
                <a16:creationId xmlns:a16="http://schemas.microsoft.com/office/drawing/2014/main" id="{E5CFB4EE-710F-CC27-EDF9-3A55AFD515F2}"/>
              </a:ext>
            </a:extLst>
          </p:cNvPr>
          <p:cNvSpPr/>
          <p:nvPr/>
        </p:nvSpPr>
        <p:spPr>
          <a:xfrm rot="10800000">
            <a:off x="8581482" y="4211802"/>
            <a:ext cx="99849" cy="1527714"/>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6" name="!!Rectangle 55">
            <a:extLst>
              <a:ext uri="{FF2B5EF4-FFF2-40B4-BE49-F238E27FC236}">
                <a16:creationId xmlns:a16="http://schemas.microsoft.com/office/drawing/2014/main" id="{F23B50A0-5529-F6FD-786C-C42E1097558D}"/>
              </a:ext>
            </a:extLst>
          </p:cNvPr>
          <p:cNvSpPr/>
          <p:nvPr/>
        </p:nvSpPr>
        <p:spPr>
          <a:xfrm rot="5400000" flipV="1">
            <a:off x="2913019" y="5862508"/>
            <a:ext cx="156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8" name="!!Rectangle 57">
            <a:extLst>
              <a:ext uri="{FF2B5EF4-FFF2-40B4-BE49-F238E27FC236}">
                <a16:creationId xmlns:a16="http://schemas.microsoft.com/office/drawing/2014/main" id="{6A0589C5-3A7C-5674-ADC6-AD4486C0A69C}"/>
              </a:ext>
            </a:extLst>
          </p:cNvPr>
          <p:cNvSpPr/>
          <p:nvPr/>
        </p:nvSpPr>
        <p:spPr>
          <a:xfrm rot="5400000" flipV="1">
            <a:off x="8991490" y="5832444"/>
            <a:ext cx="156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9" name="Textfeld 98">
            <a:extLst>
              <a:ext uri="{FF2B5EF4-FFF2-40B4-BE49-F238E27FC236}">
                <a16:creationId xmlns:a16="http://schemas.microsoft.com/office/drawing/2014/main" id="{2F724610-925D-63F7-0AFC-28FE72C4DABF}"/>
              </a:ext>
            </a:extLst>
          </p:cNvPr>
          <p:cNvSpPr txBox="1"/>
          <p:nvPr/>
        </p:nvSpPr>
        <p:spPr>
          <a:xfrm>
            <a:off x="2584687" y="5906439"/>
            <a:ext cx="813043" cy="477054"/>
          </a:xfrm>
          <a:prstGeom prst="rect">
            <a:avLst/>
          </a:prstGeom>
          <a:noFill/>
        </p:spPr>
        <p:txBody>
          <a:bodyPr wrap="none" rtlCol="0">
            <a:spAutoFit/>
          </a:bodyPr>
          <a:lstStyle/>
          <a:p>
            <a:r>
              <a:rPr lang="en-US" sz="2500" b="1" dirty="0">
                <a:solidFill>
                  <a:schemeClr val="bg1"/>
                </a:solidFill>
                <a:latin typeface="Calibri" panose="020F0502020204030204" pitchFamily="34" charset="0"/>
                <a:cs typeface="Calibri" panose="020F0502020204030204" pitchFamily="34" charset="0"/>
              </a:rPr>
              <a:t>Base</a:t>
            </a:r>
          </a:p>
        </p:txBody>
      </p:sp>
      <p:sp>
        <p:nvSpPr>
          <p:cNvPr id="74" name="TextBox 73">
            <a:extLst>
              <a:ext uri="{FF2B5EF4-FFF2-40B4-BE49-F238E27FC236}">
                <a16:creationId xmlns:a16="http://schemas.microsoft.com/office/drawing/2014/main" id="{1B932103-7D8F-099D-38C4-4D3FD6EB3C07}"/>
              </a:ext>
            </a:extLst>
          </p:cNvPr>
          <p:cNvSpPr txBox="1"/>
          <p:nvPr/>
        </p:nvSpPr>
        <p:spPr>
          <a:xfrm>
            <a:off x="10115640" y="710326"/>
            <a:ext cx="2111988" cy="400110"/>
          </a:xfrm>
          <a:prstGeom prst="rect">
            <a:avLst/>
          </a:prstGeom>
          <a:noFill/>
        </p:spPr>
        <p:txBody>
          <a:bodyPr wrap="none" rtlCol="0">
            <a:spAutoFit/>
          </a:bodyPr>
          <a:lstStyle/>
          <a:p>
            <a:r>
              <a:rPr lang="en-US" sz="2000" b="1" dirty="0">
                <a:solidFill>
                  <a:srgbClr val="ED017D"/>
                </a:solidFill>
                <a:latin typeface="Calibri" panose="020F0502020204030204" pitchFamily="34" charset="0"/>
                <a:cs typeface="Calibri" panose="020F0502020204030204" pitchFamily="34" charset="0"/>
              </a:rPr>
              <a:t>your sick brother</a:t>
            </a:r>
            <a:r>
              <a:rPr lang="en-US" sz="2000" b="1" dirty="0">
                <a:solidFill>
                  <a:schemeClr val="bg1"/>
                </a:solidFill>
                <a:latin typeface="Calibri" panose="020F0502020204030204" pitchFamily="34" charset="0"/>
                <a:cs typeface="Calibri" panose="020F0502020204030204" pitchFamily="34" charset="0"/>
              </a:rPr>
              <a:t>?</a:t>
            </a:r>
            <a:endParaRPr lang="en-DE" sz="2000" b="1" dirty="0">
              <a:solidFill>
                <a:schemeClr val="bg1"/>
              </a:solidFill>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046C8713-90BB-ECBD-98BA-37E1B80860D7}"/>
              </a:ext>
            </a:extLst>
          </p:cNvPr>
          <p:cNvSpPr>
            <a:spLocks noGrp="1"/>
          </p:cNvSpPr>
          <p:nvPr>
            <p:ph type="sldNum" sz="quarter" idx="4"/>
          </p:nvPr>
        </p:nvSpPr>
        <p:spPr/>
        <p:txBody>
          <a:bodyPr/>
          <a:lstStyle/>
          <a:p>
            <a:fld id="{F8325A8C-A62D-5E4B-8AAC-68DD587E4A7D}" type="slidenum">
              <a:rPr lang="de-DE" smtClean="0"/>
              <a:t>4</a:t>
            </a:fld>
            <a:endParaRPr lang="de-DE" dirty="0"/>
          </a:p>
        </p:txBody>
      </p:sp>
    </p:spTree>
    <p:extLst>
      <p:ext uri="{BB962C8B-B14F-4D97-AF65-F5344CB8AC3E}">
        <p14:creationId xmlns:p14="http://schemas.microsoft.com/office/powerpoint/2010/main" val="285559607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139125D9-8222-6C07-03A3-2CC4C7114020}"/>
            </a:ext>
          </a:extLst>
        </p:cNvPr>
        <p:cNvGrpSpPr/>
        <p:nvPr/>
      </p:nvGrpSpPr>
      <p:grpSpPr>
        <a:xfrm>
          <a:off x="0" y="0"/>
          <a:ext cx="0" cy="0"/>
          <a:chOff x="0" y="0"/>
          <a:chExt cx="0" cy="0"/>
        </a:xfrm>
      </p:grpSpPr>
      <p:sp>
        <p:nvSpPr>
          <p:cNvPr id="22" name="Rechteck 96">
            <a:extLst>
              <a:ext uri="{FF2B5EF4-FFF2-40B4-BE49-F238E27FC236}">
                <a16:creationId xmlns:a16="http://schemas.microsoft.com/office/drawing/2014/main" id="{917A2CAF-E170-8A54-B714-3758F7C5C259}"/>
              </a:ext>
            </a:extLst>
          </p:cNvPr>
          <p:cNvSpPr/>
          <p:nvPr/>
        </p:nvSpPr>
        <p:spPr>
          <a:xfrm>
            <a:off x="7405916" y="2912353"/>
            <a:ext cx="1051813" cy="1845221"/>
          </a:xfrm>
          <a:prstGeom prst="rect">
            <a:avLst/>
          </a:prstGeom>
          <a:solidFill>
            <a:srgbClr val="ED017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017D"/>
              </a:solidFill>
            </a:endParaRPr>
          </a:p>
        </p:txBody>
      </p:sp>
      <p:sp>
        <p:nvSpPr>
          <p:cNvPr id="24" name="Textfeld 98">
            <a:extLst>
              <a:ext uri="{FF2B5EF4-FFF2-40B4-BE49-F238E27FC236}">
                <a16:creationId xmlns:a16="http://schemas.microsoft.com/office/drawing/2014/main" id="{4B931FC6-22EB-2CA1-1164-23AE18C64E7E}"/>
              </a:ext>
            </a:extLst>
          </p:cNvPr>
          <p:cNvSpPr txBox="1"/>
          <p:nvPr/>
        </p:nvSpPr>
        <p:spPr>
          <a:xfrm>
            <a:off x="6774822" y="5191785"/>
            <a:ext cx="2334870" cy="707886"/>
          </a:xfrm>
          <a:prstGeom prst="rect">
            <a:avLst/>
          </a:prstGeom>
          <a:noFill/>
        </p:spPr>
        <p:txBody>
          <a:bodyPr wrap="none" rtlCol="0">
            <a:spAutoFit/>
          </a:bodyPr>
          <a:lstStyle/>
          <a:p>
            <a:pPr algn="ctr"/>
            <a:r>
              <a:rPr lang="en-US" sz="4000" b="1" dirty="0">
                <a:solidFill>
                  <a:srgbClr val="ED017D"/>
                </a:solidFill>
                <a:latin typeface="Calibri" panose="020F0502020204030204" pitchFamily="34" charset="0"/>
                <a:cs typeface="Calibri" panose="020F0502020204030204" pitchFamily="34" charset="0"/>
              </a:rPr>
              <a:t>Relational</a:t>
            </a:r>
          </a:p>
        </p:txBody>
      </p:sp>
      <p:sp>
        <p:nvSpPr>
          <p:cNvPr id="58" name="!!Rectangle 57">
            <a:extLst>
              <a:ext uri="{FF2B5EF4-FFF2-40B4-BE49-F238E27FC236}">
                <a16:creationId xmlns:a16="http://schemas.microsoft.com/office/drawing/2014/main" id="{93377348-2633-D4C0-6820-BD057FA938EE}"/>
              </a:ext>
            </a:extLst>
          </p:cNvPr>
          <p:cNvSpPr/>
          <p:nvPr/>
        </p:nvSpPr>
        <p:spPr>
          <a:xfrm rot="5400000" flipV="1">
            <a:off x="7734910" y="4982181"/>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5" name="!!Rectangle 44">
            <a:extLst>
              <a:ext uri="{FF2B5EF4-FFF2-40B4-BE49-F238E27FC236}">
                <a16:creationId xmlns:a16="http://schemas.microsoft.com/office/drawing/2014/main" id="{953FF378-50C5-6F1C-C422-5B3D04B501D5}"/>
              </a:ext>
            </a:extLst>
          </p:cNvPr>
          <p:cNvSpPr/>
          <p:nvPr/>
        </p:nvSpPr>
        <p:spPr>
          <a:xfrm>
            <a:off x="3985764" y="4753296"/>
            <a:ext cx="5364000" cy="181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Rechteck 96">
            <a:extLst>
              <a:ext uri="{FF2B5EF4-FFF2-40B4-BE49-F238E27FC236}">
                <a16:creationId xmlns:a16="http://schemas.microsoft.com/office/drawing/2014/main" id="{53C32096-2B52-AE60-BCEC-CA56A4F6BAB2}"/>
              </a:ext>
            </a:extLst>
          </p:cNvPr>
          <p:cNvSpPr/>
          <p:nvPr/>
        </p:nvSpPr>
        <p:spPr>
          <a:xfrm>
            <a:off x="4777753" y="3729660"/>
            <a:ext cx="1051812" cy="1021799"/>
          </a:xfrm>
          <a:prstGeom prst="rect">
            <a:avLst/>
          </a:prstGeom>
          <a:solidFill>
            <a:schemeClr val="bg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feld 97">
            <a:extLst>
              <a:ext uri="{FF2B5EF4-FFF2-40B4-BE49-F238E27FC236}">
                <a16:creationId xmlns:a16="http://schemas.microsoft.com/office/drawing/2014/main" id="{AEDB8E17-1DA1-710B-C8A1-A6622543CAB6}"/>
              </a:ext>
            </a:extLst>
          </p:cNvPr>
          <p:cNvSpPr txBox="1"/>
          <p:nvPr/>
        </p:nvSpPr>
        <p:spPr>
          <a:xfrm rot="16200000">
            <a:off x="2430172" y="2411926"/>
            <a:ext cx="1787605" cy="861774"/>
          </a:xfrm>
          <a:prstGeom prst="rect">
            <a:avLst/>
          </a:prstGeom>
          <a:noFill/>
        </p:spPr>
        <p:txBody>
          <a:bodyPr wrap="none" rtlCol="0">
            <a:spAutoFit/>
          </a:bodyPr>
          <a:lstStyle/>
          <a:p>
            <a:pPr algn="ctr"/>
            <a:r>
              <a:rPr lang="en-US" sz="5000" b="1" dirty="0">
                <a:solidFill>
                  <a:schemeClr val="bg1"/>
                </a:solidFill>
                <a:latin typeface="Calibri" panose="020F0502020204030204" pitchFamily="34" charset="0"/>
                <a:cs typeface="Calibri" panose="020F0502020204030204" pitchFamily="34" charset="0"/>
              </a:rPr>
              <a:t>P(Yes)</a:t>
            </a:r>
          </a:p>
        </p:txBody>
      </p:sp>
      <p:sp>
        <p:nvSpPr>
          <p:cNvPr id="44" name="Down Arrow 43">
            <a:extLst>
              <a:ext uri="{FF2B5EF4-FFF2-40B4-BE49-F238E27FC236}">
                <a16:creationId xmlns:a16="http://schemas.microsoft.com/office/drawing/2014/main" id="{838120DC-675A-F42A-C187-6A69738E08D5}"/>
              </a:ext>
            </a:extLst>
          </p:cNvPr>
          <p:cNvSpPr/>
          <p:nvPr/>
        </p:nvSpPr>
        <p:spPr>
          <a:xfrm rot="10800000">
            <a:off x="3937262" y="836224"/>
            <a:ext cx="223888" cy="3915235"/>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6" name="!!Rectangle 55">
            <a:extLst>
              <a:ext uri="{FF2B5EF4-FFF2-40B4-BE49-F238E27FC236}">
                <a16:creationId xmlns:a16="http://schemas.microsoft.com/office/drawing/2014/main" id="{0763FB00-3329-24DA-7372-0133CE364BDB}"/>
              </a:ext>
            </a:extLst>
          </p:cNvPr>
          <p:cNvSpPr/>
          <p:nvPr/>
        </p:nvSpPr>
        <p:spPr>
          <a:xfrm rot="5400000" flipV="1">
            <a:off x="5098766" y="4979228"/>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9" name="Textfeld 98">
            <a:extLst>
              <a:ext uri="{FF2B5EF4-FFF2-40B4-BE49-F238E27FC236}">
                <a16:creationId xmlns:a16="http://schemas.microsoft.com/office/drawing/2014/main" id="{04BA8F24-CAC3-076B-37BF-5D97281242B1}"/>
              </a:ext>
            </a:extLst>
          </p:cNvPr>
          <p:cNvSpPr txBox="1"/>
          <p:nvPr/>
        </p:nvSpPr>
        <p:spPr>
          <a:xfrm>
            <a:off x="4705080" y="5191785"/>
            <a:ext cx="1188146" cy="707886"/>
          </a:xfrm>
          <a:prstGeom prst="rect">
            <a:avLst/>
          </a:prstGeom>
          <a:noFill/>
        </p:spPr>
        <p:txBody>
          <a:bodyPr wrap="none" rtlCol="0">
            <a:spAutoFit/>
          </a:bodyPr>
          <a:lstStyle/>
          <a:p>
            <a:pPr algn="ctr"/>
            <a:r>
              <a:rPr lang="en-US" sz="4000" b="1" dirty="0">
                <a:solidFill>
                  <a:schemeClr val="bg1"/>
                </a:solidFill>
                <a:latin typeface="Calibri" panose="020F0502020204030204" pitchFamily="34" charset="0"/>
                <a:cs typeface="Calibri" panose="020F0502020204030204" pitchFamily="34" charset="0"/>
              </a:rPr>
              <a:t>Base</a:t>
            </a:r>
          </a:p>
        </p:txBody>
      </p:sp>
      <p:sp>
        <p:nvSpPr>
          <p:cNvPr id="17" name="Rechteck 96">
            <a:extLst>
              <a:ext uri="{FF2B5EF4-FFF2-40B4-BE49-F238E27FC236}">
                <a16:creationId xmlns:a16="http://schemas.microsoft.com/office/drawing/2014/main" id="{5420E41F-1CE5-0380-9D67-2AA414966F75}"/>
              </a:ext>
            </a:extLst>
          </p:cNvPr>
          <p:cNvSpPr/>
          <p:nvPr/>
        </p:nvSpPr>
        <p:spPr>
          <a:xfrm>
            <a:off x="7405916" y="3732662"/>
            <a:ext cx="1051810" cy="1024912"/>
          </a:xfrm>
          <a:prstGeom prst="rect">
            <a:avLst/>
          </a:prstGeom>
          <a:pattFill prst="wdDnDiag">
            <a:fgClr>
              <a:srgbClr val="AEAEAE"/>
            </a:fgClr>
            <a:bgClr>
              <a:srgbClr val="ED017D"/>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18" name="Straight Arrow Connector 17">
            <a:extLst>
              <a:ext uri="{FF2B5EF4-FFF2-40B4-BE49-F238E27FC236}">
                <a16:creationId xmlns:a16="http://schemas.microsoft.com/office/drawing/2014/main" id="{291C9A86-09DE-8F07-8385-C3E9E1DCCF73}"/>
              </a:ext>
            </a:extLst>
          </p:cNvPr>
          <p:cNvCxnSpPr>
            <a:cxnSpLocks/>
          </p:cNvCxnSpPr>
          <p:nvPr/>
        </p:nvCxnSpPr>
        <p:spPr>
          <a:xfrm flipH="1">
            <a:off x="8630973" y="2917046"/>
            <a:ext cx="4974" cy="786917"/>
          </a:xfrm>
          <a:prstGeom prst="straightConnector1">
            <a:avLst/>
          </a:prstGeom>
          <a:ln w="63500">
            <a:solidFill>
              <a:srgbClr val="F6C96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19" name="Textfeld 98">
            <a:extLst>
              <a:ext uri="{FF2B5EF4-FFF2-40B4-BE49-F238E27FC236}">
                <a16:creationId xmlns:a16="http://schemas.microsoft.com/office/drawing/2014/main" id="{E8AB124F-BE39-422F-80EA-0152CB2DBDA0}"/>
              </a:ext>
            </a:extLst>
          </p:cNvPr>
          <p:cNvSpPr txBox="1"/>
          <p:nvPr/>
        </p:nvSpPr>
        <p:spPr>
          <a:xfrm>
            <a:off x="8809191" y="2459504"/>
            <a:ext cx="2608599" cy="1938992"/>
          </a:xfrm>
          <a:prstGeom prst="rect">
            <a:avLst/>
          </a:prstGeom>
          <a:noFill/>
        </p:spPr>
        <p:txBody>
          <a:bodyPr wrap="none" rtlCol="0">
            <a:spAutoFit/>
          </a:bodyPr>
          <a:lstStyle/>
          <a:p>
            <a:pPr algn="ctr"/>
            <a:r>
              <a:rPr lang="en-US" sz="4000" b="1" dirty="0">
                <a:solidFill>
                  <a:srgbClr val="F6C96B"/>
                </a:solidFill>
                <a:latin typeface="Calibri" panose="020F0502020204030204" pitchFamily="34" charset="0"/>
                <a:cs typeface="Calibri" panose="020F0502020204030204" pitchFamily="34" charset="0"/>
              </a:rPr>
              <a:t>Contextual </a:t>
            </a:r>
          </a:p>
          <a:p>
            <a:pPr algn="ctr"/>
            <a:r>
              <a:rPr lang="en-US" sz="4000" b="1" dirty="0">
                <a:solidFill>
                  <a:srgbClr val="F6C96B"/>
                </a:solidFill>
                <a:latin typeface="Calibri" panose="020F0502020204030204" pitchFamily="34" charset="0"/>
                <a:cs typeface="Calibri" panose="020F0502020204030204" pitchFamily="34" charset="0"/>
              </a:rPr>
              <a:t>Preference</a:t>
            </a:r>
          </a:p>
          <a:p>
            <a:pPr algn="ctr"/>
            <a:r>
              <a:rPr lang="en-US" sz="4000" b="1" dirty="0">
                <a:solidFill>
                  <a:srgbClr val="F6C96B"/>
                </a:solidFill>
                <a:latin typeface="Calibri" panose="020F0502020204030204" pitchFamily="34" charset="0"/>
                <a:cs typeface="Calibri" panose="020F0502020204030204" pitchFamily="34" charset="0"/>
              </a:rPr>
              <a:t>Shift</a:t>
            </a:r>
          </a:p>
        </p:txBody>
      </p:sp>
      <p:grpSp>
        <p:nvGrpSpPr>
          <p:cNvPr id="21" name="Group 20">
            <a:extLst>
              <a:ext uri="{FF2B5EF4-FFF2-40B4-BE49-F238E27FC236}">
                <a16:creationId xmlns:a16="http://schemas.microsoft.com/office/drawing/2014/main" id="{68E3F221-5152-AEBC-2FA5-5E8C94342B21}"/>
              </a:ext>
            </a:extLst>
          </p:cNvPr>
          <p:cNvGrpSpPr/>
          <p:nvPr/>
        </p:nvGrpSpPr>
        <p:grpSpPr>
          <a:xfrm>
            <a:off x="151031" y="202726"/>
            <a:ext cx="2362404" cy="1597177"/>
            <a:chOff x="2285378" y="2462941"/>
            <a:chExt cx="1463685" cy="989570"/>
          </a:xfrm>
        </p:grpSpPr>
        <p:pic>
          <p:nvPicPr>
            <p:cNvPr id="25" name="Picture 24">
              <a:extLst>
                <a:ext uri="{FF2B5EF4-FFF2-40B4-BE49-F238E27FC236}">
                  <a16:creationId xmlns:a16="http://schemas.microsoft.com/office/drawing/2014/main" id="{199B3E0E-D3AD-3B79-66C6-A0FF3FF658C9}"/>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46" name="Picture 45">
              <a:extLst>
                <a:ext uri="{FF2B5EF4-FFF2-40B4-BE49-F238E27FC236}">
                  <a16:creationId xmlns:a16="http://schemas.microsoft.com/office/drawing/2014/main" id="{6710CD0E-14FB-5E4C-534B-1DC5AD0B83FE}"/>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47" name="Picture 46">
              <a:extLst>
                <a:ext uri="{FF2B5EF4-FFF2-40B4-BE49-F238E27FC236}">
                  <a16:creationId xmlns:a16="http://schemas.microsoft.com/office/drawing/2014/main" id="{69BF334D-BF6C-91B0-F7A5-33912FBBCADD}"/>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48" name="Grafik 99">
              <a:extLst>
                <a:ext uri="{FF2B5EF4-FFF2-40B4-BE49-F238E27FC236}">
                  <a16:creationId xmlns:a16="http://schemas.microsoft.com/office/drawing/2014/main" id="{5B8DE3AB-D427-D6A1-F373-5CF1A778BE48}"/>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49" name="Picture 48">
              <a:extLst>
                <a:ext uri="{FF2B5EF4-FFF2-40B4-BE49-F238E27FC236}">
                  <a16:creationId xmlns:a16="http://schemas.microsoft.com/office/drawing/2014/main" id="{887FD1E8-290A-B8B6-B79A-492C73E84840}"/>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50" name="Picture 49">
              <a:extLst>
                <a:ext uri="{FF2B5EF4-FFF2-40B4-BE49-F238E27FC236}">
                  <a16:creationId xmlns:a16="http://schemas.microsoft.com/office/drawing/2014/main" id="{5B4F8155-20FB-FBFB-D044-5CC14D652C54}"/>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51" name="Picture 50">
              <a:extLst>
                <a:ext uri="{FF2B5EF4-FFF2-40B4-BE49-F238E27FC236}">
                  <a16:creationId xmlns:a16="http://schemas.microsoft.com/office/drawing/2014/main" id="{6990FE23-D38C-745D-9584-55F88768912A}"/>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52" name="Picture 51">
              <a:extLst>
                <a:ext uri="{FF2B5EF4-FFF2-40B4-BE49-F238E27FC236}">
                  <a16:creationId xmlns:a16="http://schemas.microsoft.com/office/drawing/2014/main" id="{20A17B5B-F952-E07D-0F8C-A25861139A49}"/>
                </a:ext>
              </a:extLst>
            </p:cNvPr>
            <p:cNvPicPr>
              <a:picLocks noChangeAspect="1"/>
            </p:cNvPicPr>
            <p:nvPr/>
          </p:nvPicPr>
          <p:blipFill>
            <a:blip r:embed="rId10"/>
            <a:stretch>
              <a:fillRect/>
            </a:stretch>
          </p:blipFill>
          <p:spPr>
            <a:xfrm>
              <a:off x="2844532" y="2912511"/>
              <a:ext cx="540000" cy="540000"/>
            </a:xfrm>
            <a:prstGeom prst="rect">
              <a:avLst/>
            </a:prstGeom>
          </p:spPr>
        </p:pic>
      </p:grpSp>
      <p:grpSp>
        <p:nvGrpSpPr>
          <p:cNvPr id="53" name="Group 52">
            <a:extLst>
              <a:ext uri="{FF2B5EF4-FFF2-40B4-BE49-F238E27FC236}">
                <a16:creationId xmlns:a16="http://schemas.microsoft.com/office/drawing/2014/main" id="{C018FCC6-CBA7-902D-AF60-17CF67701E2E}"/>
              </a:ext>
            </a:extLst>
          </p:cNvPr>
          <p:cNvGrpSpPr/>
          <p:nvPr/>
        </p:nvGrpSpPr>
        <p:grpSpPr>
          <a:xfrm>
            <a:off x="105475" y="70281"/>
            <a:ext cx="2644070" cy="1787606"/>
            <a:chOff x="2285378" y="2462941"/>
            <a:chExt cx="1463685" cy="989570"/>
          </a:xfrm>
        </p:grpSpPr>
        <p:pic>
          <p:nvPicPr>
            <p:cNvPr id="57" name="Picture 56">
              <a:extLst>
                <a:ext uri="{FF2B5EF4-FFF2-40B4-BE49-F238E27FC236}">
                  <a16:creationId xmlns:a16="http://schemas.microsoft.com/office/drawing/2014/main" id="{5FCD257B-C9A4-24E8-C082-DD7D7A41CB0A}"/>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60" name="Picture 59">
              <a:extLst>
                <a:ext uri="{FF2B5EF4-FFF2-40B4-BE49-F238E27FC236}">
                  <a16:creationId xmlns:a16="http://schemas.microsoft.com/office/drawing/2014/main" id="{7730E6FC-DEEE-3C43-832E-FF00868B3354}"/>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61" name="Picture 60">
              <a:extLst>
                <a:ext uri="{FF2B5EF4-FFF2-40B4-BE49-F238E27FC236}">
                  <a16:creationId xmlns:a16="http://schemas.microsoft.com/office/drawing/2014/main" id="{CCD3B0F3-12FE-DE0C-611E-0500C6B5DF23}"/>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62" name="Grafik 99">
              <a:extLst>
                <a:ext uri="{FF2B5EF4-FFF2-40B4-BE49-F238E27FC236}">
                  <a16:creationId xmlns:a16="http://schemas.microsoft.com/office/drawing/2014/main" id="{BECFB77E-B365-DD5B-2F81-CC4B48F5B58D}"/>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63" name="Picture 62">
              <a:extLst>
                <a:ext uri="{FF2B5EF4-FFF2-40B4-BE49-F238E27FC236}">
                  <a16:creationId xmlns:a16="http://schemas.microsoft.com/office/drawing/2014/main" id="{7D77A5E9-5D3E-4572-DD14-416AE6CC3087}"/>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64" name="Picture 63">
              <a:extLst>
                <a:ext uri="{FF2B5EF4-FFF2-40B4-BE49-F238E27FC236}">
                  <a16:creationId xmlns:a16="http://schemas.microsoft.com/office/drawing/2014/main" id="{D2C9B7FF-773C-A3E5-2029-CDEBFAEB2700}"/>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65" name="Picture 64">
              <a:extLst>
                <a:ext uri="{FF2B5EF4-FFF2-40B4-BE49-F238E27FC236}">
                  <a16:creationId xmlns:a16="http://schemas.microsoft.com/office/drawing/2014/main" id="{FAE450A4-7AA2-9647-601B-491F8E8240BC}"/>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66" name="Picture 65">
              <a:extLst>
                <a:ext uri="{FF2B5EF4-FFF2-40B4-BE49-F238E27FC236}">
                  <a16:creationId xmlns:a16="http://schemas.microsoft.com/office/drawing/2014/main" id="{2B4E9915-DDEA-46D6-6693-5DE32569D0AB}"/>
                </a:ext>
              </a:extLst>
            </p:cNvPr>
            <p:cNvPicPr>
              <a:picLocks noChangeAspect="1"/>
            </p:cNvPicPr>
            <p:nvPr/>
          </p:nvPicPr>
          <p:blipFill>
            <a:blip r:embed="rId10"/>
            <a:stretch>
              <a:fillRect/>
            </a:stretch>
          </p:blipFill>
          <p:spPr>
            <a:xfrm>
              <a:off x="2844532" y="2912511"/>
              <a:ext cx="540000" cy="540000"/>
            </a:xfrm>
            <a:prstGeom prst="rect">
              <a:avLst/>
            </a:prstGeom>
          </p:spPr>
        </p:pic>
      </p:grpSp>
      <p:sp>
        <p:nvSpPr>
          <p:cNvPr id="2" name="!!Rectangle 53">
            <a:extLst>
              <a:ext uri="{FF2B5EF4-FFF2-40B4-BE49-F238E27FC236}">
                <a16:creationId xmlns:a16="http://schemas.microsoft.com/office/drawing/2014/main" id="{0492DB31-3F0F-AF63-CD1D-50F2B84DFE44}"/>
              </a:ext>
            </a:extLst>
          </p:cNvPr>
          <p:cNvSpPr/>
          <p:nvPr/>
        </p:nvSpPr>
        <p:spPr>
          <a:xfrm>
            <a:off x="3996434" y="4759213"/>
            <a:ext cx="5353330" cy="17574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 name="Slide Number Placeholder 2">
            <a:extLst>
              <a:ext uri="{FF2B5EF4-FFF2-40B4-BE49-F238E27FC236}">
                <a16:creationId xmlns:a16="http://schemas.microsoft.com/office/drawing/2014/main" id="{EE73BD20-E3FC-F057-2879-75B7A9C0E698}"/>
              </a:ext>
            </a:extLst>
          </p:cNvPr>
          <p:cNvSpPr>
            <a:spLocks noGrp="1"/>
          </p:cNvSpPr>
          <p:nvPr>
            <p:ph type="sldNum" sz="quarter" idx="4"/>
          </p:nvPr>
        </p:nvSpPr>
        <p:spPr/>
        <p:txBody>
          <a:bodyPr/>
          <a:lstStyle/>
          <a:p>
            <a:fld id="{F8325A8C-A62D-5E4B-8AAC-68DD587E4A7D}" type="slidenum">
              <a:rPr lang="de-DE" smtClean="0"/>
              <a:t>5</a:t>
            </a:fld>
            <a:endParaRPr lang="de-DE" dirty="0"/>
          </a:p>
        </p:txBody>
      </p:sp>
    </p:spTree>
    <p:extLst>
      <p:ext uri="{BB962C8B-B14F-4D97-AF65-F5344CB8AC3E}">
        <p14:creationId xmlns:p14="http://schemas.microsoft.com/office/powerpoint/2010/main" val="3426167862"/>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3" presetClass="entr" presetSubtype="10" fill="hold" grpId="0" nodeType="after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linds(horizontal)">
                                      <p:cBhvr>
                                        <p:cTn id="7" dur="500"/>
                                        <p:tgtEl>
                                          <p:spTgt spid="17"/>
                                        </p:tgtEl>
                                      </p:cBhvr>
                                    </p:animEffect>
                                  </p:childTnLst>
                                </p:cTn>
                              </p:par>
                            </p:childTnLst>
                          </p:cTn>
                        </p:par>
                        <p:par>
                          <p:cTn id="8" fill="hold">
                            <p:stCondLst>
                              <p:cond delay="500"/>
                            </p:stCondLst>
                            <p:childTnLst>
                              <p:par>
                                <p:cTn id="9" presetID="16" presetClass="entr" presetSubtype="42" fill="hold"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outHorizontal)">
                                      <p:cBhvr>
                                        <p:cTn id="11" dur="1000"/>
                                        <p:tgtEl>
                                          <p:spTgt spid="18"/>
                                        </p:tgtEl>
                                      </p:cBhvr>
                                    </p:animEffect>
                                  </p:childTnLst>
                                </p:cTn>
                              </p:par>
                            </p:childTnLst>
                          </p:cTn>
                        </p:par>
                        <p:par>
                          <p:cTn id="12" fill="hold">
                            <p:stCondLst>
                              <p:cond delay="1500"/>
                            </p:stCondLst>
                            <p:childTnLst>
                              <p:par>
                                <p:cTn id="13" presetID="16" presetClass="entr" presetSubtype="42" fill="hold" grpId="0" nodeType="after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barn(outHorizontal)">
                                      <p:cBhvr>
                                        <p:cTn id="15" dur="1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033A0774-9B96-20EC-0D21-74544B82BAC0}"/>
            </a:ext>
          </a:extLst>
        </p:cNvPr>
        <p:cNvGrpSpPr/>
        <p:nvPr/>
      </p:nvGrpSpPr>
      <p:grpSpPr>
        <a:xfrm>
          <a:off x="0" y="0"/>
          <a:ext cx="0" cy="0"/>
          <a:chOff x="0" y="0"/>
          <a:chExt cx="0" cy="0"/>
        </a:xfrm>
      </p:grpSpPr>
      <p:grpSp>
        <p:nvGrpSpPr>
          <p:cNvPr id="28" name="Group 27">
            <a:extLst>
              <a:ext uri="{FF2B5EF4-FFF2-40B4-BE49-F238E27FC236}">
                <a16:creationId xmlns:a16="http://schemas.microsoft.com/office/drawing/2014/main" id="{771B6C44-1491-642D-5E96-CE73B57D7B5C}"/>
              </a:ext>
            </a:extLst>
          </p:cNvPr>
          <p:cNvGrpSpPr/>
          <p:nvPr/>
        </p:nvGrpSpPr>
        <p:grpSpPr>
          <a:xfrm>
            <a:off x="4507882" y="264079"/>
            <a:ext cx="3176236" cy="2147393"/>
            <a:chOff x="2285378" y="2462941"/>
            <a:chExt cx="1463685" cy="989570"/>
          </a:xfrm>
        </p:grpSpPr>
        <p:pic>
          <p:nvPicPr>
            <p:cNvPr id="29" name="Picture 28">
              <a:extLst>
                <a:ext uri="{FF2B5EF4-FFF2-40B4-BE49-F238E27FC236}">
                  <a16:creationId xmlns:a16="http://schemas.microsoft.com/office/drawing/2014/main" id="{F30541AA-C27C-F832-1F0B-20919FBF9BBF}"/>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30" name="Picture 29">
              <a:extLst>
                <a:ext uri="{FF2B5EF4-FFF2-40B4-BE49-F238E27FC236}">
                  <a16:creationId xmlns:a16="http://schemas.microsoft.com/office/drawing/2014/main" id="{BB391C1C-E44A-1A68-75FD-29B0E1195BDC}"/>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31" name="Picture 30">
              <a:extLst>
                <a:ext uri="{FF2B5EF4-FFF2-40B4-BE49-F238E27FC236}">
                  <a16:creationId xmlns:a16="http://schemas.microsoft.com/office/drawing/2014/main" id="{8F5078D9-218A-E714-E05A-307D5A7B389A}"/>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32" name="Grafik 99">
              <a:extLst>
                <a:ext uri="{FF2B5EF4-FFF2-40B4-BE49-F238E27FC236}">
                  <a16:creationId xmlns:a16="http://schemas.microsoft.com/office/drawing/2014/main" id="{EB69654E-89F6-71CC-8E45-4431ABCE287C}"/>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33" name="Picture 32">
              <a:extLst>
                <a:ext uri="{FF2B5EF4-FFF2-40B4-BE49-F238E27FC236}">
                  <a16:creationId xmlns:a16="http://schemas.microsoft.com/office/drawing/2014/main" id="{79122256-0E34-20F2-B150-7ECAAAF5D42E}"/>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34" name="Picture 33">
              <a:extLst>
                <a:ext uri="{FF2B5EF4-FFF2-40B4-BE49-F238E27FC236}">
                  <a16:creationId xmlns:a16="http://schemas.microsoft.com/office/drawing/2014/main" id="{FB4C15F6-39D7-03F0-9238-35C74538B0C2}"/>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35" name="Picture 34">
              <a:extLst>
                <a:ext uri="{FF2B5EF4-FFF2-40B4-BE49-F238E27FC236}">
                  <a16:creationId xmlns:a16="http://schemas.microsoft.com/office/drawing/2014/main" id="{66CF8036-5B73-3101-0461-00D60A2F22C3}"/>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36" name="Picture 35">
              <a:extLst>
                <a:ext uri="{FF2B5EF4-FFF2-40B4-BE49-F238E27FC236}">
                  <a16:creationId xmlns:a16="http://schemas.microsoft.com/office/drawing/2014/main" id="{CA757065-A685-A129-D898-BC6F0AD621A3}"/>
                </a:ext>
              </a:extLst>
            </p:cNvPr>
            <p:cNvPicPr>
              <a:picLocks noChangeAspect="1"/>
            </p:cNvPicPr>
            <p:nvPr/>
          </p:nvPicPr>
          <p:blipFill>
            <a:blip r:embed="rId10"/>
            <a:stretch>
              <a:fillRect/>
            </a:stretch>
          </p:blipFill>
          <p:spPr>
            <a:xfrm>
              <a:off x="2844532" y="2912511"/>
              <a:ext cx="540000" cy="540000"/>
            </a:xfrm>
            <a:prstGeom prst="rect">
              <a:avLst/>
            </a:prstGeom>
          </p:spPr>
        </p:pic>
      </p:grpSp>
      <p:sp>
        <p:nvSpPr>
          <p:cNvPr id="37" name="TextBox 36">
            <a:extLst>
              <a:ext uri="{FF2B5EF4-FFF2-40B4-BE49-F238E27FC236}">
                <a16:creationId xmlns:a16="http://schemas.microsoft.com/office/drawing/2014/main" id="{ABAB0EAE-D94F-7725-5C0E-0F0F72706321}"/>
              </a:ext>
            </a:extLst>
          </p:cNvPr>
          <p:cNvSpPr txBox="1"/>
          <p:nvPr/>
        </p:nvSpPr>
        <p:spPr>
          <a:xfrm>
            <a:off x="265888" y="2537072"/>
            <a:ext cx="11660224" cy="1169551"/>
          </a:xfrm>
          <a:prstGeom prst="rect">
            <a:avLst/>
          </a:prstGeom>
          <a:noFill/>
        </p:spPr>
        <p:txBody>
          <a:bodyPr wrap="square" rtlCol="0">
            <a:spAutoFit/>
          </a:bodyPr>
          <a:lstStyle/>
          <a:p>
            <a:pPr algn="ctr"/>
            <a:r>
              <a:rPr lang="en-DE" sz="4000" dirty="0">
                <a:solidFill>
                  <a:schemeClr val="bg1"/>
                </a:solidFill>
                <a:latin typeface="Calibri" panose="020F0502020204030204" pitchFamily="34" charset="0"/>
                <a:cs typeface="Calibri" panose="020F0502020204030204" pitchFamily="34" charset="0"/>
              </a:rPr>
              <a:t>Human moral judgment is </a:t>
            </a:r>
            <a:r>
              <a:rPr lang="en-DE" sz="4000" dirty="0">
                <a:solidFill>
                  <a:srgbClr val="F6C96B"/>
                </a:solidFill>
                <a:latin typeface="Calibri" panose="020F0502020204030204" pitchFamily="34" charset="0"/>
                <a:cs typeface="Calibri" panose="020F0502020204030204" pitchFamily="34" charset="0"/>
              </a:rPr>
              <a:t>sensitive</a:t>
            </a:r>
            <a:r>
              <a:rPr lang="en-DE" sz="4000" dirty="0">
                <a:solidFill>
                  <a:schemeClr val="bg1"/>
                </a:solidFill>
                <a:latin typeface="Calibri" panose="020F0502020204030204" pitchFamily="34" charset="0"/>
                <a:cs typeface="Calibri" panose="020F0502020204030204" pitchFamily="34" charset="0"/>
              </a:rPr>
              <a:t> to </a:t>
            </a:r>
            <a:r>
              <a:rPr lang="en-DE" sz="4000" dirty="0">
                <a:solidFill>
                  <a:srgbClr val="F6C96B"/>
                </a:solidFill>
                <a:latin typeface="Calibri" panose="020F0502020204030204" pitchFamily="34" charset="0"/>
                <a:cs typeface="Calibri" panose="020F0502020204030204" pitchFamily="34" charset="0"/>
              </a:rPr>
              <a:t>context</a:t>
            </a:r>
            <a:r>
              <a:rPr lang="en-DE" sz="4000" dirty="0">
                <a:solidFill>
                  <a:schemeClr val="bg1"/>
                </a:solidFill>
                <a:latin typeface="Calibri" panose="020F0502020204030204" pitchFamily="34" charset="0"/>
                <a:cs typeface="Calibri" panose="020F0502020204030204" pitchFamily="34" charset="0"/>
              </a:rPr>
              <a:t>...</a:t>
            </a:r>
            <a:endParaRPr lang="en-DE" sz="4000" dirty="0">
              <a:solidFill>
                <a:srgbClr val="F6C96B"/>
              </a:solidFill>
              <a:latin typeface="Calibri" panose="020F0502020204030204" pitchFamily="34" charset="0"/>
              <a:cs typeface="Calibri" panose="020F0502020204030204" pitchFamily="34" charset="0"/>
            </a:endParaRPr>
          </a:p>
          <a:p>
            <a:pPr algn="ctr"/>
            <a:endParaRPr lang="en-DE" sz="3000" dirty="0">
              <a:solidFill>
                <a:schemeClr val="bg1"/>
              </a:solidFill>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A6666504-685D-5EF9-F019-8CC0DE4A5DBE}"/>
              </a:ext>
            </a:extLst>
          </p:cNvPr>
          <p:cNvSpPr>
            <a:spLocks noGrp="1"/>
          </p:cNvSpPr>
          <p:nvPr>
            <p:ph type="sldNum" sz="quarter" idx="4"/>
          </p:nvPr>
        </p:nvSpPr>
        <p:spPr/>
        <p:txBody>
          <a:bodyPr/>
          <a:lstStyle/>
          <a:p>
            <a:fld id="{F8325A8C-A62D-5E4B-8AAC-68DD587E4A7D}" type="slidenum">
              <a:rPr lang="de-DE" smtClean="0"/>
              <a:t>6</a:t>
            </a:fld>
            <a:endParaRPr lang="de-DE" dirty="0"/>
          </a:p>
        </p:txBody>
      </p:sp>
    </p:spTree>
    <p:extLst>
      <p:ext uri="{BB962C8B-B14F-4D97-AF65-F5344CB8AC3E}">
        <p14:creationId xmlns:p14="http://schemas.microsoft.com/office/powerpoint/2010/main" val="213541758"/>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8F7032D1-FEEE-1285-F6E4-1A1FA273D3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8BBA96D-344B-E7F3-ED87-B772E9641923}"/>
              </a:ext>
            </a:extLst>
          </p:cNvPr>
          <p:cNvSpPr txBox="1"/>
          <p:nvPr/>
        </p:nvSpPr>
        <p:spPr>
          <a:xfrm>
            <a:off x="265888" y="2537072"/>
            <a:ext cx="11660224" cy="1785104"/>
          </a:xfrm>
          <a:prstGeom prst="rect">
            <a:avLst/>
          </a:prstGeom>
          <a:noFill/>
        </p:spPr>
        <p:txBody>
          <a:bodyPr wrap="square" rtlCol="0">
            <a:spAutoFit/>
          </a:bodyPr>
          <a:lstStyle/>
          <a:p>
            <a:pPr algn="ctr"/>
            <a:r>
              <a:rPr lang="en-DE" sz="4000" dirty="0">
                <a:solidFill>
                  <a:schemeClr val="bg1"/>
                </a:solidFill>
                <a:latin typeface="Calibri" panose="020F0502020204030204" pitchFamily="34" charset="0"/>
                <a:cs typeface="Calibri" panose="020F0502020204030204" pitchFamily="34" charset="0"/>
              </a:rPr>
              <a:t>Human moral judgment is </a:t>
            </a:r>
            <a:r>
              <a:rPr lang="en-DE" sz="4000" dirty="0">
                <a:solidFill>
                  <a:srgbClr val="F6C96B"/>
                </a:solidFill>
                <a:latin typeface="Calibri" panose="020F0502020204030204" pitchFamily="34" charset="0"/>
                <a:cs typeface="Calibri" panose="020F0502020204030204" pitchFamily="34" charset="0"/>
              </a:rPr>
              <a:t>sensitive</a:t>
            </a:r>
            <a:r>
              <a:rPr lang="en-DE" sz="4000" dirty="0">
                <a:solidFill>
                  <a:schemeClr val="bg1"/>
                </a:solidFill>
                <a:latin typeface="Calibri" panose="020F0502020204030204" pitchFamily="34" charset="0"/>
                <a:cs typeface="Calibri" panose="020F0502020204030204" pitchFamily="34" charset="0"/>
              </a:rPr>
              <a:t> to </a:t>
            </a:r>
            <a:r>
              <a:rPr lang="en-DE" sz="4000" dirty="0">
                <a:solidFill>
                  <a:srgbClr val="F6C96B"/>
                </a:solidFill>
                <a:latin typeface="Calibri" panose="020F0502020204030204" pitchFamily="34" charset="0"/>
                <a:cs typeface="Calibri" panose="020F0502020204030204" pitchFamily="34" charset="0"/>
              </a:rPr>
              <a:t>context</a:t>
            </a:r>
            <a:r>
              <a:rPr lang="en-DE" sz="4000" dirty="0">
                <a:solidFill>
                  <a:schemeClr val="bg1"/>
                </a:solidFill>
                <a:latin typeface="Calibri" panose="020F0502020204030204" pitchFamily="34" charset="0"/>
                <a:cs typeface="Calibri" panose="020F0502020204030204" pitchFamily="34" charset="0"/>
              </a:rPr>
              <a:t>...</a:t>
            </a:r>
            <a:endParaRPr lang="en-DE" sz="4000" dirty="0">
              <a:solidFill>
                <a:srgbClr val="F6C96B"/>
              </a:solidFill>
              <a:latin typeface="Calibri" panose="020F0502020204030204" pitchFamily="34" charset="0"/>
              <a:cs typeface="Calibri" panose="020F0502020204030204" pitchFamily="34" charset="0"/>
            </a:endParaRPr>
          </a:p>
          <a:p>
            <a:pPr algn="ctr"/>
            <a:endParaRPr lang="en-DE" sz="3000" dirty="0">
              <a:solidFill>
                <a:schemeClr val="bg1"/>
              </a:solidFill>
              <a:latin typeface="Calibri" panose="020F0502020204030204" pitchFamily="34" charset="0"/>
              <a:cs typeface="Calibri" panose="020F0502020204030204" pitchFamily="34" charset="0"/>
            </a:endParaRPr>
          </a:p>
          <a:p>
            <a:pPr algn="ctr"/>
            <a:r>
              <a:rPr lang="en-US" sz="4000" dirty="0">
                <a:solidFill>
                  <a:schemeClr val="bg1"/>
                </a:solidFill>
                <a:latin typeface="Calibri" panose="020F0502020204030204" pitchFamily="34" charset="0"/>
                <a:cs typeface="Calibri" panose="020F0502020204030204" pitchFamily="34" charset="0"/>
              </a:rPr>
              <a:t>…w</a:t>
            </a:r>
            <a:r>
              <a:rPr lang="en-DE" sz="4000" dirty="0">
                <a:solidFill>
                  <a:schemeClr val="bg1"/>
                </a:solidFill>
                <a:latin typeface="Calibri" panose="020F0502020204030204" pitchFamily="34" charset="0"/>
                <a:cs typeface="Calibri" panose="020F0502020204030204" pitchFamily="34" charset="0"/>
              </a:rPr>
              <a:t>hat about LLMs?</a:t>
            </a:r>
          </a:p>
        </p:txBody>
      </p:sp>
      <p:pic>
        <p:nvPicPr>
          <p:cNvPr id="3" name="Grafik 122">
            <a:extLst>
              <a:ext uri="{FF2B5EF4-FFF2-40B4-BE49-F238E27FC236}">
                <a16:creationId xmlns:a16="http://schemas.microsoft.com/office/drawing/2014/main" id="{572E5C15-40B7-6286-3E6B-0E769713589A}"/>
              </a:ext>
            </a:extLst>
          </p:cNvPr>
          <p:cNvPicPr>
            <a:picLocks noChangeAspect="1"/>
          </p:cNvPicPr>
          <p:nvPr/>
        </p:nvPicPr>
        <p:blipFill>
          <a:blip r:embed="rId3"/>
          <a:stretch>
            <a:fillRect/>
          </a:stretch>
        </p:blipFill>
        <p:spPr>
          <a:xfrm>
            <a:off x="5239817" y="4577840"/>
            <a:ext cx="1778510" cy="1778510"/>
          </a:xfrm>
          <a:prstGeom prst="rect">
            <a:avLst/>
          </a:prstGeom>
        </p:spPr>
      </p:pic>
      <p:grpSp>
        <p:nvGrpSpPr>
          <p:cNvPr id="13" name="Group 12">
            <a:extLst>
              <a:ext uri="{FF2B5EF4-FFF2-40B4-BE49-F238E27FC236}">
                <a16:creationId xmlns:a16="http://schemas.microsoft.com/office/drawing/2014/main" id="{06315BFB-6855-431C-3C00-8B84FF0A056F}"/>
              </a:ext>
            </a:extLst>
          </p:cNvPr>
          <p:cNvGrpSpPr/>
          <p:nvPr/>
        </p:nvGrpSpPr>
        <p:grpSpPr>
          <a:xfrm>
            <a:off x="4507882" y="264079"/>
            <a:ext cx="3176236" cy="2147393"/>
            <a:chOff x="2285378" y="2462941"/>
            <a:chExt cx="1463685" cy="989570"/>
          </a:xfrm>
        </p:grpSpPr>
        <p:pic>
          <p:nvPicPr>
            <p:cNvPr id="14" name="Picture 13">
              <a:extLst>
                <a:ext uri="{FF2B5EF4-FFF2-40B4-BE49-F238E27FC236}">
                  <a16:creationId xmlns:a16="http://schemas.microsoft.com/office/drawing/2014/main" id="{ECF39E58-BA5C-A8EA-6BD5-5FE3918DE959}"/>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F5BE4B1E-4580-6423-3202-E72D56DD0988}"/>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D29834E4-274F-F583-1416-C24DD95A5A38}"/>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655E109A-99BE-649A-FE31-6D343440F100}"/>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0D0ABFEF-C776-CE00-8790-6E86892D40C9}"/>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D97E6E7B-E20E-F741-E248-9722D3D53567}"/>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D3E186AE-2968-FDFD-52A6-8D4396EE0D9A}"/>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F83FF557-9CFE-631D-F0C8-3072E759A774}"/>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4" name="Slide Number Placeholder 3">
            <a:extLst>
              <a:ext uri="{FF2B5EF4-FFF2-40B4-BE49-F238E27FC236}">
                <a16:creationId xmlns:a16="http://schemas.microsoft.com/office/drawing/2014/main" id="{471CFC47-B658-E0C9-B29D-6FD4F45F0587}"/>
              </a:ext>
            </a:extLst>
          </p:cNvPr>
          <p:cNvSpPr>
            <a:spLocks noGrp="1"/>
          </p:cNvSpPr>
          <p:nvPr>
            <p:ph type="sldNum" sz="quarter" idx="4"/>
          </p:nvPr>
        </p:nvSpPr>
        <p:spPr/>
        <p:txBody>
          <a:bodyPr/>
          <a:lstStyle/>
          <a:p>
            <a:fld id="{F8325A8C-A62D-5E4B-8AAC-68DD587E4A7D}" type="slidenum">
              <a:rPr lang="de-DE" smtClean="0"/>
              <a:t>7</a:t>
            </a:fld>
            <a:endParaRPr lang="de-DE" dirty="0"/>
          </a:p>
        </p:txBody>
      </p:sp>
    </p:spTree>
    <p:extLst>
      <p:ext uri="{BB962C8B-B14F-4D97-AF65-F5344CB8AC3E}">
        <p14:creationId xmlns:p14="http://schemas.microsoft.com/office/powerpoint/2010/main" val="36450545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015721B7-ED26-5454-53F6-99550AE953E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D9E2F1-6E68-2CD9-D051-878087337CAE}"/>
              </a:ext>
            </a:extLst>
          </p:cNvPr>
          <p:cNvSpPr txBox="1"/>
          <p:nvPr/>
        </p:nvSpPr>
        <p:spPr>
          <a:xfrm>
            <a:off x="279399" y="3075057"/>
            <a:ext cx="11633200" cy="738664"/>
          </a:xfrm>
          <a:prstGeom prst="rect">
            <a:avLst/>
          </a:prstGeom>
          <a:noFill/>
        </p:spPr>
        <p:txBody>
          <a:bodyPr wrap="square" rtlCol="0">
            <a:spAutoFit/>
          </a:bodyPr>
          <a:lstStyle/>
          <a:p>
            <a:pPr algn="ctr"/>
            <a:r>
              <a:rPr lang="en-US" sz="4200" dirty="0">
                <a:solidFill>
                  <a:schemeClr val="bg1"/>
                </a:solidFill>
                <a:latin typeface="Calibri" panose="020F0502020204030204" pitchFamily="34" charset="0"/>
                <a:cs typeface="Calibri" panose="020F0502020204030204" pitchFamily="34" charset="0"/>
              </a:rPr>
              <a:t>On the </a:t>
            </a:r>
            <a:r>
              <a:rPr lang="en-US" sz="4200" dirty="0">
                <a:solidFill>
                  <a:srgbClr val="F6C96B"/>
                </a:solidFill>
                <a:latin typeface="Calibri" panose="020F0502020204030204" pitchFamily="34" charset="0"/>
                <a:cs typeface="Calibri" panose="020F0502020204030204" pitchFamily="34" charset="0"/>
              </a:rPr>
              <a:t>Context Sensitivity</a:t>
            </a:r>
            <a:r>
              <a:rPr lang="en-US" sz="4200" dirty="0">
                <a:solidFill>
                  <a:schemeClr val="bg1"/>
                </a:solidFill>
                <a:latin typeface="Calibri" panose="020F0502020204030204" pitchFamily="34" charset="0"/>
                <a:cs typeface="Calibri" panose="020F0502020204030204" pitchFamily="34" charset="0"/>
              </a:rPr>
              <a:t> of LLM Moral Judgment</a:t>
            </a:r>
            <a:endParaRPr lang="en-DE" sz="420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6DC1E33-1919-4C84-DB95-2F2AED4CD8EB}"/>
              </a:ext>
            </a:extLst>
          </p:cNvPr>
          <p:cNvSpPr txBox="1"/>
          <p:nvPr/>
        </p:nvSpPr>
        <p:spPr>
          <a:xfrm>
            <a:off x="4683369" y="6375400"/>
            <a:ext cx="2753382" cy="369332"/>
          </a:xfrm>
          <a:prstGeom prst="rect">
            <a:avLst/>
          </a:prstGeom>
          <a:noFill/>
        </p:spPr>
        <p:txBody>
          <a:bodyPr wrap="none" rtlCol="0">
            <a:spAutoFit/>
          </a:bodyPr>
          <a:lstStyle/>
          <a:p>
            <a:r>
              <a:rPr lang="en-DE" dirty="0">
                <a:solidFill>
                  <a:schemeClr val="bg1"/>
                </a:solidFill>
                <a:latin typeface="Calibri" panose="020F0502020204030204" pitchFamily="34" charset="0"/>
                <a:cs typeface="Calibri" panose="020F0502020204030204" pitchFamily="34" charset="0"/>
              </a:rPr>
              <a:t>Sauter and Schirmer (2026)</a:t>
            </a:r>
          </a:p>
        </p:txBody>
      </p:sp>
      <p:sp>
        <p:nvSpPr>
          <p:cNvPr id="3" name="Slide Number Placeholder 2">
            <a:extLst>
              <a:ext uri="{FF2B5EF4-FFF2-40B4-BE49-F238E27FC236}">
                <a16:creationId xmlns:a16="http://schemas.microsoft.com/office/drawing/2014/main" id="{9D9C050C-3339-0A9A-E64B-7CF53C5117D0}"/>
              </a:ext>
            </a:extLst>
          </p:cNvPr>
          <p:cNvSpPr>
            <a:spLocks noGrp="1"/>
          </p:cNvSpPr>
          <p:nvPr>
            <p:ph type="sldNum" sz="quarter" idx="4"/>
          </p:nvPr>
        </p:nvSpPr>
        <p:spPr/>
        <p:txBody>
          <a:bodyPr/>
          <a:lstStyle/>
          <a:p>
            <a:fld id="{F8325A8C-A62D-5E4B-8AAC-68DD587E4A7D}" type="slidenum">
              <a:rPr lang="de-DE" smtClean="0"/>
              <a:t>8</a:t>
            </a:fld>
            <a:endParaRPr lang="de-DE" dirty="0"/>
          </a:p>
        </p:txBody>
      </p:sp>
      <p:pic>
        <p:nvPicPr>
          <p:cNvPr id="5" name="Picture 4">
            <a:extLst>
              <a:ext uri="{FF2B5EF4-FFF2-40B4-BE49-F238E27FC236}">
                <a16:creationId xmlns:a16="http://schemas.microsoft.com/office/drawing/2014/main" id="{94C80293-33AB-9D87-FE22-909FA983A779}"/>
              </a:ext>
            </a:extLst>
          </p:cNvPr>
          <p:cNvPicPr>
            <a:picLocks noChangeAspect="1"/>
          </p:cNvPicPr>
          <p:nvPr/>
        </p:nvPicPr>
        <p:blipFill>
          <a:blip r:embed="rId3"/>
          <a:stretch>
            <a:fillRect/>
          </a:stretch>
        </p:blipFill>
        <p:spPr>
          <a:xfrm>
            <a:off x="8314898" y="-105021"/>
            <a:ext cx="3334603" cy="1440594"/>
          </a:xfrm>
          <a:prstGeom prst="rect">
            <a:avLst/>
          </a:prstGeom>
        </p:spPr>
      </p:pic>
      <p:pic>
        <p:nvPicPr>
          <p:cNvPr id="6" name="Graphic 5">
            <a:extLst>
              <a:ext uri="{FF2B5EF4-FFF2-40B4-BE49-F238E27FC236}">
                <a16:creationId xmlns:a16="http://schemas.microsoft.com/office/drawing/2014/main" id="{1EC1C585-0A5C-E72F-DC4D-6AAE9773C05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653272" y="407323"/>
            <a:ext cx="5406788" cy="415906"/>
          </a:xfrm>
          <a:prstGeom prst="rect">
            <a:avLst/>
          </a:prstGeom>
        </p:spPr>
      </p:pic>
    </p:spTree>
    <p:extLst>
      <p:ext uri="{BB962C8B-B14F-4D97-AF65-F5344CB8AC3E}">
        <p14:creationId xmlns:p14="http://schemas.microsoft.com/office/powerpoint/2010/main" val="4656162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C419FDA7-FE9C-6B8A-1AB0-7C95615EB027}"/>
            </a:ext>
          </a:extLst>
        </p:cNvPr>
        <p:cNvGrpSpPr/>
        <p:nvPr/>
      </p:nvGrpSpPr>
      <p:grpSpPr>
        <a:xfrm>
          <a:off x="0" y="0"/>
          <a:ext cx="0" cy="0"/>
          <a:chOff x="0" y="0"/>
          <a:chExt cx="0" cy="0"/>
        </a:xfrm>
      </p:grpSpPr>
      <p:sp>
        <p:nvSpPr>
          <p:cNvPr id="3" name="Textfeld 66">
            <a:extLst>
              <a:ext uri="{FF2B5EF4-FFF2-40B4-BE49-F238E27FC236}">
                <a16:creationId xmlns:a16="http://schemas.microsoft.com/office/drawing/2014/main" id="{6F106D07-E39E-CB99-3F51-D25E3D9F2D21}"/>
              </a:ext>
            </a:extLst>
          </p:cNvPr>
          <p:cNvSpPr txBox="1"/>
          <p:nvPr/>
        </p:nvSpPr>
        <p:spPr>
          <a:xfrm>
            <a:off x="2995328" y="265618"/>
            <a:ext cx="6201343"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sp>
        <p:nvSpPr>
          <p:cNvPr id="6" name="Textfeld 66">
            <a:extLst>
              <a:ext uri="{FF2B5EF4-FFF2-40B4-BE49-F238E27FC236}">
                <a16:creationId xmlns:a16="http://schemas.microsoft.com/office/drawing/2014/main" id="{3B32053E-73A6-1639-F5EA-0143B9E56064}"/>
              </a:ext>
            </a:extLst>
          </p:cNvPr>
          <p:cNvSpPr txBox="1"/>
          <p:nvPr/>
        </p:nvSpPr>
        <p:spPr>
          <a:xfrm>
            <a:off x="9196671" y="265618"/>
            <a:ext cx="3496645" cy="707886"/>
          </a:xfrm>
          <a:prstGeom prst="rect">
            <a:avLst/>
          </a:prstGeom>
          <a:noFill/>
        </p:spPr>
        <p:txBody>
          <a:bodyPr wrap="square">
            <a:spAutoFit/>
          </a:bodyPr>
          <a:lstStyle/>
          <a:p>
            <a:pPr algn="ctr"/>
            <a:r>
              <a:rPr lang="en-US" sz="2000" dirty="0" err="1">
                <a:solidFill>
                  <a:schemeClr val="bg1"/>
                </a:solidFill>
                <a:latin typeface="Calibri" panose="020F0502020204030204" pitchFamily="34" charset="0"/>
                <a:cs typeface="Calibri" panose="020F0502020204030204" pitchFamily="34" charset="0"/>
              </a:rPr>
              <a:t>MoralChoice</a:t>
            </a:r>
            <a:r>
              <a:rPr lang="en-US" sz="2000" dirty="0">
                <a:solidFill>
                  <a:schemeClr val="bg1"/>
                </a:solidFill>
                <a:latin typeface="Calibri" panose="020F0502020204030204" pitchFamily="34" charset="0"/>
                <a:cs typeface="Calibri" panose="020F0502020204030204" pitchFamily="34" charset="0"/>
              </a:rPr>
              <a:t> [1]</a:t>
            </a:r>
          </a:p>
          <a:p>
            <a:pPr algn="ctr"/>
            <a:r>
              <a:rPr lang="en-US" sz="2000" b="1" dirty="0">
                <a:solidFill>
                  <a:schemeClr val="bg1"/>
                </a:solidFill>
                <a:latin typeface="Calibri" panose="020F0502020204030204" pitchFamily="34" charset="0"/>
                <a:cs typeface="Calibri" panose="020F0502020204030204" pitchFamily="34" charset="0"/>
              </a:rPr>
              <a:t>N = 302</a:t>
            </a:r>
          </a:p>
        </p:txBody>
      </p:sp>
      <p:sp>
        <p:nvSpPr>
          <p:cNvPr id="7" name="TextBox 6">
            <a:extLst>
              <a:ext uri="{FF2B5EF4-FFF2-40B4-BE49-F238E27FC236}">
                <a16:creationId xmlns:a16="http://schemas.microsoft.com/office/drawing/2014/main" id="{D6689A61-2582-659F-D91C-C14C4261EBD0}"/>
              </a:ext>
            </a:extLst>
          </p:cNvPr>
          <p:cNvSpPr txBox="1"/>
          <p:nvPr/>
        </p:nvSpPr>
        <p:spPr>
          <a:xfrm>
            <a:off x="0" y="6609688"/>
            <a:ext cx="8852103" cy="246221"/>
          </a:xfrm>
          <a:prstGeom prst="rect">
            <a:avLst/>
          </a:prstGeom>
          <a:noFill/>
        </p:spPr>
        <p:txBody>
          <a:bodyPr wrap="none" rtlCol="0">
            <a:spAutoFit/>
          </a:bodyPr>
          <a:lstStyle/>
          <a:p>
            <a:r>
              <a:rPr lang="en-DE" sz="1000" dirty="0">
                <a:solidFill>
                  <a:schemeClr val="bg1">
                    <a:lumMod val="75000"/>
                  </a:schemeClr>
                </a:solidFill>
                <a:latin typeface="Calibri" panose="020F0502020204030204" pitchFamily="34" charset="0"/>
                <a:cs typeface="Calibri" panose="020F0502020204030204" pitchFamily="34" charset="0"/>
              </a:rPr>
              <a:t>[1] Scherrer, N., Shi, C., Feder, A., &amp; Blei, D. (2023). Evaluating the moral beliefs encoded in llms. </a:t>
            </a:r>
            <a:r>
              <a:rPr lang="en-DE" sz="1000" i="1" dirty="0">
                <a:solidFill>
                  <a:schemeClr val="bg1">
                    <a:lumMod val="75000"/>
                  </a:schemeClr>
                </a:solidFill>
                <a:latin typeface="Calibri" panose="020F0502020204030204" pitchFamily="34" charset="0"/>
                <a:cs typeface="Calibri" panose="020F0502020204030204" pitchFamily="34" charset="0"/>
              </a:rPr>
              <a:t>Advances in Neural Information Processing Systems</a:t>
            </a:r>
            <a:r>
              <a:rPr lang="en-DE" sz="1000" dirty="0">
                <a:solidFill>
                  <a:schemeClr val="bg1">
                    <a:lumMod val="75000"/>
                  </a:schemeClr>
                </a:solidFill>
                <a:latin typeface="Calibri" panose="020F0502020204030204" pitchFamily="34" charset="0"/>
                <a:cs typeface="Calibri" panose="020F0502020204030204" pitchFamily="34" charset="0"/>
              </a:rPr>
              <a:t>, </a:t>
            </a:r>
            <a:r>
              <a:rPr lang="en-DE" sz="1000" i="1" dirty="0">
                <a:solidFill>
                  <a:schemeClr val="bg1">
                    <a:lumMod val="75000"/>
                  </a:schemeClr>
                </a:solidFill>
                <a:latin typeface="Calibri" panose="020F0502020204030204" pitchFamily="34" charset="0"/>
                <a:cs typeface="Calibri" panose="020F0502020204030204" pitchFamily="34" charset="0"/>
              </a:rPr>
              <a:t>36</a:t>
            </a:r>
            <a:r>
              <a:rPr lang="en-DE" sz="1000" dirty="0">
                <a:solidFill>
                  <a:schemeClr val="bg1">
                    <a:lumMod val="75000"/>
                  </a:schemeClr>
                </a:solidFill>
                <a:latin typeface="Calibri" panose="020F0502020204030204" pitchFamily="34" charset="0"/>
                <a:cs typeface="Calibri" panose="020F0502020204030204" pitchFamily="34" charset="0"/>
              </a:rPr>
              <a:t>, 51778-51809.</a:t>
            </a:r>
          </a:p>
        </p:txBody>
      </p:sp>
      <p:cxnSp>
        <p:nvCxnSpPr>
          <p:cNvPr id="8" name="!!Curved Connector 4">
            <a:extLst>
              <a:ext uri="{FF2B5EF4-FFF2-40B4-BE49-F238E27FC236}">
                <a16:creationId xmlns:a16="http://schemas.microsoft.com/office/drawing/2014/main" id="{1FD2A165-4A68-D566-7C3D-045B092CAE45}"/>
              </a:ext>
            </a:extLst>
          </p:cNvPr>
          <p:cNvCxnSpPr>
            <a:cxnSpLocks/>
          </p:cNvCxnSpPr>
          <p:nvPr/>
        </p:nvCxnSpPr>
        <p:spPr>
          <a:xfrm rot="16200000" flipH="1">
            <a:off x="5915858" y="1153646"/>
            <a:ext cx="360284"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Curved Connector 7">
            <a:extLst>
              <a:ext uri="{FF2B5EF4-FFF2-40B4-BE49-F238E27FC236}">
                <a16:creationId xmlns:a16="http://schemas.microsoft.com/office/drawing/2014/main" id="{A231E3A8-BA20-E074-4932-4DA6355F792E}"/>
              </a:ext>
            </a:extLst>
          </p:cNvPr>
          <p:cNvCxnSpPr>
            <a:cxnSpLocks/>
          </p:cNvCxnSpPr>
          <p:nvPr/>
        </p:nvCxnSpPr>
        <p:spPr>
          <a:xfrm rot="16200000" flipH="1">
            <a:off x="8123753" y="-1054249"/>
            <a:ext cx="360284" cy="441579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urved Connector 8">
            <a:extLst>
              <a:ext uri="{FF2B5EF4-FFF2-40B4-BE49-F238E27FC236}">
                <a16:creationId xmlns:a16="http://schemas.microsoft.com/office/drawing/2014/main" id="{880E131E-A083-CEB8-1BE6-2526ADD8F42F}"/>
              </a:ext>
            </a:extLst>
          </p:cNvPr>
          <p:cNvCxnSpPr>
            <a:cxnSpLocks/>
          </p:cNvCxnSpPr>
          <p:nvPr/>
        </p:nvCxnSpPr>
        <p:spPr>
          <a:xfrm rot="5400000">
            <a:off x="3782302" y="-979910"/>
            <a:ext cx="360284" cy="4267112"/>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1" name="Abgerundetes Rechteck 16">
            <a:extLst>
              <a:ext uri="{FF2B5EF4-FFF2-40B4-BE49-F238E27FC236}">
                <a16:creationId xmlns:a16="http://schemas.microsoft.com/office/drawing/2014/main" id="{4F188E17-B578-E300-1C9A-1DF0AA344FD9}"/>
              </a:ext>
            </a:extLst>
          </p:cNvPr>
          <p:cNvSpPr/>
          <p:nvPr/>
        </p:nvSpPr>
        <p:spPr>
          <a:xfrm>
            <a:off x="4550788" y="3046520"/>
            <a:ext cx="3090421" cy="980100"/>
          </a:xfrm>
          <a:prstGeom prst="roundRect">
            <a:avLst>
              <a:gd name="adj" fmla="val 7963"/>
            </a:avLst>
          </a:prstGeom>
          <a:solidFill>
            <a:schemeClr val="bg1">
              <a:lumMod val="95000"/>
            </a:schemeClr>
          </a:solidFill>
          <a:ln>
            <a:solidFill>
              <a:srgbClr val="F38139"/>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rgbClr val="F38139"/>
                </a:solidFill>
                <a:latin typeface="Times New Roman" panose="02020603050405020304" pitchFamily="18" charset="0"/>
                <a:cs typeface="Times New Roman" panose="02020603050405020304" pitchFamily="18" charset="0"/>
              </a:rPr>
              <a:t>…, who is crying and begging </a:t>
            </a:r>
          </a:p>
          <a:p>
            <a:pPr algn="ctr"/>
            <a:r>
              <a:rPr lang="en-US" sz="1600" b="1" dirty="0">
                <a:solidFill>
                  <a:srgbClr val="F38139"/>
                </a:solidFill>
                <a:latin typeface="Times New Roman" panose="02020603050405020304" pitchFamily="18" charset="0"/>
                <a:cs typeface="Times New Roman" panose="02020603050405020304" pitchFamily="18" charset="0"/>
              </a:rPr>
              <a:t>for relief?</a:t>
            </a: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12" name="Abgerundetes Rechteck 18">
            <a:extLst>
              <a:ext uri="{FF2B5EF4-FFF2-40B4-BE49-F238E27FC236}">
                <a16:creationId xmlns:a16="http://schemas.microsoft.com/office/drawing/2014/main" id="{B180C0EC-5E2D-64D6-25DB-47D4EBD0C800}"/>
              </a:ext>
            </a:extLst>
          </p:cNvPr>
          <p:cNvSpPr/>
          <p:nvPr/>
        </p:nvSpPr>
        <p:spPr>
          <a:xfrm>
            <a:off x="4550789" y="1396904"/>
            <a:ext cx="3090421" cy="977004"/>
          </a:xfrm>
          <a:prstGeom prst="roundRect">
            <a:avLst>
              <a:gd name="adj" fmla="val 24752"/>
            </a:avLst>
          </a:prstGeom>
          <a:solidFill>
            <a:srgbClr val="F38139"/>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500" dirty="0">
              <a:solidFill>
                <a:schemeClr val="tx1"/>
              </a:solidFill>
              <a:latin typeface="Calibri" panose="020F0502020204030204" pitchFamily="34" charset="0"/>
              <a:cs typeface="Calibri" panose="020F0502020204030204" pitchFamily="34" charset="0"/>
            </a:endParaRPr>
          </a:p>
          <a:p>
            <a:pPr algn="ctr"/>
            <a:r>
              <a:rPr lang="en-US" sz="2000" b="1" dirty="0">
                <a:solidFill>
                  <a:schemeClr val="bg1"/>
                </a:solidFill>
                <a:latin typeface="Calibri" panose="020F0502020204030204" pitchFamily="34" charset="0"/>
                <a:cs typeface="Calibri" panose="020F0502020204030204" pitchFamily="34" charset="0"/>
              </a:rPr>
              <a:t>Emotional:</a:t>
            </a:r>
          </a:p>
          <a:p>
            <a:pPr algn="ctr"/>
            <a:r>
              <a:rPr lang="en-US" sz="1500" dirty="0">
                <a:solidFill>
                  <a:schemeClr val="bg1"/>
                </a:solidFill>
                <a:latin typeface="Calibri" panose="020F0502020204030204" pitchFamily="34" charset="0"/>
                <a:cs typeface="Calibri" panose="020F0502020204030204" pitchFamily="34" charset="0"/>
              </a:rPr>
              <a:t>Add vivid affective framing</a:t>
            </a:r>
          </a:p>
          <a:p>
            <a:pPr algn="ctr"/>
            <a:endParaRPr lang="en-US" sz="1500" dirty="0">
              <a:solidFill>
                <a:schemeClr val="tx1"/>
              </a:solidFill>
              <a:latin typeface="Calibri" panose="020F0502020204030204" pitchFamily="34" charset="0"/>
              <a:cs typeface="Calibri" panose="020F0502020204030204" pitchFamily="34" charset="0"/>
            </a:endParaRPr>
          </a:p>
        </p:txBody>
      </p:sp>
      <p:sp>
        <p:nvSpPr>
          <p:cNvPr id="13" name="Abgerundetes Rechteck 20">
            <a:extLst>
              <a:ext uri="{FF2B5EF4-FFF2-40B4-BE49-F238E27FC236}">
                <a16:creationId xmlns:a16="http://schemas.microsoft.com/office/drawing/2014/main" id="{1ED70098-9C5B-4C7A-1121-E0C5FC74FC94}"/>
              </a:ext>
            </a:extLst>
          </p:cNvPr>
          <p:cNvSpPr/>
          <p:nvPr/>
        </p:nvSpPr>
        <p:spPr>
          <a:xfrm>
            <a:off x="283677" y="3046520"/>
            <a:ext cx="3090421" cy="980100"/>
          </a:xfrm>
          <a:prstGeom prst="roundRect">
            <a:avLst>
              <a:gd name="adj" fmla="val 7963"/>
            </a:avLst>
          </a:prstGeom>
          <a:solidFill>
            <a:schemeClr val="bg1">
              <a:lumMod val="95000"/>
            </a:schemeClr>
          </a:solidFill>
          <a:ln>
            <a:solidFill>
              <a:srgbClr val="29AFB4"/>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500" dirty="0">
              <a:solidFill>
                <a:schemeClr val="tx1"/>
              </a:solidFill>
              <a:latin typeface="Times New Roman" panose="02020603050405020304" pitchFamily="18" charset="0"/>
              <a:cs typeface="Times New Roman" panose="02020603050405020304" pitchFamily="18" charset="0"/>
            </a:endParaRPr>
          </a:p>
          <a:p>
            <a:pPr algn="ctr"/>
            <a:r>
              <a:rPr lang="en-US" sz="1600" b="1" dirty="0">
                <a:solidFill>
                  <a:srgbClr val="29AFB4"/>
                </a:solidFill>
                <a:latin typeface="Times New Roman" panose="02020603050405020304" pitchFamily="18" charset="0"/>
                <a:cs typeface="Times New Roman" panose="02020603050405020304" pitchFamily="18" charset="0"/>
              </a:rPr>
              <a:t>…, which could reduce their suffering?</a:t>
            </a:r>
            <a:endParaRPr lang="en-US" sz="1500" dirty="0">
              <a:solidFill>
                <a:schemeClr val="tx1"/>
              </a:solidFill>
              <a:latin typeface="Times New Roman" panose="02020603050405020304" pitchFamily="18" charset="0"/>
              <a:cs typeface="Times New Roman" panose="02020603050405020304" pitchFamily="18" charset="0"/>
            </a:endParaRPr>
          </a:p>
          <a:p>
            <a:pPr algn="ct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14" name="Abgerundetes Rechteck 21">
            <a:extLst>
              <a:ext uri="{FF2B5EF4-FFF2-40B4-BE49-F238E27FC236}">
                <a16:creationId xmlns:a16="http://schemas.microsoft.com/office/drawing/2014/main" id="{B70D4A9F-A167-9F31-6226-11FBC96285B0}"/>
              </a:ext>
            </a:extLst>
          </p:cNvPr>
          <p:cNvSpPr/>
          <p:nvPr/>
        </p:nvSpPr>
        <p:spPr>
          <a:xfrm>
            <a:off x="283677" y="1393809"/>
            <a:ext cx="3090421" cy="980099"/>
          </a:xfrm>
          <a:prstGeom prst="roundRect">
            <a:avLst>
              <a:gd name="adj" fmla="val 24752"/>
            </a:avLst>
          </a:prstGeom>
          <a:solidFill>
            <a:srgbClr val="29AFB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500" dirty="0">
              <a:solidFill>
                <a:schemeClr val="tx1"/>
              </a:solidFill>
              <a:latin typeface="Calibri" panose="020F0502020204030204" pitchFamily="34" charset="0"/>
              <a:cs typeface="Calibri" panose="020F0502020204030204" pitchFamily="34" charset="0"/>
            </a:endParaRPr>
          </a:p>
          <a:p>
            <a:pPr algn="ctr"/>
            <a:r>
              <a:rPr lang="en-US" sz="2000" b="1" dirty="0">
                <a:solidFill>
                  <a:schemeClr val="bg1"/>
                </a:solidFill>
                <a:latin typeface="Calibri" panose="020F0502020204030204" pitchFamily="34" charset="0"/>
                <a:cs typeface="Calibri" panose="020F0502020204030204" pitchFamily="34" charset="0"/>
              </a:rPr>
              <a:t>Consequentialist:</a:t>
            </a:r>
          </a:p>
          <a:p>
            <a:pPr algn="ctr"/>
            <a:r>
              <a:rPr lang="en-US" sz="1500" dirty="0">
                <a:solidFill>
                  <a:schemeClr val="bg1"/>
                </a:solidFill>
                <a:latin typeface="Calibri" panose="020F0502020204030204" pitchFamily="34" charset="0"/>
                <a:cs typeface="Calibri" panose="020F0502020204030204" pitchFamily="34" charset="0"/>
              </a:rPr>
              <a:t>Make positive consequence explicit</a:t>
            </a:r>
          </a:p>
          <a:p>
            <a:pPr algn="ctr"/>
            <a:endParaRPr lang="en-US" sz="1500" dirty="0">
              <a:solidFill>
                <a:schemeClr val="tx1"/>
              </a:solidFill>
              <a:latin typeface="Calibri" panose="020F0502020204030204" pitchFamily="34" charset="0"/>
              <a:cs typeface="Calibri" panose="020F0502020204030204" pitchFamily="34" charset="0"/>
            </a:endParaRPr>
          </a:p>
        </p:txBody>
      </p:sp>
      <p:sp>
        <p:nvSpPr>
          <p:cNvPr id="15" name="Abgerundetes Rechteck 23">
            <a:extLst>
              <a:ext uri="{FF2B5EF4-FFF2-40B4-BE49-F238E27FC236}">
                <a16:creationId xmlns:a16="http://schemas.microsoft.com/office/drawing/2014/main" id="{90868150-AA51-E294-7254-9D2D8065B479}"/>
              </a:ext>
            </a:extLst>
          </p:cNvPr>
          <p:cNvSpPr/>
          <p:nvPr/>
        </p:nvSpPr>
        <p:spPr>
          <a:xfrm>
            <a:off x="8966579" y="3046520"/>
            <a:ext cx="3090421" cy="977004"/>
          </a:xfrm>
          <a:prstGeom prst="roundRect">
            <a:avLst>
              <a:gd name="adj" fmla="val 7963"/>
            </a:avLst>
          </a:prstGeom>
          <a:solidFill>
            <a:schemeClr val="bg1">
              <a:lumMod val="95000"/>
            </a:schemeClr>
          </a:solidFill>
          <a:ln>
            <a:solidFill>
              <a:srgbClr val="EE097D"/>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500" dirty="0">
              <a:solidFill>
                <a:schemeClr val="tx1"/>
              </a:solidFill>
              <a:latin typeface="Times New Roman" panose="02020603050405020304" pitchFamily="18" charset="0"/>
              <a:cs typeface="Times New Roman" panose="02020603050405020304" pitchFamily="18" charset="0"/>
            </a:endParaRPr>
          </a:p>
          <a:p>
            <a:pPr algn="ctr"/>
            <a:r>
              <a:rPr lang="en-US" sz="1600" b="1" dirty="0">
                <a:solidFill>
                  <a:srgbClr val="EE097D"/>
                </a:solidFill>
                <a:latin typeface="Times New Roman" panose="02020603050405020304" pitchFamily="18" charset="0"/>
                <a:cs typeface="Times New Roman" panose="02020603050405020304" pitchFamily="18" charset="0"/>
              </a:rPr>
              <a:t>…, if it was your brother?</a:t>
            </a:r>
            <a:endParaRPr lang="en-US" sz="1500" dirty="0">
              <a:solidFill>
                <a:schemeClr val="tx1"/>
              </a:solidFill>
              <a:latin typeface="Times New Roman" panose="02020603050405020304" pitchFamily="18" charset="0"/>
              <a:cs typeface="Times New Roman" panose="02020603050405020304" pitchFamily="18" charset="0"/>
            </a:endParaRPr>
          </a:p>
          <a:p>
            <a:pPr algn="ctr"/>
            <a:endParaRPr lang="en-US" sz="1500" dirty="0">
              <a:solidFill>
                <a:schemeClr val="tx1"/>
              </a:solidFill>
              <a:latin typeface="Times New Roman" panose="02020603050405020304" pitchFamily="18" charset="0"/>
              <a:cs typeface="Times New Roman" panose="02020603050405020304" pitchFamily="18" charset="0"/>
            </a:endParaRPr>
          </a:p>
        </p:txBody>
      </p:sp>
      <p:sp>
        <p:nvSpPr>
          <p:cNvPr id="20" name="Abgerundetes Rechteck 18">
            <a:extLst>
              <a:ext uri="{FF2B5EF4-FFF2-40B4-BE49-F238E27FC236}">
                <a16:creationId xmlns:a16="http://schemas.microsoft.com/office/drawing/2014/main" id="{D220ACA6-2EBB-01D5-F7C0-6F7FA1EFF329}"/>
              </a:ext>
            </a:extLst>
          </p:cNvPr>
          <p:cNvSpPr/>
          <p:nvPr/>
        </p:nvSpPr>
        <p:spPr>
          <a:xfrm>
            <a:off x="8966579" y="1393809"/>
            <a:ext cx="3090421" cy="977004"/>
          </a:xfrm>
          <a:prstGeom prst="roundRect">
            <a:avLst>
              <a:gd name="adj" fmla="val 24752"/>
            </a:avLst>
          </a:prstGeom>
          <a:solidFill>
            <a:srgbClr val="ED017D"/>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endParaRPr lang="en-US" sz="1500" dirty="0">
              <a:solidFill>
                <a:schemeClr val="tx1"/>
              </a:solidFill>
              <a:latin typeface="Calibri" panose="020F0502020204030204" pitchFamily="34" charset="0"/>
              <a:cs typeface="Calibri" panose="020F0502020204030204" pitchFamily="34" charset="0"/>
            </a:endParaRPr>
          </a:p>
          <a:p>
            <a:pPr algn="ctr"/>
            <a:r>
              <a:rPr lang="en-US" sz="2000" b="1" dirty="0">
                <a:solidFill>
                  <a:schemeClr val="bg1"/>
                </a:solidFill>
                <a:latin typeface="Calibri" panose="020F0502020204030204" pitchFamily="34" charset="0"/>
                <a:cs typeface="Calibri" panose="020F0502020204030204" pitchFamily="34" charset="0"/>
              </a:rPr>
              <a:t>Relational:</a:t>
            </a:r>
          </a:p>
          <a:p>
            <a:pPr algn="ctr"/>
            <a:r>
              <a:rPr lang="en-US" sz="1500" dirty="0">
                <a:solidFill>
                  <a:schemeClr val="bg1"/>
                </a:solidFill>
                <a:latin typeface="Calibri" panose="020F0502020204030204" pitchFamily="34" charset="0"/>
                <a:cs typeface="Calibri" panose="020F0502020204030204" pitchFamily="34" charset="0"/>
              </a:rPr>
              <a:t>Replace affected stranger with close in-group member</a:t>
            </a:r>
          </a:p>
          <a:p>
            <a:pPr algn="ctr"/>
            <a:endParaRPr lang="en-US" sz="1500" dirty="0">
              <a:solidFill>
                <a:schemeClr val="tx1"/>
              </a:solidFill>
              <a:latin typeface="Calibri" panose="020F0502020204030204" pitchFamily="34" charset="0"/>
              <a:cs typeface="Calibri" panose="020F0502020204030204" pitchFamily="34" charset="0"/>
            </a:endParaRPr>
          </a:p>
        </p:txBody>
      </p:sp>
      <p:cxnSp>
        <p:nvCxnSpPr>
          <p:cNvPr id="21" name="!!Curved Connector 4">
            <a:extLst>
              <a:ext uri="{FF2B5EF4-FFF2-40B4-BE49-F238E27FC236}">
                <a16:creationId xmlns:a16="http://schemas.microsoft.com/office/drawing/2014/main" id="{A801C2AA-8ABD-09D5-FB7E-AAA0B6CCAE39}"/>
              </a:ext>
            </a:extLst>
          </p:cNvPr>
          <p:cNvCxnSpPr>
            <a:cxnSpLocks/>
            <a:stCxn id="12" idx="2"/>
            <a:endCxn id="11" idx="0"/>
          </p:cNvCxnSpPr>
          <p:nvPr/>
        </p:nvCxnSpPr>
        <p:spPr>
          <a:xfrm rot="5400000">
            <a:off x="5759694" y="2710214"/>
            <a:ext cx="672612" cy="1"/>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7">
            <a:extLst>
              <a:ext uri="{FF2B5EF4-FFF2-40B4-BE49-F238E27FC236}">
                <a16:creationId xmlns:a16="http://schemas.microsoft.com/office/drawing/2014/main" id="{B4EEA46C-222E-B906-D9D7-9C09D3221EB9}"/>
              </a:ext>
            </a:extLst>
          </p:cNvPr>
          <p:cNvCxnSpPr>
            <a:cxnSpLocks/>
            <a:stCxn id="20" idx="2"/>
            <a:endCxn id="15" idx="0"/>
          </p:cNvCxnSpPr>
          <p:nvPr/>
        </p:nvCxnSpPr>
        <p:spPr>
          <a:xfrm rot="5400000">
            <a:off x="10180287" y="2715016"/>
            <a:ext cx="675707"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urved Connector 8">
            <a:extLst>
              <a:ext uri="{FF2B5EF4-FFF2-40B4-BE49-F238E27FC236}">
                <a16:creationId xmlns:a16="http://schemas.microsoft.com/office/drawing/2014/main" id="{44A6C52D-7925-9A33-D909-160FC053BFF2}"/>
              </a:ext>
            </a:extLst>
          </p:cNvPr>
          <p:cNvCxnSpPr>
            <a:cxnSpLocks/>
            <a:stCxn id="14" idx="2"/>
            <a:endCxn id="13" idx="0"/>
          </p:cNvCxnSpPr>
          <p:nvPr/>
        </p:nvCxnSpPr>
        <p:spPr>
          <a:xfrm rot="5400000">
            <a:off x="1498932" y="2716564"/>
            <a:ext cx="67261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33" name="TextBox 32">
            <a:extLst>
              <a:ext uri="{FF2B5EF4-FFF2-40B4-BE49-F238E27FC236}">
                <a16:creationId xmlns:a16="http://schemas.microsoft.com/office/drawing/2014/main" id="{DFFAF41B-1D41-0F03-14B5-ADC4CD3DBD8F}"/>
              </a:ext>
            </a:extLst>
          </p:cNvPr>
          <p:cNvSpPr txBox="1"/>
          <p:nvPr/>
        </p:nvSpPr>
        <p:spPr>
          <a:xfrm>
            <a:off x="1068102" y="4305588"/>
            <a:ext cx="1521570" cy="553998"/>
          </a:xfrm>
          <a:prstGeom prst="rect">
            <a:avLst/>
          </a:prstGeom>
          <a:noFill/>
        </p:spPr>
        <p:txBody>
          <a:bodyPr wrap="none" rtlCol="0">
            <a:spAutoFit/>
          </a:bodyPr>
          <a:lstStyle/>
          <a:p>
            <a:r>
              <a:rPr lang="en-DE" sz="3000" b="1" dirty="0">
                <a:solidFill>
                  <a:schemeClr val="bg1"/>
                </a:solidFill>
                <a:latin typeface="Calibri" panose="020F0502020204030204" pitchFamily="34" charset="0"/>
                <a:cs typeface="Calibri" panose="020F0502020204030204" pitchFamily="34" charset="0"/>
              </a:rPr>
              <a:t>N</a:t>
            </a:r>
            <a:r>
              <a:rPr lang="en-DE" sz="3000" b="1" baseline="-25000" dirty="0">
                <a:solidFill>
                  <a:srgbClr val="29AFB4"/>
                </a:solidFill>
                <a:latin typeface="Calibri" panose="020F0502020204030204" pitchFamily="34" charset="0"/>
                <a:cs typeface="Calibri" panose="020F0502020204030204" pitchFamily="34" charset="0"/>
              </a:rPr>
              <a:t>C</a:t>
            </a:r>
            <a:r>
              <a:rPr lang="en-DE" sz="3000" b="1" dirty="0">
                <a:solidFill>
                  <a:schemeClr val="bg1"/>
                </a:solidFill>
                <a:latin typeface="Calibri" panose="020F0502020204030204" pitchFamily="34" charset="0"/>
                <a:cs typeface="Calibri" panose="020F0502020204030204" pitchFamily="34" charset="0"/>
              </a:rPr>
              <a:t> = </a:t>
            </a:r>
            <a:r>
              <a:rPr lang="en-US" sz="3000" b="1" dirty="0">
                <a:solidFill>
                  <a:schemeClr val="bg1"/>
                </a:solidFill>
                <a:latin typeface="Calibri" panose="020F0502020204030204" pitchFamily="34" charset="0"/>
                <a:cs typeface="Calibri" panose="020F0502020204030204" pitchFamily="34" charset="0"/>
              </a:rPr>
              <a:t>269</a:t>
            </a:r>
            <a:endParaRPr lang="en-DE" sz="3000" b="1" dirty="0">
              <a:solidFill>
                <a:schemeClr val="bg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2AAEFB27-C2B3-EC4E-B110-9D44FEE39296}"/>
              </a:ext>
            </a:extLst>
          </p:cNvPr>
          <p:cNvSpPr txBox="1"/>
          <p:nvPr/>
        </p:nvSpPr>
        <p:spPr>
          <a:xfrm>
            <a:off x="9762965" y="4305588"/>
            <a:ext cx="1510350" cy="553998"/>
          </a:xfrm>
          <a:prstGeom prst="rect">
            <a:avLst/>
          </a:prstGeom>
          <a:noFill/>
        </p:spPr>
        <p:txBody>
          <a:bodyPr wrap="none" rtlCol="0">
            <a:spAutoFit/>
          </a:bodyPr>
          <a:lstStyle/>
          <a:p>
            <a:r>
              <a:rPr lang="en-DE" sz="3000" b="1" dirty="0">
                <a:solidFill>
                  <a:schemeClr val="bg1"/>
                </a:solidFill>
                <a:latin typeface="Calibri" panose="020F0502020204030204" pitchFamily="34" charset="0"/>
                <a:cs typeface="Calibri" panose="020F0502020204030204" pitchFamily="34" charset="0"/>
              </a:rPr>
              <a:t>N</a:t>
            </a:r>
            <a:r>
              <a:rPr lang="en-DE" sz="3000" b="1" baseline="-25000" dirty="0">
                <a:solidFill>
                  <a:srgbClr val="ED007D"/>
                </a:solidFill>
                <a:latin typeface="Calibri" panose="020F0502020204030204" pitchFamily="34" charset="0"/>
                <a:cs typeface="Calibri" panose="020F0502020204030204" pitchFamily="34" charset="0"/>
              </a:rPr>
              <a:t>E</a:t>
            </a:r>
            <a:r>
              <a:rPr lang="en-DE" sz="3000" b="1" dirty="0">
                <a:solidFill>
                  <a:schemeClr val="bg1"/>
                </a:solidFill>
                <a:latin typeface="Calibri" panose="020F0502020204030204" pitchFamily="34" charset="0"/>
                <a:cs typeface="Calibri" panose="020F0502020204030204" pitchFamily="34" charset="0"/>
              </a:rPr>
              <a:t> = </a:t>
            </a:r>
            <a:r>
              <a:rPr lang="en-US" sz="3000" b="1" dirty="0">
                <a:solidFill>
                  <a:schemeClr val="bg1"/>
                </a:solidFill>
                <a:latin typeface="Calibri" panose="020F0502020204030204" pitchFamily="34" charset="0"/>
                <a:cs typeface="Calibri" panose="020F0502020204030204" pitchFamily="34" charset="0"/>
              </a:rPr>
              <a:t>178</a:t>
            </a:r>
            <a:endParaRPr lang="en-DE" sz="3000" b="1" dirty="0">
              <a:solidFill>
                <a:schemeClr val="bg1"/>
              </a:solidFill>
              <a:latin typeface="Calibri" panose="020F0502020204030204" pitchFamily="34" charset="0"/>
              <a:cs typeface="Calibri" panose="020F0502020204030204" pitchFamily="34" charset="0"/>
            </a:endParaRPr>
          </a:p>
        </p:txBody>
      </p:sp>
      <p:sp>
        <p:nvSpPr>
          <p:cNvPr id="35" name="TextBox 34">
            <a:extLst>
              <a:ext uri="{FF2B5EF4-FFF2-40B4-BE49-F238E27FC236}">
                <a16:creationId xmlns:a16="http://schemas.microsoft.com/office/drawing/2014/main" id="{5CDC4AE2-0AE4-3E04-52C1-80D00849C15A}"/>
              </a:ext>
            </a:extLst>
          </p:cNvPr>
          <p:cNvSpPr txBox="1"/>
          <p:nvPr/>
        </p:nvSpPr>
        <p:spPr>
          <a:xfrm>
            <a:off x="5340823" y="4305588"/>
            <a:ext cx="1510350" cy="553998"/>
          </a:xfrm>
          <a:prstGeom prst="rect">
            <a:avLst/>
          </a:prstGeom>
          <a:noFill/>
        </p:spPr>
        <p:txBody>
          <a:bodyPr wrap="none" rtlCol="0">
            <a:spAutoFit/>
          </a:bodyPr>
          <a:lstStyle/>
          <a:p>
            <a:r>
              <a:rPr lang="en-DE" sz="3000" b="1" dirty="0">
                <a:solidFill>
                  <a:schemeClr val="bg1"/>
                </a:solidFill>
                <a:latin typeface="Calibri" panose="020F0502020204030204" pitchFamily="34" charset="0"/>
                <a:cs typeface="Calibri" panose="020F0502020204030204" pitchFamily="34" charset="0"/>
              </a:rPr>
              <a:t>N</a:t>
            </a:r>
            <a:r>
              <a:rPr lang="en-DE" sz="3000" b="1" baseline="-25000" dirty="0">
                <a:solidFill>
                  <a:srgbClr val="F38139"/>
                </a:solidFill>
                <a:latin typeface="Calibri" panose="020F0502020204030204" pitchFamily="34" charset="0"/>
                <a:cs typeface="Calibri" panose="020F0502020204030204" pitchFamily="34" charset="0"/>
              </a:rPr>
              <a:t>E</a:t>
            </a:r>
            <a:r>
              <a:rPr lang="en-DE" sz="3000" b="1" dirty="0">
                <a:solidFill>
                  <a:schemeClr val="bg1"/>
                </a:solidFill>
                <a:latin typeface="Calibri" panose="020F0502020204030204" pitchFamily="34" charset="0"/>
                <a:cs typeface="Calibri" panose="020F0502020204030204" pitchFamily="34" charset="0"/>
              </a:rPr>
              <a:t> = </a:t>
            </a:r>
            <a:r>
              <a:rPr lang="en-US" sz="3000" b="1" dirty="0">
                <a:solidFill>
                  <a:schemeClr val="bg1"/>
                </a:solidFill>
                <a:latin typeface="Calibri" panose="020F0502020204030204" pitchFamily="34" charset="0"/>
                <a:cs typeface="Calibri" panose="020F0502020204030204" pitchFamily="34" charset="0"/>
              </a:rPr>
              <a:t>138</a:t>
            </a:r>
            <a:endParaRPr lang="en-DE" sz="3000" b="1" dirty="0">
              <a:solidFill>
                <a:schemeClr val="bg1"/>
              </a:solidFill>
              <a:latin typeface="Calibri" panose="020F0502020204030204" pitchFamily="34" charset="0"/>
              <a:cs typeface="Calibri" panose="020F0502020204030204" pitchFamily="34" charset="0"/>
            </a:endParaRPr>
          </a:p>
        </p:txBody>
      </p:sp>
      <p:sp>
        <p:nvSpPr>
          <p:cNvPr id="36" name="Left Brace 35">
            <a:extLst>
              <a:ext uri="{FF2B5EF4-FFF2-40B4-BE49-F238E27FC236}">
                <a16:creationId xmlns:a16="http://schemas.microsoft.com/office/drawing/2014/main" id="{1F2876E8-4CEE-A574-7DB0-2E1C6B44296D}"/>
              </a:ext>
            </a:extLst>
          </p:cNvPr>
          <p:cNvSpPr/>
          <p:nvPr/>
        </p:nvSpPr>
        <p:spPr>
          <a:xfrm rot="16200000">
            <a:off x="5945560" y="-650345"/>
            <a:ext cx="449557" cy="11773323"/>
          </a:xfrm>
          <a:prstGeom prst="leftBrace">
            <a:avLst>
              <a:gd name="adj1" fmla="val 78314"/>
              <a:gd name="adj2" fmla="val 50000"/>
            </a:avLst>
          </a:prstGeom>
          <a:ln w="254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39" name="TextBox 38">
            <a:extLst>
              <a:ext uri="{FF2B5EF4-FFF2-40B4-BE49-F238E27FC236}">
                <a16:creationId xmlns:a16="http://schemas.microsoft.com/office/drawing/2014/main" id="{ED2382F6-D9F2-C08F-CB0F-50116004EDA2}"/>
              </a:ext>
            </a:extLst>
          </p:cNvPr>
          <p:cNvSpPr txBox="1"/>
          <p:nvPr/>
        </p:nvSpPr>
        <p:spPr>
          <a:xfrm>
            <a:off x="2989443" y="5515164"/>
            <a:ext cx="6347860" cy="738664"/>
          </a:xfrm>
          <a:prstGeom prst="rect">
            <a:avLst/>
          </a:prstGeom>
          <a:noFill/>
        </p:spPr>
        <p:txBody>
          <a:bodyPr wrap="square">
            <a:spAutoFit/>
          </a:bodyPr>
          <a:lstStyle/>
          <a:p>
            <a:pPr algn="ctr"/>
            <a:r>
              <a:rPr lang="en-US" sz="4200" dirty="0">
                <a:solidFill>
                  <a:srgbClr val="F6C96B"/>
                </a:solidFill>
                <a:latin typeface="Calibri" panose="020F0502020204030204" pitchFamily="34" charset="0"/>
                <a:cs typeface="Calibri" panose="020F0502020204030204" pitchFamily="34" charset="0"/>
              </a:rPr>
              <a:t>Contextual </a:t>
            </a:r>
            <a:r>
              <a:rPr lang="en-US" sz="4200" dirty="0" err="1">
                <a:solidFill>
                  <a:srgbClr val="F6C96B"/>
                </a:solidFill>
                <a:latin typeface="Calibri" panose="020F0502020204030204" pitchFamily="34" charset="0"/>
                <a:cs typeface="Calibri" panose="020F0502020204030204" pitchFamily="34" charset="0"/>
              </a:rPr>
              <a:t>MoralChoice</a:t>
            </a:r>
            <a:endParaRPr lang="en-DE" dirty="0"/>
          </a:p>
        </p:txBody>
      </p:sp>
      <p:sp>
        <p:nvSpPr>
          <p:cNvPr id="2" name="Slide Number Placeholder 1">
            <a:extLst>
              <a:ext uri="{FF2B5EF4-FFF2-40B4-BE49-F238E27FC236}">
                <a16:creationId xmlns:a16="http://schemas.microsoft.com/office/drawing/2014/main" id="{F4AB1F45-1FAB-786F-51E4-79C2261BFB39}"/>
              </a:ext>
            </a:extLst>
          </p:cNvPr>
          <p:cNvSpPr>
            <a:spLocks noGrp="1"/>
          </p:cNvSpPr>
          <p:nvPr>
            <p:ph type="sldNum" sz="quarter" idx="4"/>
          </p:nvPr>
        </p:nvSpPr>
        <p:spPr/>
        <p:txBody>
          <a:bodyPr/>
          <a:lstStyle/>
          <a:p>
            <a:fld id="{F8325A8C-A62D-5E4B-8AAC-68DD587E4A7D}" type="slidenum">
              <a:rPr lang="de-DE" smtClean="0"/>
              <a:t>9</a:t>
            </a:fld>
            <a:endParaRPr lang="de-DE" dirty="0"/>
          </a:p>
        </p:txBody>
      </p:sp>
    </p:spTree>
    <p:extLst>
      <p:ext uri="{BB962C8B-B14F-4D97-AF65-F5344CB8AC3E}">
        <p14:creationId xmlns:p14="http://schemas.microsoft.com/office/powerpoint/2010/main" val="22484624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34"/>
                                        </p:tgtEl>
                                        <p:attrNameLst>
                                          <p:attrName>style.visibility</p:attrName>
                                        </p:attrNameLst>
                                      </p:cBhvr>
                                      <p:to>
                                        <p:strVal val="visible"/>
                                      </p:to>
                                    </p:set>
                                    <p:animEffect transition="in" filter="fade">
                                      <p:cBhvr>
                                        <p:cTn id="19" dur="500"/>
                                        <p:tgtEl>
                                          <p:spTgt spid="3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1000"/>
                                        <p:tgtEl>
                                          <p:spTgt spid="8"/>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1000"/>
                                        <p:tgtEl>
                                          <p:spTgt spid="11"/>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1000"/>
                                        <p:tgtEl>
                                          <p:spTgt spid="12"/>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1000"/>
                                        <p:tgtEl>
                                          <p:spTgt spid="1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10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childTnLst>
                                </p:cTn>
                              </p:par>
                              <p:par>
                                <p:cTn id="43" presetID="10" presetClass="entr" presetSubtype="0" fill="hold"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fade">
                                      <p:cBhvr>
                                        <p:cTn id="45" dur="1000"/>
                                        <p:tgtEl>
                                          <p:spTgt spid="2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fade">
                                      <p:cBhvr>
                                        <p:cTn id="48" dur="1000"/>
                                        <p:tgtEl>
                                          <p:spTgt spid="3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5"/>
                                        </p:tgtEl>
                                        <p:attrNameLst>
                                          <p:attrName>style.visibility</p:attrName>
                                        </p:attrNameLst>
                                      </p:cBhvr>
                                      <p:to>
                                        <p:strVal val="visible"/>
                                      </p:to>
                                    </p:set>
                                    <p:animEffect transition="in" filter="fade">
                                      <p:cBhvr>
                                        <p:cTn id="51" dur="1000"/>
                                        <p:tgtEl>
                                          <p:spTgt spid="35"/>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6"/>
                                        </p:tgtEl>
                                        <p:attrNameLst>
                                          <p:attrName>style.visibility</p:attrName>
                                        </p:attrNameLst>
                                      </p:cBhvr>
                                      <p:to>
                                        <p:strVal val="visible"/>
                                      </p:to>
                                    </p:set>
                                    <p:animEffect transition="in" filter="fade">
                                      <p:cBhvr>
                                        <p:cTn id="56" dur="1000"/>
                                        <p:tgtEl>
                                          <p:spTgt spid="3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39"/>
                                        </p:tgtEl>
                                        <p:attrNameLst>
                                          <p:attrName>style.visibility</p:attrName>
                                        </p:attrNameLst>
                                      </p:cBhvr>
                                      <p:to>
                                        <p:strVal val="visible"/>
                                      </p:to>
                                    </p:set>
                                    <p:animEffect transition="in" filter="fade">
                                      <p:cBhvr>
                                        <p:cTn id="59" dur="10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3" grpId="0" animBg="1"/>
      <p:bldP spid="14" grpId="0" animBg="1"/>
      <p:bldP spid="15" grpId="0" animBg="1"/>
      <p:bldP spid="20" grpId="0" animBg="1"/>
      <p:bldP spid="33" grpId="0"/>
      <p:bldP spid="34" grpId="0"/>
      <p:bldP spid="35" grpId="0"/>
      <p:bldP spid="36" grpId="0" animBg="1"/>
      <p:bldP spid="39"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919090DE-4904-1F37-672F-DA165ED0C3DD}"/>
            </a:ext>
          </a:extLst>
        </p:cNvPr>
        <p:cNvGrpSpPr/>
        <p:nvPr/>
      </p:nvGrpSpPr>
      <p:grpSpPr>
        <a:xfrm>
          <a:off x="0" y="0"/>
          <a:ext cx="0" cy="0"/>
          <a:chOff x="0" y="0"/>
          <a:chExt cx="0" cy="0"/>
        </a:xfrm>
      </p:grpSpPr>
      <p:sp>
        <p:nvSpPr>
          <p:cNvPr id="39" name="TextBox 38">
            <a:extLst>
              <a:ext uri="{FF2B5EF4-FFF2-40B4-BE49-F238E27FC236}">
                <a16:creationId xmlns:a16="http://schemas.microsoft.com/office/drawing/2014/main" id="{F7DFC61A-5C23-EEE6-E8D7-742E4DF5EE59}"/>
              </a:ext>
            </a:extLst>
          </p:cNvPr>
          <p:cNvSpPr txBox="1"/>
          <p:nvPr/>
        </p:nvSpPr>
        <p:spPr>
          <a:xfrm>
            <a:off x="2922070" y="198097"/>
            <a:ext cx="6347860" cy="738664"/>
          </a:xfrm>
          <a:prstGeom prst="rect">
            <a:avLst/>
          </a:prstGeom>
          <a:noFill/>
        </p:spPr>
        <p:txBody>
          <a:bodyPr wrap="square">
            <a:spAutoFit/>
          </a:bodyPr>
          <a:lstStyle/>
          <a:p>
            <a:pPr algn="ctr"/>
            <a:r>
              <a:rPr lang="en-US" sz="4200" dirty="0">
                <a:solidFill>
                  <a:srgbClr val="F6C96B"/>
                </a:solidFill>
                <a:latin typeface="Calibri" panose="020F0502020204030204" pitchFamily="34" charset="0"/>
                <a:cs typeface="Calibri" panose="020F0502020204030204" pitchFamily="34" charset="0"/>
              </a:rPr>
              <a:t>Contextual </a:t>
            </a:r>
            <a:r>
              <a:rPr lang="en-US" sz="4200" dirty="0" err="1">
                <a:solidFill>
                  <a:srgbClr val="F6C96B"/>
                </a:solidFill>
                <a:latin typeface="Calibri" panose="020F0502020204030204" pitchFamily="34" charset="0"/>
                <a:cs typeface="Calibri" panose="020F0502020204030204" pitchFamily="34" charset="0"/>
              </a:rPr>
              <a:t>MoralChoice</a:t>
            </a:r>
            <a:endParaRPr lang="en-DE" dirty="0"/>
          </a:p>
        </p:txBody>
      </p:sp>
      <p:sp>
        <p:nvSpPr>
          <p:cNvPr id="2" name="Rounded Rectangle 1">
            <a:extLst>
              <a:ext uri="{FF2B5EF4-FFF2-40B4-BE49-F238E27FC236}">
                <a16:creationId xmlns:a16="http://schemas.microsoft.com/office/drawing/2014/main" id="{0862D76B-F127-835E-9AF8-0443AE7F4B7B}"/>
              </a:ext>
            </a:extLst>
          </p:cNvPr>
          <p:cNvSpPr/>
          <p:nvPr/>
        </p:nvSpPr>
        <p:spPr>
          <a:xfrm>
            <a:off x="274903" y="1520712"/>
            <a:ext cx="5582396" cy="1164947"/>
          </a:xfrm>
          <a:custGeom>
            <a:avLst/>
            <a:gdLst>
              <a:gd name="csX0" fmla="*/ 0 w 5582396"/>
              <a:gd name="csY0" fmla="*/ 194162 h 1164947"/>
              <a:gd name="csX1" fmla="*/ 194162 w 5582396"/>
              <a:gd name="csY1" fmla="*/ 0 h 1164947"/>
              <a:gd name="csX2" fmla="*/ 895362 w 5582396"/>
              <a:gd name="csY2" fmla="*/ 0 h 1164947"/>
              <a:gd name="csX3" fmla="*/ 1440739 w 5582396"/>
              <a:gd name="csY3" fmla="*/ 0 h 1164947"/>
              <a:gd name="csX4" fmla="*/ 2141939 w 5582396"/>
              <a:gd name="csY4" fmla="*/ 0 h 1164947"/>
              <a:gd name="csX5" fmla="*/ 2635376 w 5582396"/>
              <a:gd name="csY5" fmla="*/ 0 h 1164947"/>
              <a:gd name="csX6" fmla="*/ 3336576 w 5582396"/>
              <a:gd name="csY6" fmla="*/ 0 h 1164947"/>
              <a:gd name="csX7" fmla="*/ 3881953 w 5582396"/>
              <a:gd name="csY7" fmla="*/ 0 h 1164947"/>
              <a:gd name="csX8" fmla="*/ 4375390 w 5582396"/>
              <a:gd name="csY8" fmla="*/ 0 h 1164947"/>
              <a:gd name="csX9" fmla="*/ 5388234 w 5582396"/>
              <a:gd name="csY9" fmla="*/ 0 h 1164947"/>
              <a:gd name="csX10" fmla="*/ 5582396 w 5582396"/>
              <a:gd name="csY10" fmla="*/ 194162 h 1164947"/>
              <a:gd name="csX11" fmla="*/ 5582396 w 5582396"/>
              <a:gd name="csY11" fmla="*/ 590240 h 1164947"/>
              <a:gd name="csX12" fmla="*/ 5582396 w 5582396"/>
              <a:gd name="csY12" fmla="*/ 970785 h 1164947"/>
              <a:gd name="csX13" fmla="*/ 5388234 w 5582396"/>
              <a:gd name="csY13" fmla="*/ 1164947 h 1164947"/>
              <a:gd name="csX14" fmla="*/ 4894797 w 5582396"/>
              <a:gd name="csY14" fmla="*/ 1164947 h 1164947"/>
              <a:gd name="csX15" fmla="*/ 4141657 w 5582396"/>
              <a:gd name="csY15" fmla="*/ 1164947 h 1164947"/>
              <a:gd name="csX16" fmla="*/ 3492398 w 5582396"/>
              <a:gd name="csY16" fmla="*/ 1164947 h 1164947"/>
              <a:gd name="csX17" fmla="*/ 2739257 w 5582396"/>
              <a:gd name="csY17" fmla="*/ 1164947 h 1164947"/>
              <a:gd name="csX18" fmla="*/ 2038058 w 5582396"/>
              <a:gd name="csY18" fmla="*/ 1164947 h 1164947"/>
              <a:gd name="csX19" fmla="*/ 1440739 w 5582396"/>
              <a:gd name="csY19" fmla="*/ 1164947 h 1164947"/>
              <a:gd name="csX20" fmla="*/ 194162 w 5582396"/>
              <a:gd name="csY20" fmla="*/ 1164947 h 1164947"/>
              <a:gd name="csX21" fmla="*/ 0 w 5582396"/>
              <a:gd name="csY21" fmla="*/ 970785 h 1164947"/>
              <a:gd name="csX22" fmla="*/ 0 w 5582396"/>
              <a:gd name="csY22" fmla="*/ 582474 h 1164947"/>
              <a:gd name="csX23" fmla="*/ 0 w 5582396"/>
              <a:gd name="csY23"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82396" h="1164947" fill="none" extrusionOk="0">
                <a:moveTo>
                  <a:pt x="0" y="194162"/>
                </a:moveTo>
                <a:cubicBezTo>
                  <a:pt x="-4352" y="95665"/>
                  <a:pt x="82935" y="-5299"/>
                  <a:pt x="194162" y="0"/>
                </a:cubicBezTo>
                <a:cubicBezTo>
                  <a:pt x="439957" y="33374"/>
                  <a:pt x="737506" y="-14587"/>
                  <a:pt x="895362" y="0"/>
                </a:cubicBezTo>
                <a:cubicBezTo>
                  <a:pt x="1053218" y="14587"/>
                  <a:pt x="1237423" y="25644"/>
                  <a:pt x="1440739" y="0"/>
                </a:cubicBezTo>
                <a:cubicBezTo>
                  <a:pt x="1644055" y="-25644"/>
                  <a:pt x="1819415" y="17426"/>
                  <a:pt x="2141939" y="0"/>
                </a:cubicBezTo>
                <a:cubicBezTo>
                  <a:pt x="2464463" y="-17426"/>
                  <a:pt x="2426066" y="14554"/>
                  <a:pt x="2635376" y="0"/>
                </a:cubicBezTo>
                <a:cubicBezTo>
                  <a:pt x="2844686" y="-14554"/>
                  <a:pt x="3141643" y="30929"/>
                  <a:pt x="3336576" y="0"/>
                </a:cubicBezTo>
                <a:cubicBezTo>
                  <a:pt x="3531509" y="-30929"/>
                  <a:pt x="3686256" y="17178"/>
                  <a:pt x="3881953" y="0"/>
                </a:cubicBezTo>
                <a:cubicBezTo>
                  <a:pt x="4077650" y="-17178"/>
                  <a:pt x="4193970" y="24242"/>
                  <a:pt x="4375390" y="0"/>
                </a:cubicBezTo>
                <a:cubicBezTo>
                  <a:pt x="4556810" y="-24242"/>
                  <a:pt x="5154949" y="-41446"/>
                  <a:pt x="5388234" y="0"/>
                </a:cubicBezTo>
                <a:cubicBezTo>
                  <a:pt x="5488882" y="24640"/>
                  <a:pt x="5586694" y="88162"/>
                  <a:pt x="5582396" y="194162"/>
                </a:cubicBezTo>
                <a:cubicBezTo>
                  <a:pt x="5598169" y="331745"/>
                  <a:pt x="5574110" y="394676"/>
                  <a:pt x="5582396" y="590240"/>
                </a:cubicBezTo>
                <a:cubicBezTo>
                  <a:pt x="5590682" y="785804"/>
                  <a:pt x="5588056" y="831489"/>
                  <a:pt x="5582396" y="970785"/>
                </a:cubicBezTo>
                <a:cubicBezTo>
                  <a:pt x="5583565" y="1080876"/>
                  <a:pt x="5498283" y="1167732"/>
                  <a:pt x="5388234" y="1164947"/>
                </a:cubicBezTo>
                <a:cubicBezTo>
                  <a:pt x="5230063" y="1144684"/>
                  <a:pt x="5005945" y="1188468"/>
                  <a:pt x="4894797" y="1164947"/>
                </a:cubicBezTo>
                <a:cubicBezTo>
                  <a:pt x="4783649" y="1141426"/>
                  <a:pt x="4419337" y="1163271"/>
                  <a:pt x="4141657" y="1164947"/>
                </a:cubicBezTo>
                <a:cubicBezTo>
                  <a:pt x="3863977" y="1166623"/>
                  <a:pt x="3736587" y="1154997"/>
                  <a:pt x="3492398" y="1164947"/>
                </a:cubicBezTo>
                <a:cubicBezTo>
                  <a:pt x="3248209" y="1174897"/>
                  <a:pt x="3115155" y="1158560"/>
                  <a:pt x="2739257" y="1164947"/>
                </a:cubicBezTo>
                <a:cubicBezTo>
                  <a:pt x="2363359" y="1171334"/>
                  <a:pt x="2377311" y="1186746"/>
                  <a:pt x="2038058" y="1164947"/>
                </a:cubicBezTo>
                <a:cubicBezTo>
                  <a:pt x="1698805" y="1143148"/>
                  <a:pt x="1563055" y="1138591"/>
                  <a:pt x="1440739" y="1164947"/>
                </a:cubicBezTo>
                <a:cubicBezTo>
                  <a:pt x="1318423" y="1191303"/>
                  <a:pt x="651959" y="1152640"/>
                  <a:pt x="194162" y="1164947"/>
                </a:cubicBezTo>
                <a:cubicBezTo>
                  <a:pt x="87207" y="1177619"/>
                  <a:pt x="18755" y="1061189"/>
                  <a:pt x="0" y="970785"/>
                </a:cubicBezTo>
                <a:cubicBezTo>
                  <a:pt x="3957" y="856529"/>
                  <a:pt x="-14449" y="664498"/>
                  <a:pt x="0" y="582474"/>
                </a:cubicBezTo>
                <a:cubicBezTo>
                  <a:pt x="14449" y="500450"/>
                  <a:pt x="-13072" y="320430"/>
                  <a:pt x="0" y="194162"/>
                </a:cubicBezTo>
                <a:close/>
              </a:path>
              <a:path w="5582396" h="1164947" stroke="0" extrusionOk="0">
                <a:moveTo>
                  <a:pt x="0" y="194162"/>
                </a:moveTo>
                <a:cubicBezTo>
                  <a:pt x="-15668" y="77265"/>
                  <a:pt x="77975" y="3361"/>
                  <a:pt x="194162" y="0"/>
                </a:cubicBezTo>
                <a:cubicBezTo>
                  <a:pt x="531068" y="-19114"/>
                  <a:pt x="782858" y="-29564"/>
                  <a:pt x="947302" y="0"/>
                </a:cubicBezTo>
                <a:cubicBezTo>
                  <a:pt x="1111746" y="29564"/>
                  <a:pt x="1324901" y="-14355"/>
                  <a:pt x="1544621" y="0"/>
                </a:cubicBezTo>
                <a:cubicBezTo>
                  <a:pt x="1764341" y="14355"/>
                  <a:pt x="1872206" y="-15337"/>
                  <a:pt x="2089998" y="0"/>
                </a:cubicBezTo>
                <a:cubicBezTo>
                  <a:pt x="2307790" y="15337"/>
                  <a:pt x="2529713" y="-21273"/>
                  <a:pt x="2791198" y="0"/>
                </a:cubicBezTo>
                <a:cubicBezTo>
                  <a:pt x="3052683" y="21273"/>
                  <a:pt x="3113461" y="-24237"/>
                  <a:pt x="3388516" y="0"/>
                </a:cubicBezTo>
                <a:cubicBezTo>
                  <a:pt x="3663571" y="24237"/>
                  <a:pt x="3922382" y="-33980"/>
                  <a:pt x="4141657" y="0"/>
                </a:cubicBezTo>
                <a:cubicBezTo>
                  <a:pt x="4360932" y="33980"/>
                  <a:pt x="4552176" y="2580"/>
                  <a:pt x="4687034" y="0"/>
                </a:cubicBezTo>
                <a:cubicBezTo>
                  <a:pt x="4821892" y="-2580"/>
                  <a:pt x="5213254" y="-9561"/>
                  <a:pt x="5388234" y="0"/>
                </a:cubicBezTo>
                <a:cubicBezTo>
                  <a:pt x="5507138" y="2806"/>
                  <a:pt x="5575005" y="85734"/>
                  <a:pt x="5582396" y="194162"/>
                </a:cubicBezTo>
                <a:cubicBezTo>
                  <a:pt x="5601273" y="310328"/>
                  <a:pt x="5576982" y="468397"/>
                  <a:pt x="5582396" y="582474"/>
                </a:cubicBezTo>
                <a:cubicBezTo>
                  <a:pt x="5587810" y="696551"/>
                  <a:pt x="5597440" y="883894"/>
                  <a:pt x="5582396" y="970785"/>
                </a:cubicBezTo>
                <a:cubicBezTo>
                  <a:pt x="5597420" y="1096422"/>
                  <a:pt x="5510437" y="1151840"/>
                  <a:pt x="5388234" y="1164947"/>
                </a:cubicBezTo>
                <a:cubicBezTo>
                  <a:pt x="5135672" y="1176791"/>
                  <a:pt x="4903140" y="1187531"/>
                  <a:pt x="4738975" y="1164947"/>
                </a:cubicBezTo>
                <a:cubicBezTo>
                  <a:pt x="4574810" y="1142363"/>
                  <a:pt x="4299838" y="1177200"/>
                  <a:pt x="4089716" y="1164947"/>
                </a:cubicBezTo>
                <a:cubicBezTo>
                  <a:pt x="3879594" y="1152694"/>
                  <a:pt x="3561082" y="1175910"/>
                  <a:pt x="3336576" y="1164947"/>
                </a:cubicBezTo>
                <a:cubicBezTo>
                  <a:pt x="3112070" y="1153984"/>
                  <a:pt x="2867845" y="1145923"/>
                  <a:pt x="2687317" y="1164947"/>
                </a:cubicBezTo>
                <a:cubicBezTo>
                  <a:pt x="2506789" y="1183971"/>
                  <a:pt x="2421787" y="1173970"/>
                  <a:pt x="2193880" y="1164947"/>
                </a:cubicBezTo>
                <a:cubicBezTo>
                  <a:pt x="1965973" y="1155924"/>
                  <a:pt x="1824755" y="1164667"/>
                  <a:pt x="1648502" y="1164947"/>
                </a:cubicBezTo>
                <a:cubicBezTo>
                  <a:pt x="1472249" y="1165227"/>
                  <a:pt x="1132944" y="1195876"/>
                  <a:pt x="895362" y="1164947"/>
                </a:cubicBezTo>
                <a:cubicBezTo>
                  <a:pt x="657780" y="1134018"/>
                  <a:pt x="359849" y="1171180"/>
                  <a:pt x="194162" y="1164947"/>
                </a:cubicBezTo>
                <a:cubicBezTo>
                  <a:pt x="96357" y="1183615"/>
                  <a:pt x="-22674" y="1089975"/>
                  <a:pt x="0" y="970785"/>
                </a:cubicBezTo>
                <a:cubicBezTo>
                  <a:pt x="4634" y="824572"/>
                  <a:pt x="11721" y="661268"/>
                  <a:pt x="0" y="574707"/>
                </a:cubicBezTo>
                <a:cubicBezTo>
                  <a:pt x="-11721" y="488146"/>
                  <a:pt x="-778" y="286021"/>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High-ambiguity scenarios</a:t>
            </a:r>
          </a:p>
          <a:p>
            <a:pPr algn="ctr"/>
            <a:r>
              <a:rPr lang="en-US" sz="2200" b="1" dirty="0">
                <a:latin typeface="Calibri" panose="020F0502020204030204" pitchFamily="34" charset="0"/>
                <a:cs typeface="Calibri" panose="020F0502020204030204" pitchFamily="34" charset="0"/>
                <a:sym typeface="Wingdings" pitchFamily="2" charset="2"/>
              </a:rPr>
              <a:t> No clear right/ wrong answer</a:t>
            </a:r>
            <a:endParaRPr lang="en-DE" sz="2200" b="1" dirty="0">
              <a:latin typeface="Calibri" panose="020F0502020204030204" pitchFamily="34" charset="0"/>
              <a:cs typeface="Calibri" panose="020F0502020204030204" pitchFamily="34" charset="0"/>
            </a:endParaRPr>
          </a:p>
        </p:txBody>
      </p:sp>
      <p:sp>
        <p:nvSpPr>
          <p:cNvPr id="4" name="Rounded Rectangle 3">
            <a:extLst>
              <a:ext uri="{FF2B5EF4-FFF2-40B4-BE49-F238E27FC236}">
                <a16:creationId xmlns:a16="http://schemas.microsoft.com/office/drawing/2014/main" id="{26E86244-1A0C-AA99-A2BD-F07B53254AF3}"/>
              </a:ext>
            </a:extLst>
          </p:cNvPr>
          <p:cNvSpPr/>
          <p:nvPr/>
        </p:nvSpPr>
        <p:spPr>
          <a:xfrm>
            <a:off x="6334699" y="2685659"/>
            <a:ext cx="5582396" cy="1164947"/>
          </a:xfrm>
          <a:custGeom>
            <a:avLst/>
            <a:gdLst>
              <a:gd name="csX0" fmla="*/ 0 w 5582396"/>
              <a:gd name="csY0" fmla="*/ 194162 h 1164947"/>
              <a:gd name="csX1" fmla="*/ 194162 w 5582396"/>
              <a:gd name="csY1" fmla="*/ 0 h 1164947"/>
              <a:gd name="csX2" fmla="*/ 687599 w 5582396"/>
              <a:gd name="csY2" fmla="*/ 0 h 1164947"/>
              <a:gd name="csX3" fmla="*/ 1336858 w 5582396"/>
              <a:gd name="csY3" fmla="*/ 0 h 1164947"/>
              <a:gd name="csX4" fmla="*/ 1830295 w 5582396"/>
              <a:gd name="csY4" fmla="*/ 0 h 1164947"/>
              <a:gd name="csX5" fmla="*/ 2479554 w 5582396"/>
              <a:gd name="csY5" fmla="*/ 0 h 1164947"/>
              <a:gd name="csX6" fmla="*/ 3232694 w 5582396"/>
              <a:gd name="csY6" fmla="*/ 0 h 1164947"/>
              <a:gd name="csX7" fmla="*/ 3881953 w 5582396"/>
              <a:gd name="csY7" fmla="*/ 0 h 1164947"/>
              <a:gd name="csX8" fmla="*/ 4375390 w 5582396"/>
              <a:gd name="csY8" fmla="*/ 0 h 1164947"/>
              <a:gd name="csX9" fmla="*/ 5388234 w 5582396"/>
              <a:gd name="csY9" fmla="*/ 0 h 1164947"/>
              <a:gd name="csX10" fmla="*/ 5582396 w 5582396"/>
              <a:gd name="csY10" fmla="*/ 194162 h 1164947"/>
              <a:gd name="csX11" fmla="*/ 5582396 w 5582396"/>
              <a:gd name="csY11" fmla="*/ 598006 h 1164947"/>
              <a:gd name="csX12" fmla="*/ 5582396 w 5582396"/>
              <a:gd name="csY12" fmla="*/ 970785 h 1164947"/>
              <a:gd name="csX13" fmla="*/ 5388234 w 5582396"/>
              <a:gd name="csY13" fmla="*/ 1164947 h 1164947"/>
              <a:gd name="csX14" fmla="*/ 4738975 w 5582396"/>
              <a:gd name="csY14" fmla="*/ 1164947 h 1164947"/>
              <a:gd name="csX15" fmla="*/ 4193597 w 5582396"/>
              <a:gd name="csY15" fmla="*/ 1164947 h 1164947"/>
              <a:gd name="csX16" fmla="*/ 3648220 w 5582396"/>
              <a:gd name="csY16" fmla="*/ 1164947 h 1164947"/>
              <a:gd name="csX17" fmla="*/ 2998961 w 5582396"/>
              <a:gd name="csY17" fmla="*/ 1164947 h 1164947"/>
              <a:gd name="csX18" fmla="*/ 2245820 w 5582396"/>
              <a:gd name="csY18" fmla="*/ 1164947 h 1164947"/>
              <a:gd name="csX19" fmla="*/ 1752384 w 5582396"/>
              <a:gd name="csY19" fmla="*/ 1164947 h 1164947"/>
              <a:gd name="csX20" fmla="*/ 1207006 w 5582396"/>
              <a:gd name="csY20" fmla="*/ 1164947 h 1164947"/>
              <a:gd name="csX21" fmla="*/ 194162 w 5582396"/>
              <a:gd name="csY21" fmla="*/ 1164947 h 1164947"/>
              <a:gd name="csX22" fmla="*/ 0 w 5582396"/>
              <a:gd name="csY22" fmla="*/ 970785 h 1164947"/>
              <a:gd name="csX23" fmla="*/ 0 w 5582396"/>
              <a:gd name="csY23" fmla="*/ 582474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232" y="84523"/>
                  <a:pt x="84995" y="13305"/>
                  <a:pt x="194162" y="0"/>
                </a:cubicBezTo>
                <a:cubicBezTo>
                  <a:pt x="338592" y="-15622"/>
                  <a:pt x="564214" y="-14946"/>
                  <a:pt x="687599" y="0"/>
                </a:cubicBezTo>
                <a:cubicBezTo>
                  <a:pt x="810984" y="14946"/>
                  <a:pt x="1080454" y="-16932"/>
                  <a:pt x="1336858" y="0"/>
                </a:cubicBezTo>
                <a:cubicBezTo>
                  <a:pt x="1593262" y="16932"/>
                  <a:pt x="1610572" y="21420"/>
                  <a:pt x="1830295" y="0"/>
                </a:cubicBezTo>
                <a:cubicBezTo>
                  <a:pt x="2050018" y="-21420"/>
                  <a:pt x="2340211" y="-3742"/>
                  <a:pt x="2479554" y="0"/>
                </a:cubicBezTo>
                <a:cubicBezTo>
                  <a:pt x="2618897" y="3742"/>
                  <a:pt x="3018749" y="-34820"/>
                  <a:pt x="3232694" y="0"/>
                </a:cubicBezTo>
                <a:cubicBezTo>
                  <a:pt x="3446639" y="34820"/>
                  <a:pt x="3632762" y="-28710"/>
                  <a:pt x="3881953" y="0"/>
                </a:cubicBezTo>
                <a:cubicBezTo>
                  <a:pt x="4131144" y="28710"/>
                  <a:pt x="4238299" y="-11034"/>
                  <a:pt x="4375390" y="0"/>
                </a:cubicBezTo>
                <a:cubicBezTo>
                  <a:pt x="4512481" y="11034"/>
                  <a:pt x="5128893" y="1624"/>
                  <a:pt x="5388234" y="0"/>
                </a:cubicBezTo>
                <a:cubicBezTo>
                  <a:pt x="5486843" y="-11228"/>
                  <a:pt x="5593120" y="77934"/>
                  <a:pt x="5582396" y="194162"/>
                </a:cubicBezTo>
                <a:cubicBezTo>
                  <a:pt x="5570348" y="347967"/>
                  <a:pt x="5586142" y="422357"/>
                  <a:pt x="5582396" y="598006"/>
                </a:cubicBezTo>
                <a:cubicBezTo>
                  <a:pt x="5578650" y="773655"/>
                  <a:pt x="5583857" y="839161"/>
                  <a:pt x="5582396" y="970785"/>
                </a:cubicBezTo>
                <a:cubicBezTo>
                  <a:pt x="5577680" y="1062733"/>
                  <a:pt x="5519263" y="1166235"/>
                  <a:pt x="5388234" y="1164947"/>
                </a:cubicBezTo>
                <a:cubicBezTo>
                  <a:pt x="5226419" y="1139685"/>
                  <a:pt x="5024234" y="1158655"/>
                  <a:pt x="4738975" y="1164947"/>
                </a:cubicBezTo>
                <a:cubicBezTo>
                  <a:pt x="4453716" y="1171239"/>
                  <a:pt x="4371076" y="1148930"/>
                  <a:pt x="4193597" y="1164947"/>
                </a:cubicBezTo>
                <a:cubicBezTo>
                  <a:pt x="4016118" y="1180964"/>
                  <a:pt x="3899949" y="1174964"/>
                  <a:pt x="3648220" y="1164947"/>
                </a:cubicBezTo>
                <a:cubicBezTo>
                  <a:pt x="3396491" y="1154930"/>
                  <a:pt x="3170383" y="1196101"/>
                  <a:pt x="2998961" y="1164947"/>
                </a:cubicBezTo>
                <a:cubicBezTo>
                  <a:pt x="2827539" y="1133793"/>
                  <a:pt x="2471269" y="1136000"/>
                  <a:pt x="2245820" y="1164947"/>
                </a:cubicBezTo>
                <a:cubicBezTo>
                  <a:pt x="2020371" y="1193894"/>
                  <a:pt x="1864311" y="1148656"/>
                  <a:pt x="1752384" y="1164947"/>
                </a:cubicBezTo>
                <a:cubicBezTo>
                  <a:pt x="1640457" y="1181238"/>
                  <a:pt x="1408201" y="1152128"/>
                  <a:pt x="1207006" y="1164947"/>
                </a:cubicBezTo>
                <a:cubicBezTo>
                  <a:pt x="1005811" y="1177766"/>
                  <a:pt x="442894" y="1132052"/>
                  <a:pt x="194162" y="1164947"/>
                </a:cubicBezTo>
                <a:cubicBezTo>
                  <a:pt x="74907" y="1187864"/>
                  <a:pt x="2677" y="1077313"/>
                  <a:pt x="0" y="970785"/>
                </a:cubicBezTo>
                <a:cubicBezTo>
                  <a:pt x="-18985" y="864656"/>
                  <a:pt x="-8247" y="719931"/>
                  <a:pt x="0" y="582474"/>
                </a:cubicBezTo>
                <a:cubicBezTo>
                  <a:pt x="8247" y="445017"/>
                  <a:pt x="-10508" y="298083"/>
                  <a:pt x="0" y="194162"/>
                </a:cubicBezTo>
                <a:close/>
              </a:path>
              <a:path w="5582396" h="1164947" stroke="0" extrusionOk="0">
                <a:moveTo>
                  <a:pt x="0" y="194162"/>
                </a:moveTo>
                <a:cubicBezTo>
                  <a:pt x="14742" y="90947"/>
                  <a:pt x="97108" y="21209"/>
                  <a:pt x="194162" y="0"/>
                </a:cubicBezTo>
                <a:cubicBezTo>
                  <a:pt x="358627" y="-34287"/>
                  <a:pt x="771007" y="16881"/>
                  <a:pt x="947302" y="0"/>
                </a:cubicBezTo>
                <a:cubicBezTo>
                  <a:pt x="1123597" y="-16881"/>
                  <a:pt x="1210917" y="-21689"/>
                  <a:pt x="1440739" y="0"/>
                </a:cubicBezTo>
                <a:cubicBezTo>
                  <a:pt x="1670561" y="21689"/>
                  <a:pt x="1828271" y="-18073"/>
                  <a:pt x="2141939" y="0"/>
                </a:cubicBezTo>
                <a:cubicBezTo>
                  <a:pt x="2455607" y="18073"/>
                  <a:pt x="2464652" y="15271"/>
                  <a:pt x="2687317" y="0"/>
                </a:cubicBezTo>
                <a:cubicBezTo>
                  <a:pt x="2909982" y="-15271"/>
                  <a:pt x="3194473" y="34114"/>
                  <a:pt x="3440457" y="0"/>
                </a:cubicBezTo>
                <a:cubicBezTo>
                  <a:pt x="3686441" y="-34114"/>
                  <a:pt x="3994988" y="-31388"/>
                  <a:pt x="4193597" y="0"/>
                </a:cubicBezTo>
                <a:cubicBezTo>
                  <a:pt x="4392206" y="31388"/>
                  <a:pt x="4476690" y="17971"/>
                  <a:pt x="4738975" y="0"/>
                </a:cubicBezTo>
                <a:cubicBezTo>
                  <a:pt x="5001260" y="-17971"/>
                  <a:pt x="5103220" y="-28452"/>
                  <a:pt x="5388234" y="0"/>
                </a:cubicBezTo>
                <a:cubicBezTo>
                  <a:pt x="5489822" y="2094"/>
                  <a:pt x="5583093" y="105805"/>
                  <a:pt x="5582396" y="194162"/>
                </a:cubicBezTo>
                <a:cubicBezTo>
                  <a:pt x="5568664" y="316243"/>
                  <a:pt x="5588549" y="428747"/>
                  <a:pt x="5582396" y="559175"/>
                </a:cubicBezTo>
                <a:cubicBezTo>
                  <a:pt x="5576243" y="689603"/>
                  <a:pt x="5570218" y="885274"/>
                  <a:pt x="5582396" y="970785"/>
                </a:cubicBezTo>
                <a:cubicBezTo>
                  <a:pt x="5566078" y="1073082"/>
                  <a:pt x="5513419" y="1176958"/>
                  <a:pt x="5388234" y="1164947"/>
                </a:cubicBezTo>
                <a:cubicBezTo>
                  <a:pt x="5158163" y="1138693"/>
                  <a:pt x="5030345" y="1135336"/>
                  <a:pt x="4790916" y="1164947"/>
                </a:cubicBezTo>
                <a:cubicBezTo>
                  <a:pt x="4551487" y="1194558"/>
                  <a:pt x="4324203" y="1189699"/>
                  <a:pt x="4141657" y="1164947"/>
                </a:cubicBezTo>
                <a:cubicBezTo>
                  <a:pt x="3959111" y="1140195"/>
                  <a:pt x="3760960" y="1198374"/>
                  <a:pt x="3440457" y="1164947"/>
                </a:cubicBezTo>
                <a:cubicBezTo>
                  <a:pt x="3119954" y="1131520"/>
                  <a:pt x="3058000" y="1161947"/>
                  <a:pt x="2791198" y="1164947"/>
                </a:cubicBezTo>
                <a:cubicBezTo>
                  <a:pt x="2524396" y="1167947"/>
                  <a:pt x="2446575" y="1154989"/>
                  <a:pt x="2193880" y="1164947"/>
                </a:cubicBezTo>
                <a:cubicBezTo>
                  <a:pt x="1941185" y="1174905"/>
                  <a:pt x="1938360" y="1175423"/>
                  <a:pt x="1700443" y="1164947"/>
                </a:cubicBezTo>
                <a:cubicBezTo>
                  <a:pt x="1462526" y="1154471"/>
                  <a:pt x="1226728" y="1178607"/>
                  <a:pt x="1103125" y="1164947"/>
                </a:cubicBezTo>
                <a:cubicBezTo>
                  <a:pt x="979522" y="1151287"/>
                  <a:pt x="453155" y="1174452"/>
                  <a:pt x="194162" y="1164947"/>
                </a:cubicBezTo>
                <a:cubicBezTo>
                  <a:pt x="67655" y="1166891"/>
                  <a:pt x="17641" y="1081826"/>
                  <a:pt x="0" y="970785"/>
                </a:cubicBezTo>
                <a:cubicBezTo>
                  <a:pt x="-18312" y="866439"/>
                  <a:pt x="16926" y="650895"/>
                  <a:pt x="0" y="566941"/>
                </a:cubicBezTo>
                <a:cubicBezTo>
                  <a:pt x="-16926" y="482987"/>
                  <a:pt x="-14565" y="332217"/>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852854689">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Binary answer format</a:t>
            </a:r>
          </a:p>
        </p:txBody>
      </p:sp>
      <p:sp>
        <p:nvSpPr>
          <p:cNvPr id="5" name="Rounded Rectangle 4">
            <a:extLst>
              <a:ext uri="{FF2B5EF4-FFF2-40B4-BE49-F238E27FC236}">
                <a16:creationId xmlns:a16="http://schemas.microsoft.com/office/drawing/2014/main" id="{658D02D4-7CD0-DD48-0EEE-7D294067C26C}"/>
              </a:ext>
            </a:extLst>
          </p:cNvPr>
          <p:cNvSpPr/>
          <p:nvPr/>
        </p:nvSpPr>
        <p:spPr>
          <a:xfrm>
            <a:off x="274903" y="3850606"/>
            <a:ext cx="5582396" cy="1164947"/>
          </a:xfrm>
          <a:custGeom>
            <a:avLst/>
            <a:gdLst>
              <a:gd name="csX0" fmla="*/ 0 w 5582396"/>
              <a:gd name="csY0" fmla="*/ 194162 h 1164947"/>
              <a:gd name="csX1" fmla="*/ 194162 w 5582396"/>
              <a:gd name="csY1" fmla="*/ 0 h 1164947"/>
              <a:gd name="csX2" fmla="*/ 843421 w 5582396"/>
              <a:gd name="csY2" fmla="*/ 0 h 1164947"/>
              <a:gd name="csX3" fmla="*/ 1596561 w 5582396"/>
              <a:gd name="csY3" fmla="*/ 0 h 1164947"/>
              <a:gd name="csX4" fmla="*/ 2089998 w 5582396"/>
              <a:gd name="csY4" fmla="*/ 0 h 1164947"/>
              <a:gd name="csX5" fmla="*/ 2635376 w 5582396"/>
              <a:gd name="csY5" fmla="*/ 0 h 1164947"/>
              <a:gd name="csX6" fmla="*/ 3336576 w 5582396"/>
              <a:gd name="csY6" fmla="*/ 0 h 1164947"/>
              <a:gd name="csX7" fmla="*/ 3830012 w 5582396"/>
              <a:gd name="csY7" fmla="*/ 0 h 1164947"/>
              <a:gd name="csX8" fmla="*/ 4479271 w 5582396"/>
              <a:gd name="csY8" fmla="*/ 0 h 1164947"/>
              <a:gd name="csX9" fmla="*/ 5388234 w 5582396"/>
              <a:gd name="csY9" fmla="*/ 0 h 1164947"/>
              <a:gd name="csX10" fmla="*/ 5582396 w 5582396"/>
              <a:gd name="csY10" fmla="*/ 194162 h 1164947"/>
              <a:gd name="csX11" fmla="*/ 5582396 w 5582396"/>
              <a:gd name="csY11" fmla="*/ 590240 h 1164947"/>
              <a:gd name="csX12" fmla="*/ 5582396 w 5582396"/>
              <a:gd name="csY12" fmla="*/ 970785 h 1164947"/>
              <a:gd name="csX13" fmla="*/ 5388234 w 5582396"/>
              <a:gd name="csY13" fmla="*/ 1164947 h 1164947"/>
              <a:gd name="csX14" fmla="*/ 4790916 w 5582396"/>
              <a:gd name="csY14" fmla="*/ 1164947 h 1164947"/>
              <a:gd name="csX15" fmla="*/ 4193597 w 5582396"/>
              <a:gd name="csY15" fmla="*/ 1164947 h 1164947"/>
              <a:gd name="csX16" fmla="*/ 3544338 w 5582396"/>
              <a:gd name="csY16" fmla="*/ 1164947 h 1164947"/>
              <a:gd name="csX17" fmla="*/ 2947020 w 5582396"/>
              <a:gd name="csY17" fmla="*/ 1164947 h 1164947"/>
              <a:gd name="csX18" fmla="*/ 2297761 w 5582396"/>
              <a:gd name="csY18" fmla="*/ 1164947 h 1164947"/>
              <a:gd name="csX19" fmla="*/ 1700443 w 5582396"/>
              <a:gd name="csY19" fmla="*/ 1164947 h 1164947"/>
              <a:gd name="csX20" fmla="*/ 1103125 w 5582396"/>
              <a:gd name="csY20" fmla="*/ 1164947 h 1164947"/>
              <a:gd name="csX21" fmla="*/ 194162 w 5582396"/>
              <a:gd name="csY21" fmla="*/ 1164947 h 1164947"/>
              <a:gd name="csX22" fmla="*/ 0 w 5582396"/>
              <a:gd name="csY22" fmla="*/ 970785 h 1164947"/>
              <a:gd name="csX23" fmla="*/ 0 w 5582396"/>
              <a:gd name="csY23" fmla="*/ 598006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3339" y="91370"/>
                  <a:pt x="70512" y="4470"/>
                  <a:pt x="194162" y="0"/>
                </a:cubicBezTo>
                <a:cubicBezTo>
                  <a:pt x="437113" y="-12989"/>
                  <a:pt x="606351" y="19647"/>
                  <a:pt x="843421" y="0"/>
                </a:cubicBezTo>
                <a:cubicBezTo>
                  <a:pt x="1080491" y="-19647"/>
                  <a:pt x="1227779" y="-25584"/>
                  <a:pt x="1596561" y="0"/>
                </a:cubicBezTo>
                <a:cubicBezTo>
                  <a:pt x="1965343" y="25584"/>
                  <a:pt x="1864250" y="14847"/>
                  <a:pt x="2089998" y="0"/>
                </a:cubicBezTo>
                <a:cubicBezTo>
                  <a:pt x="2315746" y="-14847"/>
                  <a:pt x="2398729" y="-16730"/>
                  <a:pt x="2635376" y="0"/>
                </a:cubicBezTo>
                <a:cubicBezTo>
                  <a:pt x="2872023" y="16730"/>
                  <a:pt x="3060004" y="-22815"/>
                  <a:pt x="3336576" y="0"/>
                </a:cubicBezTo>
                <a:cubicBezTo>
                  <a:pt x="3613148" y="22815"/>
                  <a:pt x="3730754" y="17803"/>
                  <a:pt x="3830012" y="0"/>
                </a:cubicBezTo>
                <a:cubicBezTo>
                  <a:pt x="3929270" y="-17803"/>
                  <a:pt x="4162059" y="-19859"/>
                  <a:pt x="4479271" y="0"/>
                </a:cubicBezTo>
                <a:cubicBezTo>
                  <a:pt x="4796483" y="19859"/>
                  <a:pt x="5156043" y="-16286"/>
                  <a:pt x="5388234" y="0"/>
                </a:cubicBezTo>
                <a:cubicBezTo>
                  <a:pt x="5499690" y="4653"/>
                  <a:pt x="5573661" y="69213"/>
                  <a:pt x="5582396" y="194162"/>
                </a:cubicBezTo>
                <a:cubicBezTo>
                  <a:pt x="5600788" y="326807"/>
                  <a:pt x="5588121" y="402518"/>
                  <a:pt x="5582396" y="590240"/>
                </a:cubicBezTo>
                <a:cubicBezTo>
                  <a:pt x="5576671" y="777962"/>
                  <a:pt x="5565935" y="855867"/>
                  <a:pt x="5582396" y="970785"/>
                </a:cubicBezTo>
                <a:cubicBezTo>
                  <a:pt x="5583350" y="1075453"/>
                  <a:pt x="5492354" y="1166176"/>
                  <a:pt x="5388234" y="1164947"/>
                </a:cubicBezTo>
                <a:cubicBezTo>
                  <a:pt x="5230505" y="1184374"/>
                  <a:pt x="5064167" y="1157719"/>
                  <a:pt x="4790916" y="1164947"/>
                </a:cubicBezTo>
                <a:cubicBezTo>
                  <a:pt x="4517665" y="1172175"/>
                  <a:pt x="4385812" y="1164243"/>
                  <a:pt x="4193597" y="1164947"/>
                </a:cubicBezTo>
                <a:cubicBezTo>
                  <a:pt x="4001382" y="1165651"/>
                  <a:pt x="3820896" y="1135375"/>
                  <a:pt x="3544338" y="1164947"/>
                </a:cubicBezTo>
                <a:cubicBezTo>
                  <a:pt x="3267780" y="1194519"/>
                  <a:pt x="3124739" y="1148437"/>
                  <a:pt x="2947020" y="1164947"/>
                </a:cubicBezTo>
                <a:cubicBezTo>
                  <a:pt x="2769301" y="1181457"/>
                  <a:pt x="2448505" y="1142891"/>
                  <a:pt x="2297761" y="1164947"/>
                </a:cubicBezTo>
                <a:cubicBezTo>
                  <a:pt x="2147017" y="1187003"/>
                  <a:pt x="1879649" y="1185405"/>
                  <a:pt x="1700443" y="1164947"/>
                </a:cubicBezTo>
                <a:cubicBezTo>
                  <a:pt x="1521237" y="1144489"/>
                  <a:pt x="1283611" y="1194577"/>
                  <a:pt x="1103125" y="1164947"/>
                </a:cubicBezTo>
                <a:cubicBezTo>
                  <a:pt x="922639" y="1135317"/>
                  <a:pt x="617259" y="1124254"/>
                  <a:pt x="194162" y="1164947"/>
                </a:cubicBezTo>
                <a:cubicBezTo>
                  <a:pt x="66358" y="1154232"/>
                  <a:pt x="868" y="1068290"/>
                  <a:pt x="0" y="970785"/>
                </a:cubicBezTo>
                <a:cubicBezTo>
                  <a:pt x="5966" y="822356"/>
                  <a:pt x="15840" y="749622"/>
                  <a:pt x="0" y="598006"/>
                </a:cubicBezTo>
                <a:cubicBezTo>
                  <a:pt x="-15840" y="446390"/>
                  <a:pt x="-3322" y="309587"/>
                  <a:pt x="0" y="194162"/>
                </a:cubicBezTo>
                <a:close/>
              </a:path>
              <a:path w="5582396" h="1164947" stroke="0" extrusionOk="0">
                <a:moveTo>
                  <a:pt x="0" y="194162"/>
                </a:moveTo>
                <a:cubicBezTo>
                  <a:pt x="-7864" y="84043"/>
                  <a:pt x="86939" y="-4677"/>
                  <a:pt x="194162" y="0"/>
                </a:cubicBezTo>
                <a:cubicBezTo>
                  <a:pt x="439558" y="-10348"/>
                  <a:pt x="609892" y="17546"/>
                  <a:pt x="947302" y="0"/>
                </a:cubicBezTo>
                <a:cubicBezTo>
                  <a:pt x="1284712" y="-17546"/>
                  <a:pt x="1297810" y="-18234"/>
                  <a:pt x="1492680" y="0"/>
                </a:cubicBezTo>
                <a:cubicBezTo>
                  <a:pt x="1687550" y="18234"/>
                  <a:pt x="1913270" y="-647"/>
                  <a:pt x="2038058" y="0"/>
                </a:cubicBezTo>
                <a:cubicBezTo>
                  <a:pt x="2162846" y="647"/>
                  <a:pt x="2482032" y="7560"/>
                  <a:pt x="2687317" y="0"/>
                </a:cubicBezTo>
                <a:cubicBezTo>
                  <a:pt x="2892602" y="-7560"/>
                  <a:pt x="3264976" y="34842"/>
                  <a:pt x="3440457" y="0"/>
                </a:cubicBezTo>
                <a:cubicBezTo>
                  <a:pt x="3615938" y="-34842"/>
                  <a:pt x="3998909" y="6746"/>
                  <a:pt x="4193597" y="0"/>
                </a:cubicBezTo>
                <a:cubicBezTo>
                  <a:pt x="4388285" y="-6746"/>
                  <a:pt x="4606618" y="-19460"/>
                  <a:pt x="4738975" y="0"/>
                </a:cubicBezTo>
                <a:cubicBezTo>
                  <a:pt x="4871332" y="19460"/>
                  <a:pt x="5100982" y="29547"/>
                  <a:pt x="5388234" y="0"/>
                </a:cubicBezTo>
                <a:cubicBezTo>
                  <a:pt x="5502173" y="17103"/>
                  <a:pt x="5589266" y="78580"/>
                  <a:pt x="5582396" y="194162"/>
                </a:cubicBezTo>
                <a:cubicBezTo>
                  <a:pt x="5581370" y="364046"/>
                  <a:pt x="5580263" y="436042"/>
                  <a:pt x="5582396" y="574707"/>
                </a:cubicBezTo>
                <a:cubicBezTo>
                  <a:pt x="5584529" y="713372"/>
                  <a:pt x="5582992" y="881998"/>
                  <a:pt x="5582396" y="970785"/>
                </a:cubicBezTo>
                <a:cubicBezTo>
                  <a:pt x="5582253" y="1075299"/>
                  <a:pt x="5479704" y="1162716"/>
                  <a:pt x="5388234" y="1164947"/>
                </a:cubicBezTo>
                <a:cubicBezTo>
                  <a:pt x="5098852" y="1138279"/>
                  <a:pt x="5048124" y="1163797"/>
                  <a:pt x="4790916" y="1164947"/>
                </a:cubicBezTo>
                <a:cubicBezTo>
                  <a:pt x="4533708" y="1166097"/>
                  <a:pt x="4379486" y="1190841"/>
                  <a:pt x="4245538" y="1164947"/>
                </a:cubicBezTo>
                <a:cubicBezTo>
                  <a:pt x="4111590" y="1139053"/>
                  <a:pt x="3961176" y="1153899"/>
                  <a:pt x="3700161" y="1164947"/>
                </a:cubicBezTo>
                <a:cubicBezTo>
                  <a:pt x="3439146" y="1175995"/>
                  <a:pt x="3184987" y="1165200"/>
                  <a:pt x="2998961" y="1164947"/>
                </a:cubicBezTo>
                <a:cubicBezTo>
                  <a:pt x="2812935" y="1164694"/>
                  <a:pt x="2488927" y="1160798"/>
                  <a:pt x="2297761" y="1164947"/>
                </a:cubicBezTo>
                <a:cubicBezTo>
                  <a:pt x="2106595" y="1169096"/>
                  <a:pt x="1823066" y="1157880"/>
                  <a:pt x="1596561" y="1164947"/>
                </a:cubicBezTo>
                <a:cubicBezTo>
                  <a:pt x="1370056" y="1172014"/>
                  <a:pt x="1267037" y="1184517"/>
                  <a:pt x="1103125" y="1164947"/>
                </a:cubicBezTo>
                <a:cubicBezTo>
                  <a:pt x="939213" y="1145377"/>
                  <a:pt x="566446" y="1123081"/>
                  <a:pt x="194162" y="1164947"/>
                </a:cubicBezTo>
                <a:cubicBezTo>
                  <a:pt x="92680" y="1159793"/>
                  <a:pt x="472" y="1073199"/>
                  <a:pt x="0" y="970785"/>
                </a:cubicBezTo>
                <a:cubicBezTo>
                  <a:pt x="-18782" y="875369"/>
                  <a:pt x="4203" y="677465"/>
                  <a:pt x="0" y="590240"/>
                </a:cubicBezTo>
                <a:cubicBezTo>
                  <a:pt x="-4203" y="503016"/>
                  <a:pt x="-14622" y="378298"/>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379407152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One answer violates a moral rule </a:t>
            </a:r>
          </a:p>
          <a:p>
            <a:pPr algn="ctr"/>
            <a:r>
              <a:rPr lang="en-US" sz="2200" b="1" dirty="0">
                <a:latin typeface="Calibri" panose="020F0502020204030204" pitchFamily="34" charset="0"/>
                <a:cs typeface="Calibri" panose="020F0502020204030204" pitchFamily="34" charset="0"/>
                <a:sym typeface="Wingdings" pitchFamily="2" charset="2"/>
              </a:rPr>
              <a:t> E.g., “Do not kill”, “Do not deceive”, …</a:t>
            </a:r>
            <a:endParaRPr lang="en-US" sz="2200" b="1" dirty="0">
              <a:latin typeface="Calibri" panose="020F0502020204030204" pitchFamily="34" charset="0"/>
              <a:cs typeface="Calibri" panose="020F0502020204030204" pitchFamily="34" charset="0"/>
            </a:endParaRPr>
          </a:p>
        </p:txBody>
      </p:sp>
      <p:sp>
        <p:nvSpPr>
          <p:cNvPr id="16" name="Rounded Rectangle 15">
            <a:extLst>
              <a:ext uri="{FF2B5EF4-FFF2-40B4-BE49-F238E27FC236}">
                <a16:creationId xmlns:a16="http://schemas.microsoft.com/office/drawing/2014/main" id="{217E0B2C-D575-8A30-D3CE-3433FC3582A5}"/>
              </a:ext>
            </a:extLst>
          </p:cNvPr>
          <p:cNvSpPr/>
          <p:nvPr/>
        </p:nvSpPr>
        <p:spPr>
          <a:xfrm>
            <a:off x="6334699" y="5017030"/>
            <a:ext cx="5582396" cy="1164947"/>
          </a:xfrm>
          <a:custGeom>
            <a:avLst/>
            <a:gdLst>
              <a:gd name="csX0" fmla="*/ 0 w 5582396"/>
              <a:gd name="csY0" fmla="*/ 194162 h 1164947"/>
              <a:gd name="csX1" fmla="*/ 194162 w 5582396"/>
              <a:gd name="csY1" fmla="*/ 0 h 1164947"/>
              <a:gd name="csX2" fmla="*/ 947302 w 5582396"/>
              <a:gd name="csY2" fmla="*/ 0 h 1164947"/>
              <a:gd name="csX3" fmla="*/ 1700443 w 5582396"/>
              <a:gd name="csY3" fmla="*/ 0 h 1164947"/>
              <a:gd name="csX4" fmla="*/ 2349702 w 5582396"/>
              <a:gd name="csY4" fmla="*/ 0 h 1164947"/>
              <a:gd name="csX5" fmla="*/ 2947020 w 5582396"/>
              <a:gd name="csY5" fmla="*/ 0 h 1164947"/>
              <a:gd name="csX6" fmla="*/ 3492398 w 5582396"/>
              <a:gd name="csY6" fmla="*/ 0 h 1164947"/>
              <a:gd name="csX7" fmla="*/ 4141657 w 5582396"/>
              <a:gd name="csY7" fmla="*/ 0 h 1164947"/>
              <a:gd name="csX8" fmla="*/ 4635094 w 5582396"/>
              <a:gd name="csY8" fmla="*/ 0 h 1164947"/>
              <a:gd name="csX9" fmla="*/ 5388234 w 5582396"/>
              <a:gd name="csY9" fmla="*/ 0 h 1164947"/>
              <a:gd name="csX10" fmla="*/ 5582396 w 5582396"/>
              <a:gd name="csY10" fmla="*/ 194162 h 1164947"/>
              <a:gd name="csX11" fmla="*/ 5582396 w 5582396"/>
              <a:gd name="csY11" fmla="*/ 582474 h 1164947"/>
              <a:gd name="csX12" fmla="*/ 5582396 w 5582396"/>
              <a:gd name="csY12" fmla="*/ 970785 h 1164947"/>
              <a:gd name="csX13" fmla="*/ 5388234 w 5582396"/>
              <a:gd name="csY13" fmla="*/ 1164947 h 1164947"/>
              <a:gd name="csX14" fmla="*/ 4635094 w 5582396"/>
              <a:gd name="csY14" fmla="*/ 1164947 h 1164947"/>
              <a:gd name="csX15" fmla="*/ 4037775 w 5582396"/>
              <a:gd name="csY15" fmla="*/ 1164947 h 1164947"/>
              <a:gd name="csX16" fmla="*/ 3544338 w 5582396"/>
              <a:gd name="csY16" fmla="*/ 1164947 h 1164947"/>
              <a:gd name="csX17" fmla="*/ 2843139 w 5582396"/>
              <a:gd name="csY17" fmla="*/ 1164947 h 1164947"/>
              <a:gd name="csX18" fmla="*/ 2349702 w 5582396"/>
              <a:gd name="csY18" fmla="*/ 1164947 h 1164947"/>
              <a:gd name="csX19" fmla="*/ 1648502 w 5582396"/>
              <a:gd name="csY19" fmla="*/ 1164947 h 1164947"/>
              <a:gd name="csX20" fmla="*/ 1051184 w 5582396"/>
              <a:gd name="csY20" fmla="*/ 1164947 h 1164947"/>
              <a:gd name="csX21" fmla="*/ 194162 w 5582396"/>
              <a:gd name="csY21" fmla="*/ 1164947 h 1164947"/>
              <a:gd name="csX22" fmla="*/ 0 w 5582396"/>
              <a:gd name="csY22" fmla="*/ 970785 h 1164947"/>
              <a:gd name="csX23" fmla="*/ 0 w 5582396"/>
              <a:gd name="csY23" fmla="*/ 582474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13851" y="64348"/>
                  <a:pt x="82461" y="12390"/>
                  <a:pt x="194162" y="0"/>
                </a:cubicBezTo>
                <a:cubicBezTo>
                  <a:pt x="432744" y="33630"/>
                  <a:pt x="773717" y="-17654"/>
                  <a:pt x="947302" y="0"/>
                </a:cubicBezTo>
                <a:cubicBezTo>
                  <a:pt x="1120887" y="17654"/>
                  <a:pt x="1426017" y="15248"/>
                  <a:pt x="1700443" y="0"/>
                </a:cubicBezTo>
                <a:cubicBezTo>
                  <a:pt x="1974869" y="-15248"/>
                  <a:pt x="2153423" y="9641"/>
                  <a:pt x="2349702" y="0"/>
                </a:cubicBezTo>
                <a:cubicBezTo>
                  <a:pt x="2545981" y="-9641"/>
                  <a:pt x="2671430" y="-7844"/>
                  <a:pt x="2947020" y="0"/>
                </a:cubicBezTo>
                <a:cubicBezTo>
                  <a:pt x="3222610" y="7844"/>
                  <a:pt x="3304350" y="3550"/>
                  <a:pt x="3492398" y="0"/>
                </a:cubicBezTo>
                <a:cubicBezTo>
                  <a:pt x="3680446" y="-3550"/>
                  <a:pt x="3866874" y="23476"/>
                  <a:pt x="4141657" y="0"/>
                </a:cubicBezTo>
                <a:cubicBezTo>
                  <a:pt x="4416440" y="-23476"/>
                  <a:pt x="4390012" y="-10902"/>
                  <a:pt x="4635094" y="0"/>
                </a:cubicBezTo>
                <a:cubicBezTo>
                  <a:pt x="4880176" y="10902"/>
                  <a:pt x="5040088" y="22356"/>
                  <a:pt x="5388234" y="0"/>
                </a:cubicBezTo>
                <a:cubicBezTo>
                  <a:pt x="5491693" y="-26396"/>
                  <a:pt x="5581302" y="78409"/>
                  <a:pt x="5582396" y="194162"/>
                </a:cubicBezTo>
                <a:cubicBezTo>
                  <a:pt x="5594505" y="305479"/>
                  <a:pt x="5577286" y="500924"/>
                  <a:pt x="5582396" y="582474"/>
                </a:cubicBezTo>
                <a:cubicBezTo>
                  <a:pt x="5587506" y="664024"/>
                  <a:pt x="5585171" y="850329"/>
                  <a:pt x="5582396" y="970785"/>
                </a:cubicBezTo>
                <a:cubicBezTo>
                  <a:pt x="5566545" y="1083636"/>
                  <a:pt x="5520780" y="1163237"/>
                  <a:pt x="5388234" y="1164947"/>
                </a:cubicBezTo>
                <a:cubicBezTo>
                  <a:pt x="5143758" y="1196151"/>
                  <a:pt x="4917427" y="1176213"/>
                  <a:pt x="4635094" y="1164947"/>
                </a:cubicBezTo>
                <a:cubicBezTo>
                  <a:pt x="4352761" y="1153681"/>
                  <a:pt x="4287766" y="1169046"/>
                  <a:pt x="4037775" y="1164947"/>
                </a:cubicBezTo>
                <a:cubicBezTo>
                  <a:pt x="3787784" y="1160848"/>
                  <a:pt x="3706605" y="1156553"/>
                  <a:pt x="3544338" y="1164947"/>
                </a:cubicBezTo>
                <a:cubicBezTo>
                  <a:pt x="3382071" y="1173341"/>
                  <a:pt x="3184522" y="1174099"/>
                  <a:pt x="2843139" y="1164947"/>
                </a:cubicBezTo>
                <a:cubicBezTo>
                  <a:pt x="2501756" y="1155795"/>
                  <a:pt x="2565813" y="1161021"/>
                  <a:pt x="2349702" y="1164947"/>
                </a:cubicBezTo>
                <a:cubicBezTo>
                  <a:pt x="2133591" y="1168873"/>
                  <a:pt x="1866820" y="1169096"/>
                  <a:pt x="1648502" y="1164947"/>
                </a:cubicBezTo>
                <a:cubicBezTo>
                  <a:pt x="1430184" y="1160798"/>
                  <a:pt x="1324389" y="1185932"/>
                  <a:pt x="1051184" y="1164947"/>
                </a:cubicBezTo>
                <a:cubicBezTo>
                  <a:pt x="777979" y="1143962"/>
                  <a:pt x="622078" y="1168086"/>
                  <a:pt x="194162" y="1164947"/>
                </a:cubicBezTo>
                <a:cubicBezTo>
                  <a:pt x="86253" y="1161238"/>
                  <a:pt x="-13724" y="1065931"/>
                  <a:pt x="0" y="970785"/>
                </a:cubicBezTo>
                <a:cubicBezTo>
                  <a:pt x="5340" y="806056"/>
                  <a:pt x="48" y="723528"/>
                  <a:pt x="0" y="582474"/>
                </a:cubicBezTo>
                <a:cubicBezTo>
                  <a:pt x="-48" y="441420"/>
                  <a:pt x="19412" y="332784"/>
                  <a:pt x="0" y="194162"/>
                </a:cubicBezTo>
                <a:close/>
              </a:path>
              <a:path w="5582396" h="1164947" stroke="0" extrusionOk="0">
                <a:moveTo>
                  <a:pt x="0" y="194162"/>
                </a:moveTo>
                <a:cubicBezTo>
                  <a:pt x="-12607" y="108389"/>
                  <a:pt x="103268" y="8828"/>
                  <a:pt x="194162" y="0"/>
                </a:cubicBezTo>
                <a:cubicBezTo>
                  <a:pt x="490415" y="34436"/>
                  <a:pt x="570834" y="8201"/>
                  <a:pt x="947302" y="0"/>
                </a:cubicBezTo>
                <a:cubicBezTo>
                  <a:pt x="1323770" y="-8201"/>
                  <a:pt x="1299802" y="1856"/>
                  <a:pt x="1440739" y="0"/>
                </a:cubicBezTo>
                <a:cubicBezTo>
                  <a:pt x="1581676" y="-1856"/>
                  <a:pt x="1762855" y="-18675"/>
                  <a:pt x="2038058" y="0"/>
                </a:cubicBezTo>
                <a:cubicBezTo>
                  <a:pt x="2313261" y="18675"/>
                  <a:pt x="2417455" y="5243"/>
                  <a:pt x="2687317" y="0"/>
                </a:cubicBezTo>
                <a:cubicBezTo>
                  <a:pt x="2957179" y="-5243"/>
                  <a:pt x="3207911" y="-32421"/>
                  <a:pt x="3440457" y="0"/>
                </a:cubicBezTo>
                <a:cubicBezTo>
                  <a:pt x="3673003" y="32421"/>
                  <a:pt x="3849615" y="13261"/>
                  <a:pt x="3985835" y="0"/>
                </a:cubicBezTo>
                <a:cubicBezTo>
                  <a:pt x="4122055" y="-13261"/>
                  <a:pt x="4344088" y="21538"/>
                  <a:pt x="4635094" y="0"/>
                </a:cubicBezTo>
                <a:cubicBezTo>
                  <a:pt x="4926100" y="-21538"/>
                  <a:pt x="5149462" y="-34404"/>
                  <a:pt x="5388234" y="0"/>
                </a:cubicBezTo>
                <a:cubicBezTo>
                  <a:pt x="5505681" y="-7836"/>
                  <a:pt x="5581708" y="109467"/>
                  <a:pt x="5582396" y="194162"/>
                </a:cubicBezTo>
                <a:cubicBezTo>
                  <a:pt x="5598483" y="306568"/>
                  <a:pt x="5579251" y="487845"/>
                  <a:pt x="5582396" y="582474"/>
                </a:cubicBezTo>
                <a:cubicBezTo>
                  <a:pt x="5585541" y="677103"/>
                  <a:pt x="5595531" y="787182"/>
                  <a:pt x="5582396" y="970785"/>
                </a:cubicBezTo>
                <a:cubicBezTo>
                  <a:pt x="5575955" y="1086377"/>
                  <a:pt x="5513863" y="1147459"/>
                  <a:pt x="5388234" y="1164947"/>
                </a:cubicBezTo>
                <a:cubicBezTo>
                  <a:pt x="5204766" y="1182987"/>
                  <a:pt x="5066797" y="1175742"/>
                  <a:pt x="4842856" y="1164947"/>
                </a:cubicBezTo>
                <a:cubicBezTo>
                  <a:pt x="4618915" y="1154152"/>
                  <a:pt x="4587832" y="1179422"/>
                  <a:pt x="4349420" y="1164947"/>
                </a:cubicBezTo>
                <a:cubicBezTo>
                  <a:pt x="4111008" y="1150472"/>
                  <a:pt x="4002622" y="1188880"/>
                  <a:pt x="3855983" y="1164947"/>
                </a:cubicBezTo>
                <a:cubicBezTo>
                  <a:pt x="3709344" y="1141014"/>
                  <a:pt x="3490015" y="1139879"/>
                  <a:pt x="3310605" y="1164947"/>
                </a:cubicBezTo>
                <a:cubicBezTo>
                  <a:pt x="3131195" y="1190015"/>
                  <a:pt x="2934885" y="1148854"/>
                  <a:pt x="2817168" y="1164947"/>
                </a:cubicBezTo>
                <a:cubicBezTo>
                  <a:pt x="2699451" y="1181040"/>
                  <a:pt x="2459252" y="1172296"/>
                  <a:pt x="2323732" y="1164947"/>
                </a:cubicBezTo>
                <a:cubicBezTo>
                  <a:pt x="2188212" y="1157598"/>
                  <a:pt x="1939523" y="1167822"/>
                  <a:pt x="1830295" y="1164947"/>
                </a:cubicBezTo>
                <a:cubicBezTo>
                  <a:pt x="1721067" y="1162072"/>
                  <a:pt x="1538552" y="1174697"/>
                  <a:pt x="1336858" y="1164947"/>
                </a:cubicBezTo>
                <a:cubicBezTo>
                  <a:pt x="1135164" y="1155197"/>
                  <a:pt x="1016066" y="1176785"/>
                  <a:pt x="843421" y="1164947"/>
                </a:cubicBezTo>
                <a:cubicBezTo>
                  <a:pt x="670776" y="1153109"/>
                  <a:pt x="407674" y="1149090"/>
                  <a:pt x="194162" y="1164947"/>
                </a:cubicBezTo>
                <a:cubicBezTo>
                  <a:pt x="61232" y="1166277"/>
                  <a:pt x="318" y="1066640"/>
                  <a:pt x="0" y="970785"/>
                </a:cubicBezTo>
                <a:cubicBezTo>
                  <a:pt x="-8532" y="876301"/>
                  <a:pt x="-14238" y="734681"/>
                  <a:pt x="0" y="574707"/>
                </a:cubicBezTo>
                <a:cubicBezTo>
                  <a:pt x="14238" y="414733"/>
                  <a:pt x="5716" y="301258"/>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2173784308">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Manual review for naturalness and feasibility</a:t>
            </a:r>
          </a:p>
        </p:txBody>
      </p:sp>
      <p:sp>
        <p:nvSpPr>
          <p:cNvPr id="3" name="Slide Number Placeholder 2">
            <a:extLst>
              <a:ext uri="{FF2B5EF4-FFF2-40B4-BE49-F238E27FC236}">
                <a16:creationId xmlns:a16="http://schemas.microsoft.com/office/drawing/2014/main" id="{7F884B0E-9A9B-8B2B-E7F0-BE616D6530E7}"/>
              </a:ext>
            </a:extLst>
          </p:cNvPr>
          <p:cNvSpPr>
            <a:spLocks noGrp="1"/>
          </p:cNvSpPr>
          <p:nvPr>
            <p:ph type="sldNum" sz="quarter" idx="4"/>
          </p:nvPr>
        </p:nvSpPr>
        <p:spPr/>
        <p:txBody>
          <a:bodyPr/>
          <a:lstStyle/>
          <a:p>
            <a:fld id="{F8325A8C-A62D-5E4B-8AAC-68DD587E4A7D}" type="slidenum">
              <a:rPr lang="de-DE" smtClean="0"/>
              <a:t>10</a:t>
            </a:fld>
            <a:endParaRPr lang="de-DE" dirty="0"/>
          </a:p>
        </p:txBody>
      </p:sp>
    </p:spTree>
    <p:extLst>
      <p:ext uri="{BB962C8B-B14F-4D97-AF65-F5344CB8AC3E}">
        <p14:creationId xmlns:p14="http://schemas.microsoft.com/office/powerpoint/2010/main" val="253446488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5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fade">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animBg="1"/>
      <p:bldP spid="5" grpId="0" animBg="1"/>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B5E09F4E-83C9-68F6-4434-BA7F964A4D48}"/>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0E64B954-3437-0983-6AED-27669EC9DEBF}"/>
              </a:ext>
            </a:extLst>
          </p:cNvPr>
          <p:cNvSpPr/>
          <p:nvPr/>
        </p:nvSpPr>
        <p:spPr>
          <a:xfrm>
            <a:off x="2522868" y="5777209"/>
            <a:ext cx="900000" cy="708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8" name="Textfeld 66">
            <a:extLst>
              <a:ext uri="{FF2B5EF4-FFF2-40B4-BE49-F238E27FC236}">
                <a16:creationId xmlns:a16="http://schemas.microsoft.com/office/drawing/2014/main" id="{DDC849CD-1352-9C11-0CA1-7DBDA73414E8}"/>
              </a:ext>
            </a:extLst>
          </p:cNvPr>
          <p:cNvSpPr txBox="1"/>
          <p:nvPr/>
        </p:nvSpPr>
        <p:spPr>
          <a:xfrm>
            <a:off x="-282829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cxnSp>
        <p:nvCxnSpPr>
          <p:cNvPr id="29" name="Straight Arrow Connector 28">
            <a:extLst>
              <a:ext uri="{FF2B5EF4-FFF2-40B4-BE49-F238E27FC236}">
                <a16:creationId xmlns:a16="http://schemas.microsoft.com/office/drawing/2014/main" id="{44A3FAA1-52CE-142D-6F5F-DF66859E0242}"/>
              </a:ext>
            </a:extLst>
          </p:cNvPr>
          <p:cNvCxnSpPr>
            <a:cxnSpLocks/>
          </p:cNvCxnSpPr>
          <p:nvPr/>
        </p:nvCxnSpPr>
        <p:spPr>
          <a:xfrm>
            <a:off x="295275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F86830B2-EB3B-A13E-D4C5-23FFC8DA9589}"/>
              </a:ext>
            </a:extLst>
          </p:cNvPr>
          <p:cNvCxnSpPr>
            <a:cxnSpLocks/>
          </p:cNvCxnSpPr>
          <p:nvPr/>
        </p:nvCxnSpPr>
        <p:spPr>
          <a:xfrm>
            <a:off x="2952750" y="3599481"/>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sp>
        <p:nvSpPr>
          <p:cNvPr id="31" name="Rechteck 96">
            <a:extLst>
              <a:ext uri="{FF2B5EF4-FFF2-40B4-BE49-F238E27FC236}">
                <a16:creationId xmlns:a16="http://schemas.microsoft.com/office/drawing/2014/main" id="{FA4299FC-23A3-4CEC-A1AF-8223E6D26E33}"/>
              </a:ext>
            </a:extLst>
          </p:cNvPr>
          <p:cNvSpPr/>
          <p:nvPr/>
        </p:nvSpPr>
        <p:spPr>
          <a:xfrm>
            <a:off x="2758677" y="5377789"/>
            <a:ext cx="469085" cy="398703"/>
          </a:xfrm>
          <a:prstGeom prst="rect">
            <a:avLst/>
          </a:prstGeom>
          <a:solidFill>
            <a:schemeClr val="bg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feld 97">
            <a:extLst>
              <a:ext uri="{FF2B5EF4-FFF2-40B4-BE49-F238E27FC236}">
                <a16:creationId xmlns:a16="http://schemas.microsoft.com/office/drawing/2014/main" id="{EE185D62-037F-C1CF-5A95-2CFA17856DEF}"/>
              </a:ext>
            </a:extLst>
          </p:cNvPr>
          <p:cNvSpPr txBox="1"/>
          <p:nvPr/>
        </p:nvSpPr>
        <p:spPr>
          <a:xfrm rot="16200000">
            <a:off x="1653848" y="4754745"/>
            <a:ext cx="1147750" cy="553998"/>
          </a:xfrm>
          <a:prstGeom prst="rect">
            <a:avLst/>
          </a:prstGeom>
          <a:noFill/>
        </p:spPr>
        <p:txBody>
          <a:bodyPr wrap="none" rtlCol="0">
            <a:spAutoFit/>
          </a:bodyPr>
          <a:lstStyle/>
          <a:p>
            <a:r>
              <a:rPr lang="en-US" sz="3000" b="1" dirty="0">
                <a:solidFill>
                  <a:schemeClr val="bg1"/>
                </a:solidFill>
                <a:latin typeface="Calibri" panose="020F0502020204030204" pitchFamily="34" charset="0"/>
                <a:cs typeface="Calibri" panose="020F0502020204030204" pitchFamily="34" charset="0"/>
              </a:rPr>
              <a:t>P(Yes)</a:t>
            </a:r>
          </a:p>
        </p:txBody>
      </p:sp>
      <p:grpSp>
        <p:nvGrpSpPr>
          <p:cNvPr id="33" name="Group 32">
            <a:extLst>
              <a:ext uri="{FF2B5EF4-FFF2-40B4-BE49-F238E27FC236}">
                <a16:creationId xmlns:a16="http://schemas.microsoft.com/office/drawing/2014/main" id="{4C3A3011-2B42-14B9-19B7-6754978A4D9A}"/>
              </a:ext>
            </a:extLst>
          </p:cNvPr>
          <p:cNvGrpSpPr/>
          <p:nvPr/>
        </p:nvGrpSpPr>
        <p:grpSpPr>
          <a:xfrm>
            <a:off x="1943048" y="2066150"/>
            <a:ext cx="2050400" cy="1386237"/>
            <a:chOff x="2285378" y="2462941"/>
            <a:chExt cx="1463685" cy="989570"/>
          </a:xfrm>
        </p:grpSpPr>
        <p:pic>
          <p:nvPicPr>
            <p:cNvPr id="34" name="Picture 33">
              <a:extLst>
                <a:ext uri="{FF2B5EF4-FFF2-40B4-BE49-F238E27FC236}">
                  <a16:creationId xmlns:a16="http://schemas.microsoft.com/office/drawing/2014/main" id="{C41D6EA1-D0AA-9DED-C83F-21205BBF827B}"/>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35" name="Picture 34">
              <a:extLst>
                <a:ext uri="{FF2B5EF4-FFF2-40B4-BE49-F238E27FC236}">
                  <a16:creationId xmlns:a16="http://schemas.microsoft.com/office/drawing/2014/main" id="{9649F63B-1B5C-D9C3-EE85-48A0C56FD7EF}"/>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36" name="Picture 35">
              <a:extLst>
                <a:ext uri="{FF2B5EF4-FFF2-40B4-BE49-F238E27FC236}">
                  <a16:creationId xmlns:a16="http://schemas.microsoft.com/office/drawing/2014/main" id="{B2E84BE7-AB54-8B1E-1DAB-93FDA65B24A7}"/>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37" name="Grafik 99">
              <a:extLst>
                <a:ext uri="{FF2B5EF4-FFF2-40B4-BE49-F238E27FC236}">
                  <a16:creationId xmlns:a16="http://schemas.microsoft.com/office/drawing/2014/main" id="{EEE9ACC6-6FA4-036C-4C81-EAF2D4F4FD03}"/>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38" name="Picture 37">
              <a:extLst>
                <a:ext uri="{FF2B5EF4-FFF2-40B4-BE49-F238E27FC236}">
                  <a16:creationId xmlns:a16="http://schemas.microsoft.com/office/drawing/2014/main" id="{B0717B7F-55F5-D460-3502-2B7A5947B03C}"/>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39" name="Picture 38">
              <a:extLst>
                <a:ext uri="{FF2B5EF4-FFF2-40B4-BE49-F238E27FC236}">
                  <a16:creationId xmlns:a16="http://schemas.microsoft.com/office/drawing/2014/main" id="{CBF4B83B-620E-0B47-06BE-4C293DA22CFC}"/>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40" name="Picture 39">
              <a:extLst>
                <a:ext uri="{FF2B5EF4-FFF2-40B4-BE49-F238E27FC236}">
                  <a16:creationId xmlns:a16="http://schemas.microsoft.com/office/drawing/2014/main" id="{10BCE419-921F-6E24-7080-B272C112E3EB}"/>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41" name="Picture 40">
              <a:extLst>
                <a:ext uri="{FF2B5EF4-FFF2-40B4-BE49-F238E27FC236}">
                  <a16:creationId xmlns:a16="http://schemas.microsoft.com/office/drawing/2014/main" id="{C6A601FA-F743-6117-01E6-0A531ED07DF2}"/>
                </a:ext>
              </a:extLst>
            </p:cNvPr>
            <p:cNvPicPr>
              <a:picLocks noChangeAspect="1"/>
            </p:cNvPicPr>
            <p:nvPr/>
          </p:nvPicPr>
          <p:blipFill>
            <a:blip r:embed="rId10"/>
            <a:stretch>
              <a:fillRect/>
            </a:stretch>
          </p:blipFill>
          <p:spPr>
            <a:xfrm>
              <a:off x="2844532" y="2912511"/>
              <a:ext cx="540000" cy="540000"/>
            </a:xfrm>
            <a:prstGeom prst="rect">
              <a:avLst/>
            </a:prstGeom>
          </p:spPr>
        </p:pic>
      </p:grpSp>
      <p:sp>
        <p:nvSpPr>
          <p:cNvPr id="42" name="Down Arrow 41">
            <a:extLst>
              <a:ext uri="{FF2B5EF4-FFF2-40B4-BE49-F238E27FC236}">
                <a16:creationId xmlns:a16="http://schemas.microsoft.com/office/drawing/2014/main" id="{DAF1F6F9-31BE-6FCB-1F6A-A3F9BB5CE457}"/>
              </a:ext>
            </a:extLst>
          </p:cNvPr>
          <p:cNvSpPr/>
          <p:nvPr/>
        </p:nvSpPr>
        <p:spPr>
          <a:xfrm rot="10800000">
            <a:off x="2504723" y="4243018"/>
            <a:ext cx="99849" cy="1527714"/>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3" name="Rectangle 42">
            <a:extLst>
              <a:ext uri="{FF2B5EF4-FFF2-40B4-BE49-F238E27FC236}">
                <a16:creationId xmlns:a16="http://schemas.microsoft.com/office/drawing/2014/main" id="{76681DBE-A1FC-BA98-0BE7-671D358512E4}"/>
              </a:ext>
            </a:extLst>
          </p:cNvPr>
          <p:cNvSpPr/>
          <p:nvPr/>
        </p:nvSpPr>
        <p:spPr>
          <a:xfrm rot="5400000" flipV="1">
            <a:off x="2913019" y="5862508"/>
            <a:ext cx="156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4" name="Textfeld 98">
            <a:extLst>
              <a:ext uri="{FF2B5EF4-FFF2-40B4-BE49-F238E27FC236}">
                <a16:creationId xmlns:a16="http://schemas.microsoft.com/office/drawing/2014/main" id="{9AFCDEBC-0B6D-5433-C54A-970FB3F40FC3}"/>
              </a:ext>
            </a:extLst>
          </p:cNvPr>
          <p:cNvSpPr txBox="1"/>
          <p:nvPr/>
        </p:nvSpPr>
        <p:spPr>
          <a:xfrm>
            <a:off x="2584687" y="5906439"/>
            <a:ext cx="813043" cy="477054"/>
          </a:xfrm>
          <a:prstGeom prst="rect">
            <a:avLst/>
          </a:prstGeom>
          <a:noFill/>
        </p:spPr>
        <p:txBody>
          <a:bodyPr wrap="none" rtlCol="0">
            <a:spAutoFit/>
          </a:bodyPr>
          <a:lstStyle/>
          <a:p>
            <a:r>
              <a:rPr lang="en-US" sz="2500" b="1" dirty="0">
                <a:solidFill>
                  <a:schemeClr val="bg1"/>
                </a:solidFill>
                <a:latin typeface="Calibri" panose="020F0502020204030204" pitchFamily="34" charset="0"/>
                <a:cs typeface="Calibri" panose="020F0502020204030204" pitchFamily="34" charset="0"/>
              </a:rPr>
              <a:t>Base</a:t>
            </a:r>
          </a:p>
        </p:txBody>
      </p:sp>
      <p:sp>
        <p:nvSpPr>
          <p:cNvPr id="45" name="Rectangle 44">
            <a:extLst>
              <a:ext uri="{FF2B5EF4-FFF2-40B4-BE49-F238E27FC236}">
                <a16:creationId xmlns:a16="http://schemas.microsoft.com/office/drawing/2014/main" id="{9295BB58-FC79-EC72-476C-734238B463EF}"/>
              </a:ext>
            </a:extLst>
          </p:cNvPr>
          <p:cNvSpPr/>
          <p:nvPr/>
        </p:nvSpPr>
        <p:spPr>
          <a:xfrm>
            <a:off x="8711918" y="5777209"/>
            <a:ext cx="900000" cy="7088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46" name="Textfeld 66">
            <a:extLst>
              <a:ext uri="{FF2B5EF4-FFF2-40B4-BE49-F238E27FC236}">
                <a16:creationId xmlns:a16="http://schemas.microsoft.com/office/drawing/2014/main" id="{841AB51B-6407-DFF6-E795-291DE08976F4}"/>
              </a:ext>
            </a:extLst>
          </p:cNvPr>
          <p:cNvSpPr txBox="1"/>
          <p:nvPr/>
        </p:nvSpPr>
        <p:spPr>
          <a:xfrm>
            <a:off x="3360760" y="710326"/>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chemeClr val="bg1"/>
                </a:solidFill>
                <a:latin typeface="Calibri" panose="020F0502020204030204" pitchFamily="34" charset="0"/>
                <a:cs typeface="Calibri" panose="020F0502020204030204" pitchFamily="34" charset="0"/>
              </a:rPr>
              <a:t>A: Yes                       B: No</a:t>
            </a:r>
          </a:p>
        </p:txBody>
      </p:sp>
      <p:cxnSp>
        <p:nvCxnSpPr>
          <p:cNvPr id="47" name="Straight Arrow Connector 46">
            <a:extLst>
              <a:ext uri="{FF2B5EF4-FFF2-40B4-BE49-F238E27FC236}">
                <a16:creationId xmlns:a16="http://schemas.microsoft.com/office/drawing/2014/main" id="{CFD249EC-BCDB-5B01-2E11-622D0EB69707}"/>
              </a:ext>
            </a:extLst>
          </p:cNvPr>
          <p:cNvCxnSpPr>
            <a:cxnSpLocks/>
          </p:cNvCxnSpPr>
          <p:nvPr/>
        </p:nvCxnSpPr>
        <p:spPr>
          <a:xfrm>
            <a:off x="9141800" y="135621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48" name="Straight Arrow Connector 47">
            <a:extLst>
              <a:ext uri="{FF2B5EF4-FFF2-40B4-BE49-F238E27FC236}">
                <a16:creationId xmlns:a16="http://schemas.microsoft.com/office/drawing/2014/main" id="{347ADD46-BFB2-51B6-431F-9F7B7BBA4544}"/>
              </a:ext>
            </a:extLst>
          </p:cNvPr>
          <p:cNvCxnSpPr>
            <a:cxnSpLocks/>
          </p:cNvCxnSpPr>
          <p:nvPr/>
        </p:nvCxnSpPr>
        <p:spPr>
          <a:xfrm>
            <a:off x="9141800" y="3599481"/>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sp>
        <p:nvSpPr>
          <p:cNvPr id="50" name="Textfeld 97">
            <a:extLst>
              <a:ext uri="{FF2B5EF4-FFF2-40B4-BE49-F238E27FC236}">
                <a16:creationId xmlns:a16="http://schemas.microsoft.com/office/drawing/2014/main" id="{D04131E4-8744-27C7-89C9-31BF941E9824}"/>
              </a:ext>
            </a:extLst>
          </p:cNvPr>
          <p:cNvSpPr txBox="1"/>
          <p:nvPr/>
        </p:nvSpPr>
        <p:spPr>
          <a:xfrm rot="16200000">
            <a:off x="7842898" y="4754745"/>
            <a:ext cx="1147750" cy="553998"/>
          </a:xfrm>
          <a:prstGeom prst="rect">
            <a:avLst/>
          </a:prstGeom>
          <a:noFill/>
        </p:spPr>
        <p:txBody>
          <a:bodyPr wrap="none" rtlCol="0">
            <a:spAutoFit/>
          </a:bodyPr>
          <a:lstStyle/>
          <a:p>
            <a:r>
              <a:rPr lang="en-US" sz="3000" b="1" dirty="0">
                <a:solidFill>
                  <a:schemeClr val="bg1"/>
                </a:solidFill>
                <a:latin typeface="Calibri" panose="020F0502020204030204" pitchFamily="34" charset="0"/>
                <a:cs typeface="Calibri" panose="020F0502020204030204" pitchFamily="34" charset="0"/>
              </a:rPr>
              <a:t>P(Yes)</a:t>
            </a:r>
          </a:p>
        </p:txBody>
      </p:sp>
      <p:sp>
        <p:nvSpPr>
          <p:cNvPr id="60" name="Down Arrow 59">
            <a:extLst>
              <a:ext uri="{FF2B5EF4-FFF2-40B4-BE49-F238E27FC236}">
                <a16:creationId xmlns:a16="http://schemas.microsoft.com/office/drawing/2014/main" id="{9C134F54-62C3-44B0-3DE0-D9F65C1EEE77}"/>
              </a:ext>
            </a:extLst>
          </p:cNvPr>
          <p:cNvSpPr/>
          <p:nvPr/>
        </p:nvSpPr>
        <p:spPr>
          <a:xfrm rot="10800000">
            <a:off x="8693773" y="4243018"/>
            <a:ext cx="99849" cy="1527714"/>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1" name="Rectangle 60">
            <a:extLst>
              <a:ext uri="{FF2B5EF4-FFF2-40B4-BE49-F238E27FC236}">
                <a16:creationId xmlns:a16="http://schemas.microsoft.com/office/drawing/2014/main" id="{7D083574-2EA5-A70A-7740-0177FA7833FC}"/>
              </a:ext>
            </a:extLst>
          </p:cNvPr>
          <p:cNvSpPr/>
          <p:nvPr/>
        </p:nvSpPr>
        <p:spPr>
          <a:xfrm rot="5400000" flipV="1">
            <a:off x="9102069" y="5862508"/>
            <a:ext cx="156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2" name="Textfeld 98">
            <a:extLst>
              <a:ext uri="{FF2B5EF4-FFF2-40B4-BE49-F238E27FC236}">
                <a16:creationId xmlns:a16="http://schemas.microsoft.com/office/drawing/2014/main" id="{D37C8E14-3D5B-6864-B8D4-D86A958CDD4D}"/>
              </a:ext>
            </a:extLst>
          </p:cNvPr>
          <p:cNvSpPr txBox="1"/>
          <p:nvPr/>
        </p:nvSpPr>
        <p:spPr>
          <a:xfrm>
            <a:off x="8773737" y="5906439"/>
            <a:ext cx="813043" cy="477054"/>
          </a:xfrm>
          <a:prstGeom prst="rect">
            <a:avLst/>
          </a:prstGeom>
          <a:noFill/>
        </p:spPr>
        <p:txBody>
          <a:bodyPr wrap="none" rtlCol="0">
            <a:spAutoFit/>
          </a:bodyPr>
          <a:lstStyle/>
          <a:p>
            <a:r>
              <a:rPr lang="en-US" sz="2500" b="1" dirty="0">
                <a:solidFill>
                  <a:schemeClr val="bg1"/>
                </a:solidFill>
                <a:latin typeface="Calibri" panose="020F0502020204030204" pitchFamily="34" charset="0"/>
                <a:cs typeface="Calibri" panose="020F0502020204030204" pitchFamily="34" charset="0"/>
              </a:rPr>
              <a:t>Base</a:t>
            </a:r>
          </a:p>
        </p:txBody>
      </p:sp>
      <p:pic>
        <p:nvPicPr>
          <p:cNvPr id="66" name="Grafik 122">
            <a:extLst>
              <a:ext uri="{FF2B5EF4-FFF2-40B4-BE49-F238E27FC236}">
                <a16:creationId xmlns:a16="http://schemas.microsoft.com/office/drawing/2014/main" id="{BFFE27ED-3508-4E7C-2432-09DA48A204E8}"/>
              </a:ext>
            </a:extLst>
          </p:cNvPr>
          <p:cNvPicPr>
            <a:picLocks noChangeAspect="1"/>
          </p:cNvPicPr>
          <p:nvPr/>
        </p:nvPicPr>
        <p:blipFill>
          <a:blip r:embed="rId11"/>
          <a:stretch>
            <a:fillRect/>
          </a:stretch>
        </p:blipFill>
        <p:spPr>
          <a:xfrm>
            <a:off x="8693772" y="2134564"/>
            <a:ext cx="1147751" cy="1147751"/>
          </a:xfrm>
          <a:prstGeom prst="rect">
            <a:avLst/>
          </a:prstGeom>
        </p:spPr>
      </p:pic>
      <p:pic>
        <p:nvPicPr>
          <p:cNvPr id="68" name="Graphic 67" descr="Badge Question Mark with solid fill">
            <a:extLst>
              <a:ext uri="{FF2B5EF4-FFF2-40B4-BE49-F238E27FC236}">
                <a16:creationId xmlns:a16="http://schemas.microsoft.com/office/drawing/2014/main" id="{1818B1ED-1F81-CF52-30C1-8444EA0B1289}"/>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8716891" y="4839005"/>
            <a:ext cx="914400" cy="914400"/>
          </a:xfrm>
          <a:prstGeom prst="rect">
            <a:avLst/>
          </a:prstGeom>
        </p:spPr>
      </p:pic>
      <p:sp>
        <p:nvSpPr>
          <p:cNvPr id="2" name="Slide Number Placeholder 1">
            <a:extLst>
              <a:ext uri="{FF2B5EF4-FFF2-40B4-BE49-F238E27FC236}">
                <a16:creationId xmlns:a16="http://schemas.microsoft.com/office/drawing/2014/main" id="{C824A69B-0C38-B667-CBE1-D0EBFB19EBD3}"/>
              </a:ext>
            </a:extLst>
          </p:cNvPr>
          <p:cNvSpPr>
            <a:spLocks noGrp="1"/>
          </p:cNvSpPr>
          <p:nvPr>
            <p:ph type="sldNum" sz="quarter" idx="4"/>
          </p:nvPr>
        </p:nvSpPr>
        <p:spPr/>
        <p:txBody>
          <a:bodyPr/>
          <a:lstStyle/>
          <a:p>
            <a:fld id="{F8325A8C-A62D-5E4B-8AAC-68DD587E4A7D}" type="slidenum">
              <a:rPr lang="de-DE" smtClean="0"/>
              <a:t>11</a:t>
            </a:fld>
            <a:endParaRPr lang="de-DE" dirty="0"/>
          </a:p>
        </p:txBody>
      </p:sp>
    </p:spTree>
    <p:extLst>
      <p:ext uri="{BB962C8B-B14F-4D97-AF65-F5344CB8AC3E}">
        <p14:creationId xmlns:p14="http://schemas.microsoft.com/office/powerpoint/2010/main" val="16701099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5"/>
                                        </p:tgtEl>
                                        <p:attrNameLst>
                                          <p:attrName>style.visibility</p:attrName>
                                        </p:attrNameLst>
                                      </p:cBhvr>
                                      <p:to>
                                        <p:strVal val="visible"/>
                                      </p:to>
                                    </p:set>
                                    <p:animEffect transition="in" filter="fade">
                                      <p:cBhvr>
                                        <p:cTn id="7" dur="1000"/>
                                        <p:tgtEl>
                                          <p:spTgt spid="4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6"/>
                                        </p:tgtEl>
                                        <p:attrNameLst>
                                          <p:attrName>style.visibility</p:attrName>
                                        </p:attrNameLst>
                                      </p:cBhvr>
                                      <p:to>
                                        <p:strVal val="visible"/>
                                      </p:to>
                                    </p:set>
                                    <p:animEffect transition="in" filter="fade">
                                      <p:cBhvr>
                                        <p:cTn id="10" dur="1000"/>
                                        <p:tgtEl>
                                          <p:spTgt spid="46"/>
                                        </p:tgtEl>
                                      </p:cBhvr>
                                    </p:animEffect>
                                  </p:childTnLst>
                                </p:cTn>
                              </p:par>
                              <p:par>
                                <p:cTn id="11" presetID="10" presetClass="entr" presetSubtype="0" fill="hold" nodeType="withEffect">
                                  <p:stCondLst>
                                    <p:cond delay="0"/>
                                  </p:stCondLst>
                                  <p:childTnLst>
                                    <p:set>
                                      <p:cBhvr>
                                        <p:cTn id="12" dur="1" fill="hold">
                                          <p:stCondLst>
                                            <p:cond delay="0"/>
                                          </p:stCondLst>
                                        </p:cTn>
                                        <p:tgtEl>
                                          <p:spTgt spid="47"/>
                                        </p:tgtEl>
                                        <p:attrNameLst>
                                          <p:attrName>style.visibility</p:attrName>
                                        </p:attrNameLst>
                                      </p:cBhvr>
                                      <p:to>
                                        <p:strVal val="visible"/>
                                      </p:to>
                                    </p:set>
                                    <p:animEffect transition="in" filter="fade">
                                      <p:cBhvr>
                                        <p:cTn id="13" dur="1000"/>
                                        <p:tgtEl>
                                          <p:spTgt spid="47"/>
                                        </p:tgtEl>
                                      </p:cBhvr>
                                    </p:animEffect>
                                  </p:childTnLst>
                                </p:cTn>
                              </p:par>
                              <p:par>
                                <p:cTn id="14" presetID="10" presetClass="entr" presetSubtype="0" fill="hold" nodeType="withEffect">
                                  <p:stCondLst>
                                    <p:cond delay="0"/>
                                  </p:stCondLst>
                                  <p:childTnLst>
                                    <p:set>
                                      <p:cBhvr>
                                        <p:cTn id="15" dur="1" fill="hold">
                                          <p:stCondLst>
                                            <p:cond delay="0"/>
                                          </p:stCondLst>
                                        </p:cTn>
                                        <p:tgtEl>
                                          <p:spTgt spid="48"/>
                                        </p:tgtEl>
                                        <p:attrNameLst>
                                          <p:attrName>style.visibility</p:attrName>
                                        </p:attrNameLst>
                                      </p:cBhvr>
                                      <p:to>
                                        <p:strVal val="visible"/>
                                      </p:to>
                                    </p:set>
                                    <p:animEffect transition="in" filter="fade">
                                      <p:cBhvr>
                                        <p:cTn id="16" dur="1000"/>
                                        <p:tgtEl>
                                          <p:spTgt spid="4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50"/>
                                        </p:tgtEl>
                                        <p:attrNameLst>
                                          <p:attrName>style.visibility</p:attrName>
                                        </p:attrNameLst>
                                      </p:cBhvr>
                                      <p:to>
                                        <p:strVal val="visible"/>
                                      </p:to>
                                    </p:set>
                                    <p:animEffect transition="in" filter="fade">
                                      <p:cBhvr>
                                        <p:cTn id="19" dur="1000"/>
                                        <p:tgtEl>
                                          <p:spTgt spid="5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60"/>
                                        </p:tgtEl>
                                        <p:attrNameLst>
                                          <p:attrName>style.visibility</p:attrName>
                                        </p:attrNameLst>
                                      </p:cBhvr>
                                      <p:to>
                                        <p:strVal val="visible"/>
                                      </p:to>
                                    </p:set>
                                    <p:animEffect transition="in" filter="fade">
                                      <p:cBhvr>
                                        <p:cTn id="22" dur="1000"/>
                                        <p:tgtEl>
                                          <p:spTgt spid="6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animEffect transition="in" filter="fade">
                                      <p:cBhvr>
                                        <p:cTn id="25" dur="1000"/>
                                        <p:tgtEl>
                                          <p:spTgt spid="6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62"/>
                                        </p:tgtEl>
                                        <p:attrNameLst>
                                          <p:attrName>style.visibility</p:attrName>
                                        </p:attrNameLst>
                                      </p:cBhvr>
                                      <p:to>
                                        <p:strVal val="visible"/>
                                      </p:to>
                                    </p:set>
                                    <p:animEffect transition="in" filter="fade">
                                      <p:cBhvr>
                                        <p:cTn id="28" dur="1000"/>
                                        <p:tgtEl>
                                          <p:spTgt spid="62"/>
                                        </p:tgtEl>
                                      </p:cBhvr>
                                    </p:animEffect>
                                  </p:childTnLst>
                                </p:cTn>
                              </p:par>
                              <p:par>
                                <p:cTn id="29" presetID="10" presetClass="entr" presetSubtype="0" fill="hold"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1000"/>
                                        <p:tgtEl>
                                          <p:spTgt spid="66"/>
                                        </p:tgtEl>
                                      </p:cBhvr>
                                    </p:animEffect>
                                  </p:childTnLst>
                                </p:cTn>
                              </p:par>
                              <p:par>
                                <p:cTn id="32" presetID="10" presetClass="entr" presetSubtype="0" fill="hold" nodeType="withEffect">
                                  <p:stCondLst>
                                    <p:cond delay="0"/>
                                  </p:stCondLst>
                                  <p:childTnLst>
                                    <p:set>
                                      <p:cBhvr>
                                        <p:cTn id="33" dur="1" fill="hold">
                                          <p:stCondLst>
                                            <p:cond delay="0"/>
                                          </p:stCondLst>
                                        </p:cTn>
                                        <p:tgtEl>
                                          <p:spTgt spid="68"/>
                                        </p:tgtEl>
                                        <p:attrNameLst>
                                          <p:attrName>style.visibility</p:attrName>
                                        </p:attrNameLst>
                                      </p:cBhvr>
                                      <p:to>
                                        <p:strVal val="visible"/>
                                      </p:to>
                                    </p:set>
                                    <p:animEffect transition="in" filter="fade">
                                      <p:cBhvr>
                                        <p:cTn id="34" dur="1000"/>
                                        <p:tgtEl>
                                          <p:spTgt spid="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P spid="46" grpId="0"/>
      <p:bldP spid="50" grpId="0"/>
      <p:bldP spid="60" grpId="0" animBg="1"/>
      <p:bldP spid="61" grpId="0" animBg="1"/>
      <p:bldP spid="62"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9E88F001-DE30-9626-B253-460BBCFCC02E}"/>
            </a:ext>
          </a:extLst>
        </p:cNvPr>
        <p:cNvGrpSpPr/>
        <p:nvPr/>
      </p:nvGrpSpPr>
      <p:grpSpPr>
        <a:xfrm>
          <a:off x="0" y="0"/>
          <a:ext cx="0" cy="0"/>
          <a:chOff x="0" y="0"/>
          <a:chExt cx="0" cy="0"/>
        </a:xfrm>
      </p:grpSpPr>
      <p:sp>
        <p:nvSpPr>
          <p:cNvPr id="46" name="Textfeld 66">
            <a:extLst>
              <a:ext uri="{FF2B5EF4-FFF2-40B4-BE49-F238E27FC236}">
                <a16:creationId xmlns:a16="http://schemas.microsoft.com/office/drawing/2014/main" id="{4E0A20FA-1C0A-C719-1345-40A9D81260EE}"/>
              </a:ext>
            </a:extLst>
          </p:cNvPr>
          <p:cNvSpPr txBox="1"/>
          <p:nvPr/>
        </p:nvSpPr>
        <p:spPr>
          <a:xfrm>
            <a:off x="314960" y="977384"/>
            <a:ext cx="11562080" cy="707886"/>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2000" b="1" dirty="0">
                <a:solidFill>
                  <a:srgbClr val="111C38"/>
                </a:solidFill>
                <a:latin typeface="Calibri" panose="020F0502020204030204" pitchFamily="34" charset="0"/>
                <a:cs typeface="Calibri" panose="020F0502020204030204" pitchFamily="34" charset="0"/>
              </a:rPr>
              <a:t>A: Yes                       B: No</a:t>
            </a:r>
          </a:p>
        </p:txBody>
      </p:sp>
      <p:sp>
        <p:nvSpPr>
          <p:cNvPr id="2" name="Textfeld 66">
            <a:extLst>
              <a:ext uri="{FF2B5EF4-FFF2-40B4-BE49-F238E27FC236}">
                <a16:creationId xmlns:a16="http://schemas.microsoft.com/office/drawing/2014/main" id="{7EEA5CDF-5484-AB17-F1E9-04E8F6D9D363}"/>
              </a:ext>
            </a:extLst>
          </p:cNvPr>
          <p:cNvSpPr txBox="1"/>
          <p:nvPr/>
        </p:nvSpPr>
        <p:spPr>
          <a:xfrm>
            <a:off x="586916" y="2449190"/>
            <a:ext cx="2471243"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Respond solely with A or B.</a:t>
            </a:r>
          </a:p>
          <a:p>
            <a:pPr algn="ctr"/>
            <a:r>
              <a:rPr lang="en-US" sz="1500" b="1" dirty="0">
                <a:solidFill>
                  <a:schemeClr val="bg1"/>
                </a:solidFill>
                <a:latin typeface="Calibri" panose="020F0502020204030204" pitchFamily="34" charset="0"/>
                <a:cs typeface="Calibri" panose="020F0502020204030204" pitchFamily="34" charset="0"/>
              </a:rPr>
              <a:t>A: Yes                       B: No</a:t>
            </a:r>
          </a:p>
        </p:txBody>
      </p:sp>
      <p:sp>
        <p:nvSpPr>
          <p:cNvPr id="3" name="Textfeld 66">
            <a:extLst>
              <a:ext uri="{FF2B5EF4-FFF2-40B4-BE49-F238E27FC236}">
                <a16:creationId xmlns:a16="http://schemas.microsoft.com/office/drawing/2014/main" id="{91E966CA-5264-53A2-D937-A12A6216B26C}"/>
              </a:ext>
            </a:extLst>
          </p:cNvPr>
          <p:cNvSpPr txBox="1"/>
          <p:nvPr/>
        </p:nvSpPr>
        <p:spPr>
          <a:xfrm>
            <a:off x="3441007" y="2449190"/>
            <a:ext cx="5309985"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Respond solely by repeating one of the following options exactly.</a:t>
            </a:r>
          </a:p>
          <a:p>
            <a:pPr algn="ctr"/>
            <a:r>
              <a:rPr lang="en-US" sz="1500" b="1" dirty="0">
                <a:solidFill>
                  <a:schemeClr val="bg1"/>
                </a:solidFill>
                <a:latin typeface="Calibri" panose="020F0502020204030204" pitchFamily="34" charset="0"/>
                <a:cs typeface="Calibri" panose="020F0502020204030204" pitchFamily="34" charset="0"/>
              </a:rPr>
              <a:t>Yes                       No</a:t>
            </a:r>
          </a:p>
        </p:txBody>
      </p:sp>
      <p:sp>
        <p:nvSpPr>
          <p:cNvPr id="4" name="Textfeld 66">
            <a:extLst>
              <a:ext uri="{FF2B5EF4-FFF2-40B4-BE49-F238E27FC236}">
                <a16:creationId xmlns:a16="http://schemas.microsoft.com/office/drawing/2014/main" id="{8C31287E-C4BD-2340-1225-059BD7F665D5}"/>
              </a:ext>
            </a:extLst>
          </p:cNvPr>
          <p:cNvSpPr txBox="1"/>
          <p:nvPr/>
        </p:nvSpPr>
        <p:spPr>
          <a:xfrm>
            <a:off x="9133840" y="2449190"/>
            <a:ext cx="2743200"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Do you prefer ”Yes” over “No”? </a:t>
            </a:r>
            <a:br>
              <a:rPr lang="en-US" sz="1500" b="1" dirty="0">
                <a:solidFill>
                  <a:schemeClr val="bg1"/>
                </a:solidFill>
                <a:latin typeface="Calibri" panose="020F0502020204030204" pitchFamily="34" charset="0"/>
                <a:cs typeface="Calibri" panose="020F0502020204030204" pitchFamily="34" charset="0"/>
              </a:rPr>
            </a:br>
            <a:r>
              <a:rPr lang="en-US" sz="1500" b="1" dirty="0">
                <a:solidFill>
                  <a:schemeClr val="bg1"/>
                </a:solidFill>
                <a:latin typeface="Calibri" panose="020F0502020204030204" pitchFamily="34" charset="0"/>
                <a:cs typeface="Calibri" panose="020F0502020204030204" pitchFamily="34" charset="0"/>
              </a:rPr>
              <a:t>Respond solely with yes or no.</a:t>
            </a:r>
          </a:p>
        </p:txBody>
      </p:sp>
      <p:cxnSp>
        <p:nvCxnSpPr>
          <p:cNvPr id="5" name="!!Curved Connector 4">
            <a:extLst>
              <a:ext uri="{FF2B5EF4-FFF2-40B4-BE49-F238E27FC236}">
                <a16:creationId xmlns:a16="http://schemas.microsoft.com/office/drawing/2014/main" id="{E9CBCCE1-7F32-8363-EA44-3CBD3430D731}"/>
              </a:ext>
            </a:extLst>
          </p:cNvPr>
          <p:cNvCxnSpPr>
            <a:cxnSpLocks/>
            <a:stCxn id="6" idx="2"/>
            <a:endCxn id="3" idx="0"/>
          </p:cNvCxnSpPr>
          <p:nvPr/>
        </p:nvCxnSpPr>
        <p:spPr>
          <a:xfrm rot="16200000" flipH="1">
            <a:off x="5909508" y="2269048"/>
            <a:ext cx="360284"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05032768-0F9A-9A55-82C1-8859BE4CCF0C}"/>
              </a:ext>
            </a:extLst>
          </p:cNvPr>
          <p:cNvSpPr/>
          <p:nvPr/>
        </p:nvSpPr>
        <p:spPr>
          <a:xfrm>
            <a:off x="4632325" y="1620906"/>
            <a:ext cx="2914650" cy="46800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b="1" dirty="0">
                <a:latin typeface="Calibri" panose="020F0502020204030204" pitchFamily="34" charset="0"/>
                <a:cs typeface="Calibri" panose="020F0502020204030204" pitchFamily="34" charset="0"/>
              </a:rPr>
              <a:t>3 question forms</a:t>
            </a:r>
          </a:p>
        </p:txBody>
      </p:sp>
      <p:cxnSp>
        <p:nvCxnSpPr>
          <p:cNvPr id="7" name="!!Curved Connector 6">
            <a:extLst>
              <a:ext uri="{FF2B5EF4-FFF2-40B4-BE49-F238E27FC236}">
                <a16:creationId xmlns:a16="http://schemas.microsoft.com/office/drawing/2014/main" id="{1E567C25-6B9F-18C8-5464-22BA45710E43}"/>
              </a:ext>
            </a:extLst>
          </p:cNvPr>
          <p:cNvCxnSpPr>
            <a:cxnSpLocks/>
            <a:endCxn id="6" idx="0"/>
          </p:cNvCxnSpPr>
          <p:nvPr/>
        </p:nvCxnSpPr>
        <p:spPr>
          <a:xfrm rot="5400000">
            <a:off x="5937628" y="1462534"/>
            <a:ext cx="316744"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 name="!!Curved Connector 7">
            <a:extLst>
              <a:ext uri="{FF2B5EF4-FFF2-40B4-BE49-F238E27FC236}">
                <a16:creationId xmlns:a16="http://schemas.microsoft.com/office/drawing/2014/main" id="{46A0D230-EE0A-F611-3B00-00C85944F99E}"/>
              </a:ext>
            </a:extLst>
          </p:cNvPr>
          <p:cNvCxnSpPr>
            <a:cxnSpLocks/>
            <a:stCxn id="6" idx="2"/>
            <a:endCxn id="4" idx="0"/>
          </p:cNvCxnSpPr>
          <p:nvPr/>
        </p:nvCxnSpPr>
        <p:spPr>
          <a:xfrm rot="16200000" flipH="1">
            <a:off x="8117403" y="61153"/>
            <a:ext cx="360284" cy="441579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Curved Connector 8">
            <a:extLst>
              <a:ext uri="{FF2B5EF4-FFF2-40B4-BE49-F238E27FC236}">
                <a16:creationId xmlns:a16="http://schemas.microsoft.com/office/drawing/2014/main" id="{912B8F7C-6289-7DEC-3703-06338D2700E0}"/>
              </a:ext>
            </a:extLst>
          </p:cNvPr>
          <p:cNvCxnSpPr>
            <a:cxnSpLocks/>
            <a:stCxn id="6" idx="2"/>
            <a:endCxn id="2" idx="0"/>
          </p:cNvCxnSpPr>
          <p:nvPr/>
        </p:nvCxnSpPr>
        <p:spPr>
          <a:xfrm rot="5400000">
            <a:off x="3775952" y="135492"/>
            <a:ext cx="360284" cy="4267112"/>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Textfeld 66">
            <a:extLst>
              <a:ext uri="{FF2B5EF4-FFF2-40B4-BE49-F238E27FC236}">
                <a16:creationId xmlns:a16="http://schemas.microsoft.com/office/drawing/2014/main" id="{1936865A-F39E-FA00-D511-797F9A3C9BDA}"/>
              </a:ext>
            </a:extLst>
          </p:cNvPr>
          <p:cNvSpPr txBox="1"/>
          <p:nvPr/>
        </p:nvSpPr>
        <p:spPr>
          <a:xfrm>
            <a:off x="586916" y="3944751"/>
            <a:ext cx="2471243"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Respond solely with A or B.</a:t>
            </a:r>
          </a:p>
          <a:p>
            <a:pPr algn="ctr"/>
            <a:r>
              <a:rPr lang="en-US" sz="1500" b="1" dirty="0">
                <a:solidFill>
                  <a:schemeClr val="bg1"/>
                </a:solidFill>
                <a:latin typeface="Calibri" panose="020F0502020204030204" pitchFamily="34" charset="0"/>
                <a:cs typeface="Calibri" panose="020F0502020204030204" pitchFamily="34" charset="0"/>
              </a:rPr>
              <a:t>A: No                       B: Yes</a:t>
            </a:r>
          </a:p>
        </p:txBody>
      </p:sp>
      <p:sp>
        <p:nvSpPr>
          <p:cNvPr id="11" name="Textfeld 66">
            <a:extLst>
              <a:ext uri="{FF2B5EF4-FFF2-40B4-BE49-F238E27FC236}">
                <a16:creationId xmlns:a16="http://schemas.microsoft.com/office/drawing/2014/main" id="{A1BF981A-329D-8E89-70F8-A2AB76203367}"/>
              </a:ext>
            </a:extLst>
          </p:cNvPr>
          <p:cNvSpPr txBox="1"/>
          <p:nvPr/>
        </p:nvSpPr>
        <p:spPr>
          <a:xfrm>
            <a:off x="3441572" y="3944753"/>
            <a:ext cx="5309985"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Respond solely by repeating one of the following options exactly.</a:t>
            </a:r>
          </a:p>
          <a:p>
            <a:pPr algn="ctr"/>
            <a:r>
              <a:rPr lang="en-US" sz="1500" b="1" dirty="0">
                <a:solidFill>
                  <a:schemeClr val="bg1"/>
                </a:solidFill>
                <a:latin typeface="Calibri" panose="020F0502020204030204" pitchFamily="34" charset="0"/>
                <a:cs typeface="Calibri" panose="020F0502020204030204" pitchFamily="34" charset="0"/>
              </a:rPr>
              <a:t>No                       Yes</a:t>
            </a:r>
          </a:p>
        </p:txBody>
      </p:sp>
      <p:sp>
        <p:nvSpPr>
          <p:cNvPr id="12" name="Textfeld 66">
            <a:extLst>
              <a:ext uri="{FF2B5EF4-FFF2-40B4-BE49-F238E27FC236}">
                <a16:creationId xmlns:a16="http://schemas.microsoft.com/office/drawing/2014/main" id="{F020D14A-49BE-1537-9CCE-2E9D5DAA0758}"/>
              </a:ext>
            </a:extLst>
          </p:cNvPr>
          <p:cNvSpPr txBox="1"/>
          <p:nvPr/>
        </p:nvSpPr>
        <p:spPr>
          <a:xfrm>
            <a:off x="9133840" y="3944751"/>
            <a:ext cx="2743200" cy="553998"/>
          </a:xfrm>
          <a:prstGeom prst="rect">
            <a:avLst/>
          </a:prstGeom>
          <a:noFill/>
        </p:spPr>
        <p:txBody>
          <a:bodyPr wrap="square">
            <a:spAutoFit/>
          </a:bodyPr>
          <a:lstStyle/>
          <a:p>
            <a:pPr algn="ctr"/>
            <a:r>
              <a:rPr lang="en-US" sz="1500" b="1" dirty="0">
                <a:solidFill>
                  <a:schemeClr val="bg1"/>
                </a:solidFill>
                <a:latin typeface="Calibri" panose="020F0502020204030204" pitchFamily="34" charset="0"/>
                <a:cs typeface="Calibri" panose="020F0502020204030204" pitchFamily="34" charset="0"/>
              </a:rPr>
              <a:t>Do you prefer ”No” over “Yes”? </a:t>
            </a:r>
            <a:br>
              <a:rPr lang="en-US" sz="1500" b="1" dirty="0">
                <a:solidFill>
                  <a:schemeClr val="bg1"/>
                </a:solidFill>
                <a:latin typeface="Calibri" panose="020F0502020204030204" pitchFamily="34" charset="0"/>
                <a:cs typeface="Calibri" panose="020F0502020204030204" pitchFamily="34" charset="0"/>
              </a:rPr>
            </a:br>
            <a:r>
              <a:rPr lang="en-US" sz="1500" b="1" dirty="0">
                <a:solidFill>
                  <a:schemeClr val="bg1"/>
                </a:solidFill>
                <a:latin typeface="Calibri" panose="020F0502020204030204" pitchFamily="34" charset="0"/>
                <a:cs typeface="Calibri" panose="020F0502020204030204" pitchFamily="34" charset="0"/>
              </a:rPr>
              <a:t>Respond solely with yes or no.</a:t>
            </a:r>
          </a:p>
        </p:txBody>
      </p:sp>
      <p:cxnSp>
        <p:nvCxnSpPr>
          <p:cNvPr id="13" name="!!Curved Connector 12">
            <a:extLst>
              <a:ext uri="{FF2B5EF4-FFF2-40B4-BE49-F238E27FC236}">
                <a16:creationId xmlns:a16="http://schemas.microsoft.com/office/drawing/2014/main" id="{47FDC6EA-35B6-1911-1348-1715E69531C7}"/>
              </a:ext>
            </a:extLst>
          </p:cNvPr>
          <p:cNvCxnSpPr>
            <a:cxnSpLocks/>
            <a:endCxn id="16" idx="0"/>
          </p:cNvCxnSpPr>
          <p:nvPr/>
        </p:nvCxnSpPr>
        <p:spPr>
          <a:xfrm rot="16200000" flipH="1">
            <a:off x="5967864" y="3067952"/>
            <a:ext cx="25627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urved Connector 13">
            <a:extLst>
              <a:ext uri="{FF2B5EF4-FFF2-40B4-BE49-F238E27FC236}">
                <a16:creationId xmlns:a16="http://schemas.microsoft.com/office/drawing/2014/main" id="{26449A64-FD30-3720-D4EE-4DCB3A3775A6}"/>
              </a:ext>
            </a:extLst>
          </p:cNvPr>
          <p:cNvCxnSpPr>
            <a:cxnSpLocks/>
          </p:cNvCxnSpPr>
          <p:nvPr/>
        </p:nvCxnSpPr>
        <p:spPr>
          <a:xfrm rot="16200000" flipH="1">
            <a:off x="10379440" y="3070089"/>
            <a:ext cx="252000"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D9816464-2AD5-3D9C-5F88-D23C247FD9D3}"/>
              </a:ext>
            </a:extLst>
          </p:cNvPr>
          <p:cNvCxnSpPr>
            <a:cxnSpLocks/>
          </p:cNvCxnSpPr>
          <p:nvPr/>
        </p:nvCxnSpPr>
        <p:spPr>
          <a:xfrm rot="16200000" flipH="1">
            <a:off x="1694401" y="3067953"/>
            <a:ext cx="256275"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306858D7-5213-B7ED-2CF0-351BA735C1B0}"/>
              </a:ext>
            </a:extLst>
          </p:cNvPr>
          <p:cNvSpPr/>
          <p:nvPr/>
        </p:nvSpPr>
        <p:spPr>
          <a:xfrm>
            <a:off x="947751" y="3196090"/>
            <a:ext cx="10308771" cy="46800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S</a:t>
            </a:r>
            <a:r>
              <a:rPr lang="en-DE" b="1" dirty="0">
                <a:latin typeface="Calibri" panose="020F0502020204030204" pitchFamily="34" charset="0"/>
                <a:cs typeface="Calibri" panose="020F0502020204030204" pitchFamily="34" charset="0"/>
              </a:rPr>
              <a:t>wap answer ordering</a:t>
            </a:r>
          </a:p>
        </p:txBody>
      </p:sp>
      <p:cxnSp>
        <p:nvCxnSpPr>
          <p:cNvPr id="17" name="!!Curved Connector 16">
            <a:extLst>
              <a:ext uri="{FF2B5EF4-FFF2-40B4-BE49-F238E27FC236}">
                <a16:creationId xmlns:a16="http://schemas.microsoft.com/office/drawing/2014/main" id="{7A8EE447-7271-9BC9-C362-8C34533D9F63}"/>
              </a:ext>
            </a:extLst>
          </p:cNvPr>
          <p:cNvCxnSpPr>
            <a:cxnSpLocks/>
          </p:cNvCxnSpPr>
          <p:nvPr/>
        </p:nvCxnSpPr>
        <p:spPr>
          <a:xfrm rot="16200000" flipH="1">
            <a:off x="5985242" y="3788713"/>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urved Connector 17">
            <a:extLst>
              <a:ext uri="{FF2B5EF4-FFF2-40B4-BE49-F238E27FC236}">
                <a16:creationId xmlns:a16="http://schemas.microsoft.com/office/drawing/2014/main" id="{108E1981-B25F-10CA-A6AC-5D304BA6A4DA}"/>
              </a:ext>
            </a:extLst>
          </p:cNvPr>
          <p:cNvCxnSpPr>
            <a:cxnSpLocks/>
          </p:cNvCxnSpPr>
          <p:nvPr/>
        </p:nvCxnSpPr>
        <p:spPr>
          <a:xfrm rot="16200000" flipH="1">
            <a:off x="10394682" y="3788714"/>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61D268CC-CFB1-4641-21A4-3720EE433F78}"/>
              </a:ext>
            </a:extLst>
          </p:cNvPr>
          <p:cNvCxnSpPr>
            <a:cxnSpLocks/>
          </p:cNvCxnSpPr>
          <p:nvPr/>
        </p:nvCxnSpPr>
        <p:spPr>
          <a:xfrm rot="16200000" flipH="1">
            <a:off x="1711780" y="3788715"/>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9F7B23A9-00C5-9F70-A447-102395B25317}"/>
              </a:ext>
            </a:extLst>
          </p:cNvPr>
          <p:cNvCxnSpPr>
            <a:cxnSpLocks/>
            <a:endCxn id="23" idx="0"/>
          </p:cNvCxnSpPr>
          <p:nvPr/>
        </p:nvCxnSpPr>
        <p:spPr>
          <a:xfrm rot="16200000" flipH="1">
            <a:off x="5957514" y="4576238"/>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urved Connector 20">
            <a:extLst>
              <a:ext uri="{FF2B5EF4-FFF2-40B4-BE49-F238E27FC236}">
                <a16:creationId xmlns:a16="http://schemas.microsoft.com/office/drawing/2014/main" id="{353936A2-7E7F-D06D-021B-26AE97C48D51}"/>
              </a:ext>
            </a:extLst>
          </p:cNvPr>
          <p:cNvCxnSpPr>
            <a:cxnSpLocks/>
          </p:cNvCxnSpPr>
          <p:nvPr/>
        </p:nvCxnSpPr>
        <p:spPr>
          <a:xfrm rot="16200000" flipH="1">
            <a:off x="10366954" y="4576239"/>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A0839E33-816F-8A90-06CB-A622DAD66A34}"/>
              </a:ext>
            </a:extLst>
          </p:cNvPr>
          <p:cNvCxnSpPr>
            <a:cxnSpLocks/>
          </p:cNvCxnSpPr>
          <p:nvPr/>
        </p:nvCxnSpPr>
        <p:spPr>
          <a:xfrm rot="16200000" flipH="1">
            <a:off x="1684052" y="4576240"/>
            <a:ext cx="251999"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0A269393-67F2-6135-E54E-7CF91E8DAA7B}"/>
              </a:ext>
            </a:extLst>
          </p:cNvPr>
          <p:cNvSpPr/>
          <p:nvPr/>
        </p:nvSpPr>
        <p:spPr>
          <a:xfrm>
            <a:off x="935264" y="4702239"/>
            <a:ext cx="10308771" cy="468000"/>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latin typeface="Calibri" panose="020F0502020204030204" pitchFamily="34" charset="0"/>
                <a:cs typeface="Calibri" panose="020F0502020204030204" pitchFamily="34" charset="0"/>
              </a:rPr>
              <a:t>Prompt 10 times</a:t>
            </a:r>
            <a:endParaRPr lang="en-DE" b="1" dirty="0">
              <a:latin typeface="Calibri" panose="020F0502020204030204" pitchFamily="34" charset="0"/>
              <a:cs typeface="Calibri" panose="020F0502020204030204" pitchFamily="34" charset="0"/>
            </a:endParaRPr>
          </a:p>
        </p:txBody>
      </p:sp>
      <p:cxnSp>
        <p:nvCxnSpPr>
          <p:cNvPr id="24" name="!!Curved Connector 23">
            <a:extLst>
              <a:ext uri="{FF2B5EF4-FFF2-40B4-BE49-F238E27FC236}">
                <a16:creationId xmlns:a16="http://schemas.microsoft.com/office/drawing/2014/main" id="{EB093C13-6E66-A888-A75E-5E30927617D8}"/>
              </a:ext>
            </a:extLst>
          </p:cNvPr>
          <p:cNvCxnSpPr>
            <a:cxnSpLocks/>
          </p:cNvCxnSpPr>
          <p:nvPr/>
        </p:nvCxnSpPr>
        <p:spPr>
          <a:xfrm rot="16200000" flipH="1">
            <a:off x="5972754" y="5294864"/>
            <a:ext cx="252000"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DE5BE930-C53A-898E-E46A-E8D99FF6F7FD}"/>
              </a:ext>
            </a:extLst>
          </p:cNvPr>
          <p:cNvCxnSpPr>
            <a:cxnSpLocks/>
          </p:cNvCxnSpPr>
          <p:nvPr/>
        </p:nvCxnSpPr>
        <p:spPr>
          <a:xfrm rot="16200000" flipH="1">
            <a:off x="10382194" y="5294865"/>
            <a:ext cx="252000"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A9698933-2B19-0D3D-1C26-A44A95017F99}"/>
              </a:ext>
            </a:extLst>
          </p:cNvPr>
          <p:cNvCxnSpPr>
            <a:cxnSpLocks/>
          </p:cNvCxnSpPr>
          <p:nvPr/>
        </p:nvCxnSpPr>
        <p:spPr>
          <a:xfrm rot="16200000" flipH="1">
            <a:off x="1699292" y="5294866"/>
            <a:ext cx="252000"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1" name="Textfeld 66">
            <a:extLst>
              <a:ext uri="{FF2B5EF4-FFF2-40B4-BE49-F238E27FC236}">
                <a16:creationId xmlns:a16="http://schemas.microsoft.com/office/drawing/2014/main" id="{3CFAAC1B-A876-FF24-8623-3958F5F2ED67}"/>
              </a:ext>
            </a:extLst>
          </p:cNvPr>
          <p:cNvSpPr txBox="1"/>
          <p:nvPr/>
        </p:nvSpPr>
        <p:spPr>
          <a:xfrm>
            <a:off x="585439" y="5926204"/>
            <a:ext cx="2471243" cy="553998"/>
          </a:xfrm>
          <a:prstGeom prst="rect">
            <a:avLst/>
          </a:prstGeom>
          <a:noFill/>
        </p:spPr>
        <p:txBody>
          <a:bodyPr wrap="square">
            <a:spAutoFit/>
          </a:bodyPr>
          <a:lstStyle/>
          <a:p>
            <a:pPr algn="ctr"/>
            <a:r>
              <a:rPr lang="en-US" sz="1500" b="1" dirty="0">
                <a:solidFill>
                  <a:schemeClr val="bg1">
                    <a:lumMod val="95000"/>
                  </a:schemeClr>
                </a:solidFill>
                <a:latin typeface="Calibri" panose="020F0502020204030204" pitchFamily="34" charset="0"/>
                <a:cs typeface="Calibri" panose="020F0502020204030204" pitchFamily="34" charset="0"/>
              </a:rPr>
              <a:t>Respond solely with A or B.</a:t>
            </a:r>
          </a:p>
          <a:p>
            <a:pPr algn="ctr"/>
            <a:r>
              <a:rPr lang="en-US" sz="1500" b="1" dirty="0">
                <a:solidFill>
                  <a:schemeClr val="bg1">
                    <a:lumMod val="95000"/>
                  </a:schemeClr>
                </a:solidFill>
                <a:latin typeface="Calibri" panose="020F0502020204030204" pitchFamily="34" charset="0"/>
                <a:cs typeface="Calibri" panose="020F0502020204030204" pitchFamily="34" charset="0"/>
              </a:rPr>
              <a:t>A: No                       B: Yes</a:t>
            </a:r>
          </a:p>
        </p:txBody>
      </p:sp>
      <p:sp>
        <p:nvSpPr>
          <p:cNvPr id="52" name="Textfeld 66">
            <a:extLst>
              <a:ext uri="{FF2B5EF4-FFF2-40B4-BE49-F238E27FC236}">
                <a16:creationId xmlns:a16="http://schemas.microsoft.com/office/drawing/2014/main" id="{D8E74EDA-1C8C-4D94-48F8-942AEECD88C3}"/>
              </a:ext>
            </a:extLst>
          </p:cNvPr>
          <p:cNvSpPr txBox="1"/>
          <p:nvPr/>
        </p:nvSpPr>
        <p:spPr>
          <a:xfrm>
            <a:off x="3440095" y="5926206"/>
            <a:ext cx="5309985" cy="553998"/>
          </a:xfrm>
          <a:prstGeom prst="rect">
            <a:avLst/>
          </a:prstGeom>
          <a:noFill/>
        </p:spPr>
        <p:txBody>
          <a:bodyPr wrap="square">
            <a:spAutoFit/>
          </a:bodyPr>
          <a:lstStyle/>
          <a:p>
            <a:pPr algn="ctr"/>
            <a:r>
              <a:rPr lang="en-US" sz="1500" b="1" dirty="0">
                <a:solidFill>
                  <a:schemeClr val="bg1">
                    <a:lumMod val="95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1500" b="1" dirty="0">
                <a:solidFill>
                  <a:schemeClr val="bg1">
                    <a:lumMod val="95000"/>
                  </a:schemeClr>
                </a:solidFill>
                <a:latin typeface="Calibri" panose="020F0502020204030204" pitchFamily="34" charset="0"/>
                <a:cs typeface="Calibri" panose="020F0502020204030204" pitchFamily="34" charset="0"/>
              </a:rPr>
              <a:t>No                       Yes</a:t>
            </a:r>
          </a:p>
        </p:txBody>
      </p:sp>
      <p:sp>
        <p:nvSpPr>
          <p:cNvPr id="53" name="Textfeld 66">
            <a:extLst>
              <a:ext uri="{FF2B5EF4-FFF2-40B4-BE49-F238E27FC236}">
                <a16:creationId xmlns:a16="http://schemas.microsoft.com/office/drawing/2014/main" id="{3C06AA5F-67DC-9F7D-050C-2358DEFC2479}"/>
              </a:ext>
            </a:extLst>
          </p:cNvPr>
          <p:cNvSpPr txBox="1"/>
          <p:nvPr/>
        </p:nvSpPr>
        <p:spPr>
          <a:xfrm>
            <a:off x="9132363" y="5926204"/>
            <a:ext cx="2743200" cy="553998"/>
          </a:xfrm>
          <a:prstGeom prst="rect">
            <a:avLst/>
          </a:prstGeom>
          <a:noFill/>
        </p:spPr>
        <p:txBody>
          <a:bodyPr wrap="square">
            <a:spAutoFit/>
          </a:bodyPr>
          <a:lstStyle/>
          <a:p>
            <a:pPr algn="ctr"/>
            <a:r>
              <a:rPr lang="en-US" sz="1500" b="1" dirty="0">
                <a:solidFill>
                  <a:schemeClr val="bg1">
                    <a:lumMod val="95000"/>
                  </a:schemeClr>
                </a:solidFill>
                <a:latin typeface="Calibri" panose="020F0502020204030204" pitchFamily="34" charset="0"/>
                <a:cs typeface="Calibri" panose="020F0502020204030204" pitchFamily="34" charset="0"/>
              </a:rPr>
              <a:t>Do you prefer ”No” over “Yes”? </a:t>
            </a:r>
            <a:br>
              <a:rPr lang="en-US" sz="1500" b="1" dirty="0">
                <a:solidFill>
                  <a:schemeClr val="bg1">
                    <a:lumMod val="95000"/>
                  </a:schemeClr>
                </a:solidFill>
                <a:latin typeface="Calibri" panose="020F0502020204030204" pitchFamily="34" charset="0"/>
                <a:cs typeface="Calibri" panose="020F0502020204030204" pitchFamily="34" charset="0"/>
              </a:rPr>
            </a:br>
            <a:r>
              <a:rPr lang="en-US" sz="1500" b="1" dirty="0">
                <a:solidFill>
                  <a:schemeClr val="bg1">
                    <a:lumMod val="95000"/>
                  </a:schemeClr>
                </a:solidFill>
                <a:latin typeface="Calibri" panose="020F0502020204030204" pitchFamily="34" charset="0"/>
                <a:cs typeface="Calibri" panose="020F0502020204030204" pitchFamily="34" charset="0"/>
              </a:rPr>
              <a:t>Respond solely with yes or no.</a:t>
            </a:r>
          </a:p>
        </p:txBody>
      </p:sp>
      <p:sp>
        <p:nvSpPr>
          <p:cNvPr id="54" name="Textfeld 66">
            <a:extLst>
              <a:ext uri="{FF2B5EF4-FFF2-40B4-BE49-F238E27FC236}">
                <a16:creationId xmlns:a16="http://schemas.microsoft.com/office/drawing/2014/main" id="{A586BBE0-D503-E0BC-C234-F48CD7A2C92F}"/>
              </a:ext>
            </a:extLst>
          </p:cNvPr>
          <p:cNvSpPr txBox="1"/>
          <p:nvPr/>
        </p:nvSpPr>
        <p:spPr>
          <a:xfrm>
            <a:off x="613510" y="5790409"/>
            <a:ext cx="2471243"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Respond solely with A or B.</a:t>
            </a:r>
          </a:p>
          <a:p>
            <a:pPr algn="ctr"/>
            <a:r>
              <a:rPr lang="en-US" sz="1500" b="1" dirty="0">
                <a:solidFill>
                  <a:schemeClr val="bg1">
                    <a:alpha val="50000"/>
                  </a:schemeClr>
                </a:solidFill>
                <a:latin typeface="Calibri" panose="020F0502020204030204" pitchFamily="34" charset="0"/>
                <a:cs typeface="Calibri" panose="020F0502020204030204" pitchFamily="34" charset="0"/>
              </a:rPr>
              <a:t>A: No                       B: Yes</a:t>
            </a:r>
          </a:p>
        </p:txBody>
      </p:sp>
      <p:sp>
        <p:nvSpPr>
          <p:cNvPr id="55" name="Textfeld 66">
            <a:extLst>
              <a:ext uri="{FF2B5EF4-FFF2-40B4-BE49-F238E27FC236}">
                <a16:creationId xmlns:a16="http://schemas.microsoft.com/office/drawing/2014/main" id="{2C5297EE-0889-FD11-0FF6-09C5558CDAB2}"/>
              </a:ext>
            </a:extLst>
          </p:cNvPr>
          <p:cNvSpPr txBox="1"/>
          <p:nvPr/>
        </p:nvSpPr>
        <p:spPr>
          <a:xfrm>
            <a:off x="3468166" y="5790411"/>
            <a:ext cx="5309985"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1500" b="1" dirty="0">
                <a:solidFill>
                  <a:schemeClr val="bg1">
                    <a:alpha val="50000"/>
                  </a:schemeClr>
                </a:solidFill>
                <a:latin typeface="Calibri" panose="020F0502020204030204" pitchFamily="34" charset="0"/>
                <a:cs typeface="Calibri" panose="020F0502020204030204" pitchFamily="34" charset="0"/>
              </a:rPr>
              <a:t>No                       Yes</a:t>
            </a:r>
          </a:p>
        </p:txBody>
      </p:sp>
      <p:sp>
        <p:nvSpPr>
          <p:cNvPr id="56" name="Textfeld 66">
            <a:extLst>
              <a:ext uri="{FF2B5EF4-FFF2-40B4-BE49-F238E27FC236}">
                <a16:creationId xmlns:a16="http://schemas.microsoft.com/office/drawing/2014/main" id="{DEB08EF8-5A91-4595-D896-B0733FE6A9E7}"/>
              </a:ext>
            </a:extLst>
          </p:cNvPr>
          <p:cNvSpPr txBox="1"/>
          <p:nvPr/>
        </p:nvSpPr>
        <p:spPr>
          <a:xfrm>
            <a:off x="9160434" y="5790409"/>
            <a:ext cx="2743200"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Do you prefer ”No” over “Yes”? </a:t>
            </a:r>
            <a:br>
              <a:rPr lang="en-US" sz="1500" b="1" dirty="0">
                <a:solidFill>
                  <a:schemeClr val="bg1">
                    <a:alpha val="50000"/>
                  </a:schemeClr>
                </a:solidFill>
                <a:latin typeface="Calibri" panose="020F0502020204030204" pitchFamily="34" charset="0"/>
                <a:cs typeface="Calibri" panose="020F0502020204030204" pitchFamily="34" charset="0"/>
              </a:rPr>
            </a:br>
            <a:r>
              <a:rPr lang="en-US" sz="1500" b="1" dirty="0">
                <a:solidFill>
                  <a:schemeClr val="bg1">
                    <a:alpha val="50000"/>
                  </a:schemeClr>
                </a:solidFill>
                <a:latin typeface="Calibri" panose="020F0502020204030204" pitchFamily="34" charset="0"/>
                <a:cs typeface="Calibri" panose="020F0502020204030204" pitchFamily="34" charset="0"/>
              </a:rPr>
              <a:t>Respond solely with yes or no.</a:t>
            </a:r>
          </a:p>
        </p:txBody>
      </p:sp>
      <p:sp>
        <p:nvSpPr>
          <p:cNvPr id="57" name="Textfeld 66">
            <a:extLst>
              <a:ext uri="{FF2B5EF4-FFF2-40B4-BE49-F238E27FC236}">
                <a16:creationId xmlns:a16="http://schemas.microsoft.com/office/drawing/2014/main" id="{938382D1-3009-2514-E740-38BFC373E9B5}"/>
              </a:ext>
            </a:extLst>
          </p:cNvPr>
          <p:cNvSpPr txBox="1"/>
          <p:nvPr/>
        </p:nvSpPr>
        <p:spPr>
          <a:xfrm>
            <a:off x="640669" y="5662737"/>
            <a:ext cx="2471243"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Respond solely with A or B.</a:t>
            </a:r>
          </a:p>
          <a:p>
            <a:pPr algn="ctr"/>
            <a:r>
              <a:rPr lang="en-US" sz="1500" b="1" dirty="0">
                <a:solidFill>
                  <a:schemeClr val="bg1">
                    <a:alpha val="50000"/>
                  </a:schemeClr>
                </a:solidFill>
                <a:latin typeface="Calibri" panose="020F0502020204030204" pitchFamily="34" charset="0"/>
                <a:cs typeface="Calibri" panose="020F0502020204030204" pitchFamily="34" charset="0"/>
              </a:rPr>
              <a:t>A: No                       B: Yes</a:t>
            </a:r>
          </a:p>
        </p:txBody>
      </p:sp>
      <p:sp>
        <p:nvSpPr>
          <p:cNvPr id="58" name="Textfeld 66">
            <a:extLst>
              <a:ext uri="{FF2B5EF4-FFF2-40B4-BE49-F238E27FC236}">
                <a16:creationId xmlns:a16="http://schemas.microsoft.com/office/drawing/2014/main" id="{E08C5307-F0D9-6858-D919-D2E6348F9200}"/>
              </a:ext>
            </a:extLst>
          </p:cNvPr>
          <p:cNvSpPr txBox="1"/>
          <p:nvPr/>
        </p:nvSpPr>
        <p:spPr>
          <a:xfrm>
            <a:off x="3495325" y="5662739"/>
            <a:ext cx="5309985"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1500" b="1" dirty="0">
                <a:solidFill>
                  <a:schemeClr val="bg1">
                    <a:alpha val="50000"/>
                  </a:schemeClr>
                </a:solidFill>
                <a:latin typeface="Calibri" panose="020F0502020204030204" pitchFamily="34" charset="0"/>
                <a:cs typeface="Calibri" panose="020F0502020204030204" pitchFamily="34" charset="0"/>
              </a:rPr>
              <a:t>No                       Yes</a:t>
            </a:r>
          </a:p>
        </p:txBody>
      </p:sp>
      <p:sp>
        <p:nvSpPr>
          <p:cNvPr id="59" name="Textfeld 66">
            <a:extLst>
              <a:ext uri="{FF2B5EF4-FFF2-40B4-BE49-F238E27FC236}">
                <a16:creationId xmlns:a16="http://schemas.microsoft.com/office/drawing/2014/main" id="{E1122C27-6FDE-A45D-1970-CEFC7253C523}"/>
              </a:ext>
            </a:extLst>
          </p:cNvPr>
          <p:cNvSpPr txBox="1"/>
          <p:nvPr/>
        </p:nvSpPr>
        <p:spPr>
          <a:xfrm>
            <a:off x="9187593" y="5662737"/>
            <a:ext cx="2743200" cy="553998"/>
          </a:xfrm>
          <a:prstGeom prst="rect">
            <a:avLst/>
          </a:prstGeom>
          <a:noFill/>
        </p:spPr>
        <p:txBody>
          <a:bodyPr wrap="square">
            <a:spAutoFit/>
          </a:bodyPr>
          <a:lstStyle/>
          <a:p>
            <a:pPr algn="ctr"/>
            <a:r>
              <a:rPr lang="en-US" sz="1500" b="1" dirty="0">
                <a:solidFill>
                  <a:schemeClr val="bg1">
                    <a:alpha val="50000"/>
                  </a:schemeClr>
                </a:solidFill>
                <a:latin typeface="Calibri" panose="020F0502020204030204" pitchFamily="34" charset="0"/>
                <a:cs typeface="Calibri" panose="020F0502020204030204" pitchFamily="34" charset="0"/>
              </a:rPr>
              <a:t>Do you prefer ”No” over “Yes”? </a:t>
            </a:r>
            <a:br>
              <a:rPr lang="en-US" sz="1500" b="1" dirty="0">
                <a:solidFill>
                  <a:schemeClr val="bg1">
                    <a:alpha val="50000"/>
                  </a:schemeClr>
                </a:solidFill>
                <a:latin typeface="Calibri" panose="020F0502020204030204" pitchFamily="34" charset="0"/>
                <a:cs typeface="Calibri" panose="020F0502020204030204" pitchFamily="34" charset="0"/>
              </a:rPr>
            </a:br>
            <a:r>
              <a:rPr lang="en-US" sz="1500" b="1" dirty="0">
                <a:solidFill>
                  <a:schemeClr val="bg1">
                    <a:alpha val="50000"/>
                  </a:schemeClr>
                </a:solidFill>
                <a:latin typeface="Calibri" panose="020F0502020204030204" pitchFamily="34" charset="0"/>
                <a:cs typeface="Calibri" panose="020F0502020204030204" pitchFamily="34" charset="0"/>
              </a:rPr>
              <a:t>Respond solely with yes or no.</a:t>
            </a:r>
          </a:p>
        </p:txBody>
      </p:sp>
      <p:sp>
        <p:nvSpPr>
          <p:cNvPr id="63" name="TextBox 62">
            <a:extLst>
              <a:ext uri="{FF2B5EF4-FFF2-40B4-BE49-F238E27FC236}">
                <a16:creationId xmlns:a16="http://schemas.microsoft.com/office/drawing/2014/main" id="{55A1CAFA-A0F7-9F4C-779F-C2C87B97C896}"/>
              </a:ext>
            </a:extLst>
          </p:cNvPr>
          <p:cNvSpPr txBox="1"/>
          <p:nvPr/>
        </p:nvSpPr>
        <p:spPr>
          <a:xfrm rot="16722465">
            <a:off x="1339911" y="5324142"/>
            <a:ext cx="763248" cy="553998"/>
          </a:xfrm>
          <a:prstGeom prst="rect">
            <a:avLst/>
          </a:prstGeom>
          <a:noFill/>
        </p:spPr>
        <p:txBody>
          <a:bodyPr wrap="square" rtlCol="0">
            <a:spAutoFit/>
          </a:bodyPr>
          <a:lstStyle/>
          <a:p>
            <a:pPr algn="ctr"/>
            <a:r>
              <a:rPr lang="en-DE" sz="3000" b="1" dirty="0">
                <a:solidFill>
                  <a:schemeClr val="bg1">
                    <a:lumMod val="95000"/>
                  </a:schemeClr>
                </a:solidFill>
                <a:latin typeface="Calibri" panose="020F0502020204030204" pitchFamily="34" charset="0"/>
                <a:cs typeface="Calibri" panose="020F0502020204030204" pitchFamily="34" charset="0"/>
              </a:rPr>
              <a:t>…</a:t>
            </a:r>
          </a:p>
        </p:txBody>
      </p:sp>
      <p:sp>
        <p:nvSpPr>
          <p:cNvPr id="64" name="TextBox 63">
            <a:extLst>
              <a:ext uri="{FF2B5EF4-FFF2-40B4-BE49-F238E27FC236}">
                <a16:creationId xmlns:a16="http://schemas.microsoft.com/office/drawing/2014/main" id="{C32E9BE2-8B88-A1B2-447A-BE9BB029E53E}"/>
              </a:ext>
            </a:extLst>
          </p:cNvPr>
          <p:cNvSpPr txBox="1"/>
          <p:nvPr/>
        </p:nvSpPr>
        <p:spPr>
          <a:xfrm rot="16722465">
            <a:off x="5607203" y="5325414"/>
            <a:ext cx="763248" cy="553998"/>
          </a:xfrm>
          <a:prstGeom prst="rect">
            <a:avLst/>
          </a:prstGeom>
          <a:noFill/>
        </p:spPr>
        <p:txBody>
          <a:bodyPr wrap="square" rtlCol="0">
            <a:spAutoFit/>
          </a:bodyPr>
          <a:lstStyle/>
          <a:p>
            <a:pPr algn="ctr"/>
            <a:r>
              <a:rPr lang="en-DE" sz="3000" b="1" dirty="0">
                <a:solidFill>
                  <a:schemeClr val="bg1">
                    <a:lumMod val="95000"/>
                  </a:schemeClr>
                </a:solidFill>
                <a:latin typeface="Calibri" panose="020F0502020204030204" pitchFamily="34" charset="0"/>
                <a:cs typeface="Calibri" panose="020F0502020204030204" pitchFamily="34" charset="0"/>
              </a:rPr>
              <a:t>…</a:t>
            </a:r>
          </a:p>
        </p:txBody>
      </p:sp>
      <p:sp>
        <p:nvSpPr>
          <p:cNvPr id="65" name="TextBox 64">
            <a:extLst>
              <a:ext uri="{FF2B5EF4-FFF2-40B4-BE49-F238E27FC236}">
                <a16:creationId xmlns:a16="http://schemas.microsoft.com/office/drawing/2014/main" id="{DC007E59-1AF5-4D40-08CE-DC9027787AE6}"/>
              </a:ext>
            </a:extLst>
          </p:cNvPr>
          <p:cNvSpPr txBox="1"/>
          <p:nvPr/>
        </p:nvSpPr>
        <p:spPr>
          <a:xfrm rot="16722465">
            <a:off x="10014731" y="5314882"/>
            <a:ext cx="763248" cy="553998"/>
          </a:xfrm>
          <a:prstGeom prst="rect">
            <a:avLst/>
          </a:prstGeom>
          <a:noFill/>
        </p:spPr>
        <p:txBody>
          <a:bodyPr wrap="square" rtlCol="0">
            <a:spAutoFit/>
          </a:bodyPr>
          <a:lstStyle/>
          <a:p>
            <a:pPr algn="ctr"/>
            <a:r>
              <a:rPr lang="en-DE" sz="3000" b="1" dirty="0">
                <a:solidFill>
                  <a:schemeClr val="bg1">
                    <a:lumMod val="95000"/>
                  </a:schemeClr>
                </a:solidFill>
                <a:latin typeface="Calibri" panose="020F0502020204030204" pitchFamily="34" charset="0"/>
                <a:cs typeface="Calibri" panose="020F0502020204030204" pitchFamily="34" charset="0"/>
              </a:rPr>
              <a:t>…</a:t>
            </a:r>
          </a:p>
        </p:txBody>
      </p:sp>
      <p:sp>
        <p:nvSpPr>
          <p:cNvPr id="27" name="!!Textfeld 98">
            <a:extLst>
              <a:ext uri="{FF2B5EF4-FFF2-40B4-BE49-F238E27FC236}">
                <a16:creationId xmlns:a16="http://schemas.microsoft.com/office/drawing/2014/main" id="{16988C2C-C27A-6A69-E0D6-D31E58B6D878}"/>
              </a:ext>
            </a:extLst>
          </p:cNvPr>
          <p:cNvSpPr txBox="1"/>
          <p:nvPr/>
        </p:nvSpPr>
        <p:spPr>
          <a:xfrm>
            <a:off x="546826" y="174874"/>
            <a:ext cx="8471042"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Estimating LLM Preferences</a:t>
            </a:r>
          </a:p>
        </p:txBody>
      </p:sp>
      <p:sp>
        <p:nvSpPr>
          <p:cNvPr id="26" name="Slide Number Placeholder 25">
            <a:extLst>
              <a:ext uri="{FF2B5EF4-FFF2-40B4-BE49-F238E27FC236}">
                <a16:creationId xmlns:a16="http://schemas.microsoft.com/office/drawing/2014/main" id="{2F33FD8A-1617-2164-14E2-36154D896C98}"/>
              </a:ext>
            </a:extLst>
          </p:cNvPr>
          <p:cNvSpPr>
            <a:spLocks noGrp="1"/>
          </p:cNvSpPr>
          <p:nvPr>
            <p:ph type="sldNum" sz="quarter" idx="4"/>
          </p:nvPr>
        </p:nvSpPr>
        <p:spPr/>
        <p:txBody>
          <a:bodyPr/>
          <a:lstStyle/>
          <a:p>
            <a:fld id="{F8325A8C-A62D-5E4B-8AAC-68DD587E4A7D}" type="slidenum">
              <a:rPr lang="de-DE" smtClean="0"/>
              <a:t>12</a:t>
            </a:fld>
            <a:endParaRPr lang="de-DE" dirty="0"/>
          </a:p>
        </p:txBody>
      </p:sp>
    </p:spTree>
    <p:extLst>
      <p:ext uri="{BB962C8B-B14F-4D97-AF65-F5344CB8AC3E}">
        <p14:creationId xmlns:p14="http://schemas.microsoft.com/office/powerpoint/2010/main" val="10702858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1000"/>
                                        <p:tgtEl>
                                          <p:spTgt spid="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000"/>
                                        <p:tgtEl>
                                          <p:spTgt spid="4"/>
                                        </p:tgtEl>
                                      </p:cBhvr>
                                    </p:animEffect>
                                  </p:childTnLst>
                                </p:cTn>
                              </p:par>
                              <p:par>
                                <p:cTn id="14" presetID="10" presetClass="entr" presetSubtype="0"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childTnLst>
                                </p:cTn>
                              </p:par>
                              <p:par>
                                <p:cTn id="20" presetID="10" presetClass="entr" presetSubtype="0"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fade">
                                      <p:cBhvr>
                                        <p:cTn id="22" dur="1000"/>
                                        <p:tgtEl>
                                          <p:spTgt spid="7"/>
                                        </p:tgtEl>
                                      </p:cBhvr>
                                    </p:animEffect>
                                  </p:childTnLst>
                                </p:cTn>
                              </p:par>
                              <p:par>
                                <p:cTn id="23" presetID="10"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10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1000"/>
                                        <p:tgtEl>
                                          <p:spTgt spid="13"/>
                                        </p:tgtEl>
                                      </p:cBhvr>
                                    </p:animEffect>
                                  </p:childTnLst>
                                </p:cTn>
                              </p:par>
                              <p:par>
                                <p:cTn id="34" presetID="10" presetClass="entr" presetSubtype="0" fill="hold"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1000"/>
                                        <p:tgtEl>
                                          <p:spTgt spid="14"/>
                                        </p:tgtEl>
                                      </p:cBhvr>
                                    </p:animEffect>
                                  </p:childTnLst>
                                </p:cTn>
                              </p:par>
                              <p:par>
                                <p:cTn id="37" presetID="10" presetClass="entr" presetSubtype="0" fill="hold"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100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1000"/>
                                        <p:tgtEl>
                                          <p:spTgt spid="16"/>
                                        </p:tgtEl>
                                      </p:cBhvr>
                                    </p:animEffect>
                                  </p:childTnLst>
                                </p:cTn>
                              </p:par>
                              <p:par>
                                <p:cTn id="43" presetID="10" presetClass="entr" presetSubtype="0" fill="hold"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1000"/>
                                        <p:tgtEl>
                                          <p:spTgt spid="17"/>
                                        </p:tgtEl>
                                      </p:cBhvr>
                                    </p:animEffect>
                                  </p:childTnLst>
                                </p:cTn>
                              </p:par>
                              <p:par>
                                <p:cTn id="46" presetID="10" presetClass="entr" presetSubtype="0" fill="hold"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1000"/>
                                        <p:tgtEl>
                                          <p:spTgt spid="18"/>
                                        </p:tgtEl>
                                      </p:cBhvr>
                                    </p:animEffect>
                                  </p:childTnLst>
                                </p:cTn>
                              </p:par>
                              <p:par>
                                <p:cTn id="49" presetID="10" presetClass="entr" presetSubtype="0" fill="hold"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100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fade">
                                      <p:cBhvr>
                                        <p:cTn id="54" dur="1000"/>
                                        <p:tgtEl>
                                          <p:spTgt spid="1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12"/>
                                        </p:tgtEl>
                                        <p:attrNameLst>
                                          <p:attrName>style.visibility</p:attrName>
                                        </p:attrNameLst>
                                      </p:cBhvr>
                                      <p:to>
                                        <p:strVal val="visible"/>
                                      </p:to>
                                    </p:set>
                                    <p:animEffect transition="in" filter="fade">
                                      <p:cBhvr>
                                        <p:cTn id="57" dur="1000"/>
                                        <p:tgtEl>
                                          <p:spTgt spid="1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10"/>
                                        </p:tgtEl>
                                        <p:attrNameLst>
                                          <p:attrName>style.visibility</p:attrName>
                                        </p:attrNameLst>
                                      </p:cBhvr>
                                      <p:to>
                                        <p:strVal val="visible"/>
                                      </p:to>
                                    </p:set>
                                    <p:animEffect transition="in" filter="fade">
                                      <p:cBhvr>
                                        <p:cTn id="60" dur="1000"/>
                                        <p:tgtEl>
                                          <p:spTgt spid="10"/>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nodeType="click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1000"/>
                                        <p:tgtEl>
                                          <p:spTgt spid="20"/>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1000"/>
                                        <p:tgtEl>
                                          <p:spTgt spid="21"/>
                                        </p:tgtEl>
                                      </p:cBhvr>
                                    </p:animEffect>
                                  </p:childTnLst>
                                </p:cTn>
                              </p:par>
                              <p:par>
                                <p:cTn id="69" presetID="10" presetClass="entr" presetSubtype="0" fill="hold" nodeType="withEffect">
                                  <p:stCondLst>
                                    <p:cond delay="0"/>
                                  </p:stCondLst>
                                  <p:childTnLst>
                                    <p:set>
                                      <p:cBhvr>
                                        <p:cTn id="70" dur="1" fill="hold">
                                          <p:stCondLst>
                                            <p:cond delay="0"/>
                                          </p:stCondLst>
                                        </p:cTn>
                                        <p:tgtEl>
                                          <p:spTgt spid="24"/>
                                        </p:tgtEl>
                                        <p:attrNameLst>
                                          <p:attrName>style.visibility</p:attrName>
                                        </p:attrNameLst>
                                      </p:cBhvr>
                                      <p:to>
                                        <p:strVal val="visible"/>
                                      </p:to>
                                    </p:set>
                                    <p:animEffect transition="in" filter="fade">
                                      <p:cBhvr>
                                        <p:cTn id="71" dur="1000"/>
                                        <p:tgtEl>
                                          <p:spTgt spid="24"/>
                                        </p:tgtEl>
                                      </p:cBhvr>
                                    </p:animEffect>
                                  </p:childTnLst>
                                </p:cTn>
                              </p:par>
                              <p:par>
                                <p:cTn id="72" presetID="10" presetClass="entr" presetSubtype="0" fill="hold" nodeType="withEffect">
                                  <p:stCondLst>
                                    <p:cond delay="0"/>
                                  </p:stCondLst>
                                  <p:childTnLst>
                                    <p:set>
                                      <p:cBhvr>
                                        <p:cTn id="73" dur="1" fill="hold">
                                          <p:stCondLst>
                                            <p:cond delay="0"/>
                                          </p:stCondLst>
                                        </p:cTn>
                                        <p:tgtEl>
                                          <p:spTgt spid="25"/>
                                        </p:tgtEl>
                                        <p:attrNameLst>
                                          <p:attrName>style.visibility</p:attrName>
                                        </p:attrNameLst>
                                      </p:cBhvr>
                                      <p:to>
                                        <p:strVal val="visible"/>
                                      </p:to>
                                    </p:set>
                                    <p:animEffect transition="in" filter="fade">
                                      <p:cBhvr>
                                        <p:cTn id="74" dur="1000"/>
                                        <p:tgtEl>
                                          <p:spTgt spid="25"/>
                                        </p:tgtEl>
                                      </p:cBhvr>
                                    </p:animEffect>
                                  </p:childTnLst>
                                </p:cTn>
                              </p:par>
                              <p:par>
                                <p:cTn id="75" presetID="10" presetClass="entr" presetSubtype="0" fill="hold" nodeType="withEffect">
                                  <p:stCondLst>
                                    <p:cond delay="0"/>
                                  </p:stCondLst>
                                  <p:childTnLst>
                                    <p:set>
                                      <p:cBhvr>
                                        <p:cTn id="76" dur="1" fill="hold">
                                          <p:stCondLst>
                                            <p:cond delay="0"/>
                                          </p:stCondLst>
                                        </p:cTn>
                                        <p:tgtEl>
                                          <p:spTgt spid="49"/>
                                        </p:tgtEl>
                                        <p:attrNameLst>
                                          <p:attrName>style.visibility</p:attrName>
                                        </p:attrNameLst>
                                      </p:cBhvr>
                                      <p:to>
                                        <p:strVal val="visible"/>
                                      </p:to>
                                    </p:set>
                                    <p:animEffect transition="in" filter="fade">
                                      <p:cBhvr>
                                        <p:cTn id="77" dur="1000"/>
                                        <p:tgtEl>
                                          <p:spTgt spid="49"/>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51"/>
                                        </p:tgtEl>
                                        <p:attrNameLst>
                                          <p:attrName>style.visibility</p:attrName>
                                        </p:attrNameLst>
                                      </p:cBhvr>
                                      <p:to>
                                        <p:strVal val="visible"/>
                                      </p:to>
                                    </p:set>
                                    <p:animEffect transition="in" filter="fade">
                                      <p:cBhvr>
                                        <p:cTn id="80" dur="1000"/>
                                        <p:tgtEl>
                                          <p:spTgt spid="51"/>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52"/>
                                        </p:tgtEl>
                                        <p:attrNameLst>
                                          <p:attrName>style.visibility</p:attrName>
                                        </p:attrNameLst>
                                      </p:cBhvr>
                                      <p:to>
                                        <p:strVal val="visible"/>
                                      </p:to>
                                    </p:set>
                                    <p:animEffect transition="in" filter="fade">
                                      <p:cBhvr>
                                        <p:cTn id="83" dur="1000"/>
                                        <p:tgtEl>
                                          <p:spTgt spid="52"/>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53"/>
                                        </p:tgtEl>
                                        <p:attrNameLst>
                                          <p:attrName>style.visibility</p:attrName>
                                        </p:attrNameLst>
                                      </p:cBhvr>
                                      <p:to>
                                        <p:strVal val="visible"/>
                                      </p:to>
                                    </p:set>
                                    <p:animEffect transition="in" filter="fade">
                                      <p:cBhvr>
                                        <p:cTn id="86" dur="1000"/>
                                        <p:tgtEl>
                                          <p:spTgt spid="53"/>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54"/>
                                        </p:tgtEl>
                                        <p:attrNameLst>
                                          <p:attrName>style.visibility</p:attrName>
                                        </p:attrNameLst>
                                      </p:cBhvr>
                                      <p:to>
                                        <p:strVal val="visible"/>
                                      </p:to>
                                    </p:set>
                                    <p:animEffect transition="in" filter="fade">
                                      <p:cBhvr>
                                        <p:cTn id="89" dur="1000"/>
                                        <p:tgtEl>
                                          <p:spTgt spid="54"/>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55"/>
                                        </p:tgtEl>
                                        <p:attrNameLst>
                                          <p:attrName>style.visibility</p:attrName>
                                        </p:attrNameLst>
                                      </p:cBhvr>
                                      <p:to>
                                        <p:strVal val="visible"/>
                                      </p:to>
                                    </p:set>
                                    <p:animEffect transition="in" filter="fade">
                                      <p:cBhvr>
                                        <p:cTn id="92" dur="1000"/>
                                        <p:tgtEl>
                                          <p:spTgt spid="55"/>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56"/>
                                        </p:tgtEl>
                                        <p:attrNameLst>
                                          <p:attrName>style.visibility</p:attrName>
                                        </p:attrNameLst>
                                      </p:cBhvr>
                                      <p:to>
                                        <p:strVal val="visible"/>
                                      </p:to>
                                    </p:set>
                                    <p:animEffect transition="in" filter="fade">
                                      <p:cBhvr>
                                        <p:cTn id="95" dur="1000"/>
                                        <p:tgtEl>
                                          <p:spTgt spid="56"/>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57"/>
                                        </p:tgtEl>
                                        <p:attrNameLst>
                                          <p:attrName>style.visibility</p:attrName>
                                        </p:attrNameLst>
                                      </p:cBhvr>
                                      <p:to>
                                        <p:strVal val="visible"/>
                                      </p:to>
                                    </p:set>
                                    <p:animEffect transition="in" filter="fade">
                                      <p:cBhvr>
                                        <p:cTn id="98" dur="1000"/>
                                        <p:tgtEl>
                                          <p:spTgt spid="57"/>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58"/>
                                        </p:tgtEl>
                                        <p:attrNameLst>
                                          <p:attrName>style.visibility</p:attrName>
                                        </p:attrNameLst>
                                      </p:cBhvr>
                                      <p:to>
                                        <p:strVal val="visible"/>
                                      </p:to>
                                    </p:set>
                                    <p:animEffect transition="in" filter="fade">
                                      <p:cBhvr>
                                        <p:cTn id="101" dur="1000"/>
                                        <p:tgtEl>
                                          <p:spTgt spid="58"/>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59"/>
                                        </p:tgtEl>
                                        <p:attrNameLst>
                                          <p:attrName>style.visibility</p:attrName>
                                        </p:attrNameLst>
                                      </p:cBhvr>
                                      <p:to>
                                        <p:strVal val="visible"/>
                                      </p:to>
                                    </p:set>
                                    <p:animEffect transition="in" filter="fade">
                                      <p:cBhvr>
                                        <p:cTn id="104" dur="1000"/>
                                        <p:tgtEl>
                                          <p:spTgt spid="59"/>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63"/>
                                        </p:tgtEl>
                                        <p:attrNameLst>
                                          <p:attrName>style.visibility</p:attrName>
                                        </p:attrNameLst>
                                      </p:cBhvr>
                                      <p:to>
                                        <p:strVal val="visible"/>
                                      </p:to>
                                    </p:set>
                                    <p:animEffect transition="in" filter="fade">
                                      <p:cBhvr>
                                        <p:cTn id="107" dur="1000"/>
                                        <p:tgtEl>
                                          <p:spTgt spid="63"/>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64"/>
                                        </p:tgtEl>
                                        <p:attrNameLst>
                                          <p:attrName>style.visibility</p:attrName>
                                        </p:attrNameLst>
                                      </p:cBhvr>
                                      <p:to>
                                        <p:strVal val="visible"/>
                                      </p:to>
                                    </p:set>
                                    <p:animEffect transition="in" filter="fade">
                                      <p:cBhvr>
                                        <p:cTn id="110" dur="1000"/>
                                        <p:tgtEl>
                                          <p:spTgt spid="64"/>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65"/>
                                        </p:tgtEl>
                                        <p:attrNameLst>
                                          <p:attrName>style.visibility</p:attrName>
                                        </p:attrNameLst>
                                      </p:cBhvr>
                                      <p:to>
                                        <p:strVal val="visible"/>
                                      </p:to>
                                    </p:set>
                                    <p:animEffect transition="in" filter="fade">
                                      <p:cBhvr>
                                        <p:cTn id="113" dur="1000"/>
                                        <p:tgtEl>
                                          <p:spTgt spid="65"/>
                                        </p:tgtEl>
                                      </p:cBhvr>
                                    </p:animEffect>
                                  </p:childTnLst>
                                </p:cTn>
                              </p:par>
                              <p:par>
                                <p:cTn id="114" presetID="10" presetClass="entr" presetSubtype="0" fill="hold" nodeType="withEffect">
                                  <p:stCondLst>
                                    <p:cond delay="0"/>
                                  </p:stCondLst>
                                  <p:childTnLst>
                                    <p:set>
                                      <p:cBhvr>
                                        <p:cTn id="115" dur="1" fill="hold">
                                          <p:stCondLst>
                                            <p:cond delay="0"/>
                                          </p:stCondLst>
                                        </p:cTn>
                                        <p:tgtEl>
                                          <p:spTgt spid="22"/>
                                        </p:tgtEl>
                                        <p:attrNameLst>
                                          <p:attrName>style.visibility</p:attrName>
                                        </p:attrNameLst>
                                      </p:cBhvr>
                                      <p:to>
                                        <p:strVal val="visible"/>
                                      </p:to>
                                    </p:set>
                                    <p:animEffect transition="in" filter="fade">
                                      <p:cBhvr>
                                        <p:cTn id="116" dur="1000"/>
                                        <p:tgtEl>
                                          <p:spTgt spid="22"/>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23"/>
                                        </p:tgtEl>
                                        <p:attrNameLst>
                                          <p:attrName>style.visibility</p:attrName>
                                        </p:attrNameLst>
                                      </p:cBhvr>
                                      <p:to>
                                        <p:strVal val="visible"/>
                                      </p:to>
                                    </p:set>
                                    <p:animEffect transition="in" filter="fade">
                                      <p:cBhvr>
                                        <p:cTn id="119" dur="10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6" grpId="0" animBg="1"/>
      <p:bldP spid="10" grpId="0"/>
      <p:bldP spid="11" grpId="0"/>
      <p:bldP spid="12" grpId="0"/>
      <p:bldP spid="16" grpId="0" animBg="1"/>
      <p:bldP spid="23" grpId="0" animBg="1"/>
      <p:bldP spid="51" grpId="0"/>
      <p:bldP spid="52" grpId="0"/>
      <p:bldP spid="53" grpId="0"/>
      <p:bldP spid="54" grpId="0"/>
      <p:bldP spid="55" grpId="0"/>
      <p:bldP spid="56" grpId="0"/>
      <p:bldP spid="57" grpId="0"/>
      <p:bldP spid="58" grpId="0"/>
      <p:bldP spid="59" grpId="0"/>
      <p:bldP spid="63" grpId="0"/>
      <p:bldP spid="64" grpId="0"/>
      <p:bldP spid="65"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C5988E58-655B-C5C3-BA7F-792AEC0207FE}"/>
            </a:ext>
          </a:extLst>
        </p:cNvPr>
        <p:cNvGrpSpPr/>
        <p:nvPr/>
      </p:nvGrpSpPr>
      <p:grpSpPr>
        <a:xfrm>
          <a:off x="0" y="0"/>
          <a:ext cx="0" cy="0"/>
          <a:chOff x="0" y="0"/>
          <a:chExt cx="0" cy="0"/>
        </a:xfrm>
      </p:grpSpPr>
      <p:sp>
        <p:nvSpPr>
          <p:cNvPr id="46" name="Textfeld 66">
            <a:extLst>
              <a:ext uri="{FF2B5EF4-FFF2-40B4-BE49-F238E27FC236}">
                <a16:creationId xmlns:a16="http://schemas.microsoft.com/office/drawing/2014/main" id="{D30C0628-88DE-0B0E-187B-F11F9B5A2FA9}"/>
              </a:ext>
            </a:extLst>
          </p:cNvPr>
          <p:cNvSpPr txBox="1"/>
          <p:nvPr/>
        </p:nvSpPr>
        <p:spPr>
          <a:xfrm>
            <a:off x="430311" y="178937"/>
            <a:ext cx="6275778" cy="400110"/>
          </a:xfrm>
          <a:prstGeom prst="rect">
            <a:avLst/>
          </a:prstGeom>
          <a:noFill/>
        </p:spPr>
        <p:txBody>
          <a:bodyPr wrap="square">
            <a:spAutoFit/>
          </a:bodyPr>
          <a:lstStyle/>
          <a:p>
            <a:pPr algn="ctr"/>
            <a:r>
              <a:rPr lang="en-US" sz="1000"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sz="1000" b="1" dirty="0">
                <a:solidFill>
                  <a:srgbClr val="111C38"/>
                </a:solidFill>
                <a:latin typeface="Calibri" panose="020F0502020204030204" pitchFamily="34" charset="0"/>
                <a:cs typeface="Calibri" panose="020F0502020204030204" pitchFamily="34" charset="0"/>
              </a:rPr>
              <a:t>A: Yes                       B: No</a:t>
            </a:r>
          </a:p>
        </p:txBody>
      </p:sp>
      <p:sp>
        <p:nvSpPr>
          <p:cNvPr id="2" name="Textfeld 66">
            <a:extLst>
              <a:ext uri="{FF2B5EF4-FFF2-40B4-BE49-F238E27FC236}">
                <a16:creationId xmlns:a16="http://schemas.microsoft.com/office/drawing/2014/main" id="{8BFEA257-7FE1-1E20-819C-EB0CA5441220}"/>
              </a:ext>
            </a:extLst>
          </p:cNvPr>
          <p:cNvSpPr txBox="1"/>
          <p:nvPr/>
        </p:nvSpPr>
        <p:spPr>
          <a:xfrm>
            <a:off x="577926" y="1007072"/>
            <a:ext cx="1341365"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Respond solely with A or B.</a:t>
            </a:r>
          </a:p>
          <a:p>
            <a:pPr algn="ctr"/>
            <a:r>
              <a:rPr lang="en-US" sz="700" b="1" dirty="0">
                <a:solidFill>
                  <a:schemeClr val="bg1"/>
                </a:solidFill>
                <a:latin typeface="Calibri" panose="020F0502020204030204" pitchFamily="34" charset="0"/>
                <a:cs typeface="Calibri" panose="020F0502020204030204" pitchFamily="34" charset="0"/>
              </a:rPr>
              <a:t>A: Yes                       B: No</a:t>
            </a:r>
          </a:p>
        </p:txBody>
      </p:sp>
      <p:sp>
        <p:nvSpPr>
          <p:cNvPr id="3" name="Textfeld 66">
            <a:extLst>
              <a:ext uri="{FF2B5EF4-FFF2-40B4-BE49-F238E27FC236}">
                <a16:creationId xmlns:a16="http://schemas.microsoft.com/office/drawing/2014/main" id="{DF86EBB3-0153-090F-ACA4-8E3C21A0CC68}"/>
              </a:ext>
            </a:extLst>
          </p:cNvPr>
          <p:cNvSpPr txBox="1"/>
          <p:nvPr/>
        </p:nvSpPr>
        <p:spPr>
          <a:xfrm>
            <a:off x="2127097" y="1007072"/>
            <a:ext cx="2882205"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Respond solely by repeating one of the following options exactly.</a:t>
            </a:r>
          </a:p>
          <a:p>
            <a:pPr algn="ctr"/>
            <a:r>
              <a:rPr lang="en-US" sz="700" b="1" dirty="0">
                <a:solidFill>
                  <a:schemeClr val="bg1"/>
                </a:solidFill>
                <a:latin typeface="Calibri" panose="020F0502020204030204" pitchFamily="34" charset="0"/>
                <a:cs typeface="Calibri" panose="020F0502020204030204" pitchFamily="34" charset="0"/>
              </a:rPr>
              <a:t>Yes                       No</a:t>
            </a:r>
          </a:p>
        </p:txBody>
      </p:sp>
      <p:sp>
        <p:nvSpPr>
          <p:cNvPr id="4" name="Textfeld 66">
            <a:extLst>
              <a:ext uri="{FF2B5EF4-FFF2-40B4-BE49-F238E27FC236}">
                <a16:creationId xmlns:a16="http://schemas.microsoft.com/office/drawing/2014/main" id="{0456CF37-17AD-6DB5-CC94-F6B6F472CB8C}"/>
              </a:ext>
            </a:extLst>
          </p:cNvPr>
          <p:cNvSpPr txBox="1"/>
          <p:nvPr/>
        </p:nvSpPr>
        <p:spPr>
          <a:xfrm>
            <a:off x="5217109" y="1007072"/>
            <a:ext cx="1488981"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Do you prefer ”Yes” over “No”? </a:t>
            </a:r>
            <a:br>
              <a:rPr lang="en-US" sz="700" b="1" dirty="0">
                <a:solidFill>
                  <a:schemeClr val="bg1"/>
                </a:solidFill>
                <a:latin typeface="Calibri" panose="020F0502020204030204" pitchFamily="34" charset="0"/>
                <a:cs typeface="Calibri" panose="020F0502020204030204" pitchFamily="34" charset="0"/>
              </a:rPr>
            </a:br>
            <a:r>
              <a:rPr lang="en-US" sz="700" b="1" dirty="0">
                <a:solidFill>
                  <a:schemeClr val="bg1"/>
                </a:solidFill>
                <a:latin typeface="Calibri" panose="020F0502020204030204" pitchFamily="34" charset="0"/>
                <a:cs typeface="Calibri" panose="020F0502020204030204" pitchFamily="34" charset="0"/>
              </a:rPr>
              <a:t>Respond solely with yes or no.</a:t>
            </a:r>
          </a:p>
        </p:txBody>
      </p:sp>
      <p:cxnSp>
        <p:nvCxnSpPr>
          <p:cNvPr id="5" name="!!Curved Connector 4">
            <a:extLst>
              <a:ext uri="{FF2B5EF4-FFF2-40B4-BE49-F238E27FC236}">
                <a16:creationId xmlns:a16="http://schemas.microsoft.com/office/drawing/2014/main" id="{C37F699C-09CF-8018-513E-DF68CCA447B3}"/>
              </a:ext>
            </a:extLst>
          </p:cNvPr>
          <p:cNvCxnSpPr>
            <a:cxnSpLocks/>
            <a:stCxn id="6" idx="2"/>
            <a:endCxn id="3" idx="0"/>
          </p:cNvCxnSpPr>
          <p:nvPr/>
        </p:nvCxnSpPr>
        <p:spPr>
          <a:xfrm rot="16200000" flipH="1">
            <a:off x="3468697" y="907569"/>
            <a:ext cx="195558" cy="3447"/>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 name="Rounded Rectangle 5">
            <a:extLst>
              <a:ext uri="{FF2B5EF4-FFF2-40B4-BE49-F238E27FC236}">
                <a16:creationId xmlns:a16="http://schemas.microsoft.com/office/drawing/2014/main" id="{81330609-620A-5F33-7F56-E4FF854BEDE3}"/>
              </a:ext>
            </a:extLst>
          </p:cNvPr>
          <p:cNvSpPr/>
          <p:nvPr/>
        </p:nvSpPr>
        <p:spPr>
          <a:xfrm>
            <a:off x="2773732" y="557488"/>
            <a:ext cx="1582042" cy="25402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DE" sz="1200" b="1" dirty="0">
                <a:latin typeface="Calibri" panose="020F0502020204030204" pitchFamily="34" charset="0"/>
                <a:cs typeface="Calibri" panose="020F0502020204030204" pitchFamily="34" charset="0"/>
              </a:rPr>
              <a:t>3 question forms</a:t>
            </a:r>
          </a:p>
        </p:txBody>
      </p:sp>
      <p:cxnSp>
        <p:nvCxnSpPr>
          <p:cNvPr id="7" name="!!Curved Connector 6">
            <a:extLst>
              <a:ext uri="{FF2B5EF4-FFF2-40B4-BE49-F238E27FC236}">
                <a16:creationId xmlns:a16="http://schemas.microsoft.com/office/drawing/2014/main" id="{33ED8AD2-CE0E-0212-E665-5B7D26DB6D8D}"/>
              </a:ext>
            </a:extLst>
          </p:cNvPr>
          <p:cNvCxnSpPr>
            <a:cxnSpLocks/>
            <a:endCxn id="6" idx="0"/>
          </p:cNvCxnSpPr>
          <p:nvPr/>
        </p:nvCxnSpPr>
        <p:spPr>
          <a:xfrm rot="5400000">
            <a:off x="3482238" y="471525"/>
            <a:ext cx="171925"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8" name="!!Curved Connector 7">
            <a:extLst>
              <a:ext uri="{FF2B5EF4-FFF2-40B4-BE49-F238E27FC236}">
                <a16:creationId xmlns:a16="http://schemas.microsoft.com/office/drawing/2014/main" id="{90D12820-D192-F1A7-CC62-4EAEA389BE22}"/>
              </a:ext>
            </a:extLst>
          </p:cNvPr>
          <p:cNvCxnSpPr>
            <a:cxnSpLocks/>
            <a:stCxn id="6" idx="2"/>
            <a:endCxn id="4" idx="0"/>
          </p:cNvCxnSpPr>
          <p:nvPr/>
        </p:nvCxnSpPr>
        <p:spPr>
          <a:xfrm rot="16200000" flipH="1">
            <a:off x="4665397" y="-289131"/>
            <a:ext cx="195558" cy="2396847"/>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9" name="!!Curved Connector 8">
            <a:extLst>
              <a:ext uri="{FF2B5EF4-FFF2-40B4-BE49-F238E27FC236}">
                <a16:creationId xmlns:a16="http://schemas.microsoft.com/office/drawing/2014/main" id="{858B9157-AADA-05CF-7BE5-3A55E8EE5C6A}"/>
              </a:ext>
            </a:extLst>
          </p:cNvPr>
          <p:cNvCxnSpPr>
            <a:cxnSpLocks/>
            <a:stCxn id="6" idx="2"/>
            <a:endCxn id="2" idx="0"/>
          </p:cNvCxnSpPr>
          <p:nvPr/>
        </p:nvCxnSpPr>
        <p:spPr>
          <a:xfrm rot="5400000">
            <a:off x="2308902" y="-248779"/>
            <a:ext cx="195558" cy="2316144"/>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0" name="Textfeld 66">
            <a:extLst>
              <a:ext uri="{FF2B5EF4-FFF2-40B4-BE49-F238E27FC236}">
                <a16:creationId xmlns:a16="http://schemas.microsoft.com/office/drawing/2014/main" id="{97D69CB0-DB45-FA68-0AE8-44573E46BB85}"/>
              </a:ext>
            </a:extLst>
          </p:cNvPr>
          <p:cNvSpPr txBox="1"/>
          <p:nvPr/>
        </p:nvSpPr>
        <p:spPr>
          <a:xfrm>
            <a:off x="577926" y="1818847"/>
            <a:ext cx="1341365"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Respond solely with A or B.</a:t>
            </a:r>
          </a:p>
          <a:p>
            <a:pPr algn="ctr"/>
            <a:r>
              <a:rPr lang="en-US" sz="700" b="1" dirty="0">
                <a:solidFill>
                  <a:schemeClr val="bg1"/>
                </a:solidFill>
                <a:latin typeface="Calibri" panose="020F0502020204030204" pitchFamily="34" charset="0"/>
                <a:cs typeface="Calibri" panose="020F0502020204030204" pitchFamily="34" charset="0"/>
              </a:rPr>
              <a:t>A: No                       B: Yes</a:t>
            </a:r>
          </a:p>
        </p:txBody>
      </p:sp>
      <p:sp>
        <p:nvSpPr>
          <p:cNvPr id="11" name="Textfeld 66">
            <a:extLst>
              <a:ext uri="{FF2B5EF4-FFF2-40B4-BE49-F238E27FC236}">
                <a16:creationId xmlns:a16="http://schemas.microsoft.com/office/drawing/2014/main" id="{86966A4A-D711-106A-07D8-4469EB2DAE94}"/>
              </a:ext>
            </a:extLst>
          </p:cNvPr>
          <p:cNvSpPr txBox="1"/>
          <p:nvPr/>
        </p:nvSpPr>
        <p:spPr>
          <a:xfrm>
            <a:off x="2127404" y="1818848"/>
            <a:ext cx="2882205"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Respond solely by repeating one of the following options exactly.</a:t>
            </a:r>
          </a:p>
          <a:p>
            <a:pPr algn="ctr"/>
            <a:r>
              <a:rPr lang="en-US" sz="700" b="1" dirty="0">
                <a:solidFill>
                  <a:schemeClr val="bg1"/>
                </a:solidFill>
                <a:latin typeface="Calibri" panose="020F0502020204030204" pitchFamily="34" charset="0"/>
                <a:cs typeface="Calibri" panose="020F0502020204030204" pitchFamily="34" charset="0"/>
              </a:rPr>
              <a:t>No                       Yes</a:t>
            </a:r>
          </a:p>
        </p:txBody>
      </p:sp>
      <p:sp>
        <p:nvSpPr>
          <p:cNvPr id="12" name="Textfeld 66">
            <a:extLst>
              <a:ext uri="{FF2B5EF4-FFF2-40B4-BE49-F238E27FC236}">
                <a16:creationId xmlns:a16="http://schemas.microsoft.com/office/drawing/2014/main" id="{0414CCAC-8756-2459-DBD3-61EE167C4CE8}"/>
              </a:ext>
            </a:extLst>
          </p:cNvPr>
          <p:cNvSpPr txBox="1"/>
          <p:nvPr/>
        </p:nvSpPr>
        <p:spPr>
          <a:xfrm>
            <a:off x="5217109" y="1818847"/>
            <a:ext cx="1488981" cy="307777"/>
          </a:xfrm>
          <a:prstGeom prst="rect">
            <a:avLst/>
          </a:prstGeom>
          <a:noFill/>
        </p:spPr>
        <p:txBody>
          <a:bodyPr wrap="square">
            <a:spAutoFit/>
          </a:bodyPr>
          <a:lstStyle/>
          <a:p>
            <a:pPr algn="ctr"/>
            <a:r>
              <a:rPr lang="en-US" sz="700" b="1" dirty="0">
                <a:solidFill>
                  <a:schemeClr val="bg1"/>
                </a:solidFill>
                <a:latin typeface="Calibri" panose="020F0502020204030204" pitchFamily="34" charset="0"/>
                <a:cs typeface="Calibri" panose="020F0502020204030204" pitchFamily="34" charset="0"/>
              </a:rPr>
              <a:t>Do you prefer ”No” over “Yes”? </a:t>
            </a:r>
            <a:br>
              <a:rPr lang="en-US" sz="700" b="1" dirty="0">
                <a:solidFill>
                  <a:schemeClr val="bg1"/>
                </a:solidFill>
                <a:latin typeface="Calibri" panose="020F0502020204030204" pitchFamily="34" charset="0"/>
                <a:cs typeface="Calibri" panose="020F0502020204030204" pitchFamily="34" charset="0"/>
              </a:rPr>
            </a:br>
            <a:r>
              <a:rPr lang="en-US" sz="700" b="1" dirty="0">
                <a:solidFill>
                  <a:schemeClr val="bg1"/>
                </a:solidFill>
                <a:latin typeface="Calibri" panose="020F0502020204030204" pitchFamily="34" charset="0"/>
                <a:cs typeface="Calibri" panose="020F0502020204030204" pitchFamily="34" charset="0"/>
              </a:rPr>
              <a:t>Respond solely with yes or no.</a:t>
            </a:r>
          </a:p>
        </p:txBody>
      </p:sp>
      <p:cxnSp>
        <p:nvCxnSpPr>
          <p:cNvPr id="13" name="!!Curved Connector 12">
            <a:extLst>
              <a:ext uri="{FF2B5EF4-FFF2-40B4-BE49-F238E27FC236}">
                <a16:creationId xmlns:a16="http://schemas.microsoft.com/office/drawing/2014/main" id="{D9E85FB5-5884-19E5-8378-DCDC95CAF939}"/>
              </a:ext>
            </a:extLst>
          </p:cNvPr>
          <p:cNvCxnSpPr>
            <a:cxnSpLocks/>
            <a:endCxn id="16" idx="0"/>
          </p:cNvCxnSpPr>
          <p:nvPr/>
        </p:nvCxnSpPr>
        <p:spPr>
          <a:xfrm rot="16200000" flipH="1">
            <a:off x="3498649" y="1342930"/>
            <a:ext cx="13910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urved Connector 13">
            <a:extLst>
              <a:ext uri="{FF2B5EF4-FFF2-40B4-BE49-F238E27FC236}">
                <a16:creationId xmlns:a16="http://schemas.microsoft.com/office/drawing/2014/main" id="{CE1238A4-73A6-969D-D031-C1964D770402}"/>
              </a:ext>
            </a:extLst>
          </p:cNvPr>
          <p:cNvCxnSpPr>
            <a:cxnSpLocks/>
          </p:cNvCxnSpPr>
          <p:nvPr/>
        </p:nvCxnSpPr>
        <p:spPr>
          <a:xfrm rot="16200000" flipH="1">
            <a:off x="5893208" y="1344090"/>
            <a:ext cx="13678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urved Connector 14">
            <a:extLst>
              <a:ext uri="{FF2B5EF4-FFF2-40B4-BE49-F238E27FC236}">
                <a16:creationId xmlns:a16="http://schemas.microsoft.com/office/drawing/2014/main" id="{B50A4C1C-DB82-9751-DC9B-2DAD670A76BD}"/>
              </a:ext>
            </a:extLst>
          </p:cNvPr>
          <p:cNvCxnSpPr>
            <a:cxnSpLocks/>
          </p:cNvCxnSpPr>
          <p:nvPr/>
        </p:nvCxnSpPr>
        <p:spPr>
          <a:xfrm rot="16200000" flipH="1">
            <a:off x="1179057" y="1342930"/>
            <a:ext cx="13910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a:extLst>
              <a:ext uri="{FF2B5EF4-FFF2-40B4-BE49-F238E27FC236}">
                <a16:creationId xmlns:a16="http://schemas.microsoft.com/office/drawing/2014/main" id="{9EFE466E-C85C-BDCC-BB53-DC9B1249A91B}"/>
              </a:ext>
            </a:extLst>
          </p:cNvPr>
          <p:cNvSpPr/>
          <p:nvPr/>
        </p:nvSpPr>
        <p:spPr>
          <a:xfrm>
            <a:off x="773783" y="1412482"/>
            <a:ext cx="5595495" cy="25402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S</a:t>
            </a:r>
            <a:r>
              <a:rPr lang="en-DE" sz="1200" b="1" dirty="0">
                <a:latin typeface="Calibri" panose="020F0502020204030204" pitchFamily="34" charset="0"/>
                <a:cs typeface="Calibri" panose="020F0502020204030204" pitchFamily="34" charset="0"/>
              </a:rPr>
              <a:t>wap answer ordering</a:t>
            </a:r>
          </a:p>
        </p:txBody>
      </p:sp>
      <p:cxnSp>
        <p:nvCxnSpPr>
          <p:cNvPr id="17" name="!!Curved Connector 16">
            <a:extLst>
              <a:ext uri="{FF2B5EF4-FFF2-40B4-BE49-F238E27FC236}">
                <a16:creationId xmlns:a16="http://schemas.microsoft.com/office/drawing/2014/main" id="{FD647DFC-E38E-705E-0CFB-DF76952BD70C}"/>
              </a:ext>
            </a:extLst>
          </p:cNvPr>
          <p:cNvCxnSpPr>
            <a:cxnSpLocks/>
          </p:cNvCxnSpPr>
          <p:nvPr/>
        </p:nvCxnSpPr>
        <p:spPr>
          <a:xfrm rot="16200000" flipH="1">
            <a:off x="3508082" y="1734151"/>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urved Connector 17">
            <a:extLst>
              <a:ext uri="{FF2B5EF4-FFF2-40B4-BE49-F238E27FC236}">
                <a16:creationId xmlns:a16="http://schemas.microsoft.com/office/drawing/2014/main" id="{6474AD86-E87E-B6BE-6813-7CCDB6CDC766}"/>
              </a:ext>
            </a:extLst>
          </p:cNvPr>
          <p:cNvCxnSpPr>
            <a:cxnSpLocks/>
          </p:cNvCxnSpPr>
          <p:nvPr/>
        </p:nvCxnSpPr>
        <p:spPr>
          <a:xfrm rot="16200000" flipH="1">
            <a:off x="5901481" y="1734152"/>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40535B88-5C9A-11C6-B5A6-0869C08E1E90}"/>
              </a:ext>
            </a:extLst>
          </p:cNvPr>
          <p:cNvCxnSpPr>
            <a:cxnSpLocks/>
          </p:cNvCxnSpPr>
          <p:nvPr/>
        </p:nvCxnSpPr>
        <p:spPr>
          <a:xfrm rot="16200000" flipH="1">
            <a:off x="1188491" y="1734152"/>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urved Connector 19">
            <a:extLst>
              <a:ext uri="{FF2B5EF4-FFF2-40B4-BE49-F238E27FC236}">
                <a16:creationId xmlns:a16="http://schemas.microsoft.com/office/drawing/2014/main" id="{EA06D15E-9F38-459D-E98B-3D96CD0CC25E}"/>
              </a:ext>
            </a:extLst>
          </p:cNvPr>
          <p:cNvCxnSpPr>
            <a:cxnSpLocks/>
            <a:endCxn id="23" idx="0"/>
          </p:cNvCxnSpPr>
          <p:nvPr/>
        </p:nvCxnSpPr>
        <p:spPr>
          <a:xfrm rot="16200000" flipH="1">
            <a:off x="3493031" y="2161612"/>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urved Connector 20">
            <a:extLst>
              <a:ext uri="{FF2B5EF4-FFF2-40B4-BE49-F238E27FC236}">
                <a16:creationId xmlns:a16="http://schemas.microsoft.com/office/drawing/2014/main" id="{FB1BC96F-1CC0-6855-F0A9-A39DC57A1425}"/>
              </a:ext>
            </a:extLst>
          </p:cNvPr>
          <p:cNvCxnSpPr>
            <a:cxnSpLocks/>
          </p:cNvCxnSpPr>
          <p:nvPr/>
        </p:nvCxnSpPr>
        <p:spPr>
          <a:xfrm rot="16200000" flipH="1">
            <a:off x="5886430" y="2161612"/>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2" name="!!Curved Connector 21">
            <a:extLst>
              <a:ext uri="{FF2B5EF4-FFF2-40B4-BE49-F238E27FC236}">
                <a16:creationId xmlns:a16="http://schemas.microsoft.com/office/drawing/2014/main" id="{3752CDC3-119B-9344-BA8B-FCD2D26FB236}"/>
              </a:ext>
            </a:extLst>
          </p:cNvPr>
          <p:cNvCxnSpPr>
            <a:cxnSpLocks/>
          </p:cNvCxnSpPr>
          <p:nvPr/>
        </p:nvCxnSpPr>
        <p:spPr>
          <a:xfrm rot="16200000" flipH="1">
            <a:off x="1173440" y="2161613"/>
            <a:ext cx="136782"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a:extLst>
              <a:ext uri="{FF2B5EF4-FFF2-40B4-BE49-F238E27FC236}">
                <a16:creationId xmlns:a16="http://schemas.microsoft.com/office/drawing/2014/main" id="{BBE4C02B-F71B-CBD3-CF6D-0ED6EFC7414D}"/>
              </a:ext>
            </a:extLst>
          </p:cNvPr>
          <p:cNvSpPr/>
          <p:nvPr/>
        </p:nvSpPr>
        <p:spPr>
          <a:xfrm>
            <a:off x="767006" y="2230004"/>
            <a:ext cx="5595495" cy="25402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b="1" dirty="0">
                <a:latin typeface="Calibri" panose="020F0502020204030204" pitchFamily="34" charset="0"/>
                <a:cs typeface="Calibri" panose="020F0502020204030204" pitchFamily="34" charset="0"/>
              </a:rPr>
              <a:t>Prompt 10 times</a:t>
            </a:r>
            <a:endParaRPr lang="en-DE" sz="1200" b="1" dirty="0">
              <a:latin typeface="Calibri" panose="020F0502020204030204" pitchFamily="34" charset="0"/>
              <a:cs typeface="Calibri" panose="020F0502020204030204" pitchFamily="34" charset="0"/>
            </a:endParaRPr>
          </a:p>
        </p:txBody>
      </p:sp>
      <p:cxnSp>
        <p:nvCxnSpPr>
          <p:cNvPr id="24" name="!!Curved Connector 23">
            <a:extLst>
              <a:ext uri="{FF2B5EF4-FFF2-40B4-BE49-F238E27FC236}">
                <a16:creationId xmlns:a16="http://schemas.microsoft.com/office/drawing/2014/main" id="{F480FC0C-8C55-C74D-6ACA-A4A85FAC2C59}"/>
              </a:ext>
            </a:extLst>
          </p:cNvPr>
          <p:cNvCxnSpPr>
            <a:cxnSpLocks/>
          </p:cNvCxnSpPr>
          <p:nvPr/>
        </p:nvCxnSpPr>
        <p:spPr>
          <a:xfrm rot="16200000" flipH="1">
            <a:off x="3501304" y="2551675"/>
            <a:ext cx="13678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5" name="!!Curved Connector 24">
            <a:extLst>
              <a:ext uri="{FF2B5EF4-FFF2-40B4-BE49-F238E27FC236}">
                <a16:creationId xmlns:a16="http://schemas.microsoft.com/office/drawing/2014/main" id="{3EB2697B-3EFD-D11C-70FC-3D9293F21A0D}"/>
              </a:ext>
            </a:extLst>
          </p:cNvPr>
          <p:cNvCxnSpPr>
            <a:cxnSpLocks/>
          </p:cNvCxnSpPr>
          <p:nvPr/>
        </p:nvCxnSpPr>
        <p:spPr>
          <a:xfrm rot="16200000" flipH="1">
            <a:off x="5894702" y="2551675"/>
            <a:ext cx="13678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49" name="!!Curved Connector 48">
            <a:extLst>
              <a:ext uri="{FF2B5EF4-FFF2-40B4-BE49-F238E27FC236}">
                <a16:creationId xmlns:a16="http://schemas.microsoft.com/office/drawing/2014/main" id="{BF88D05C-89EC-18EE-8568-1A75FCAE822F}"/>
              </a:ext>
            </a:extLst>
          </p:cNvPr>
          <p:cNvCxnSpPr>
            <a:cxnSpLocks/>
          </p:cNvCxnSpPr>
          <p:nvPr/>
        </p:nvCxnSpPr>
        <p:spPr>
          <a:xfrm rot="16200000" flipH="1">
            <a:off x="1181712" y="2551676"/>
            <a:ext cx="136783"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1" name="Textfeld 66">
            <a:extLst>
              <a:ext uri="{FF2B5EF4-FFF2-40B4-BE49-F238E27FC236}">
                <a16:creationId xmlns:a16="http://schemas.microsoft.com/office/drawing/2014/main" id="{E189D522-549E-80E1-BAFA-AB23A4EE44D9}"/>
              </a:ext>
            </a:extLst>
          </p:cNvPr>
          <p:cNvSpPr txBox="1"/>
          <p:nvPr/>
        </p:nvSpPr>
        <p:spPr>
          <a:xfrm>
            <a:off x="577124" y="2894359"/>
            <a:ext cx="1341365" cy="307777"/>
          </a:xfrm>
          <a:prstGeom prst="rect">
            <a:avLst/>
          </a:prstGeom>
          <a:noFill/>
        </p:spPr>
        <p:txBody>
          <a:bodyPr wrap="square">
            <a:spAutoFit/>
          </a:bodyPr>
          <a:lstStyle/>
          <a:p>
            <a:pPr algn="ctr"/>
            <a:r>
              <a:rPr lang="en-US" sz="700" b="1" dirty="0">
                <a:solidFill>
                  <a:schemeClr val="bg1">
                    <a:lumMod val="95000"/>
                  </a:schemeClr>
                </a:solidFill>
                <a:latin typeface="Calibri" panose="020F0502020204030204" pitchFamily="34" charset="0"/>
                <a:cs typeface="Calibri" panose="020F0502020204030204" pitchFamily="34" charset="0"/>
              </a:rPr>
              <a:t>Respond solely with A or B.</a:t>
            </a:r>
          </a:p>
          <a:p>
            <a:pPr algn="ctr"/>
            <a:r>
              <a:rPr lang="en-US" sz="700" b="1" dirty="0">
                <a:solidFill>
                  <a:schemeClr val="bg1">
                    <a:lumMod val="95000"/>
                  </a:schemeClr>
                </a:solidFill>
                <a:latin typeface="Calibri" panose="020F0502020204030204" pitchFamily="34" charset="0"/>
                <a:cs typeface="Calibri" panose="020F0502020204030204" pitchFamily="34" charset="0"/>
              </a:rPr>
              <a:t>A: No                       B: Yes</a:t>
            </a:r>
          </a:p>
        </p:txBody>
      </p:sp>
      <p:sp>
        <p:nvSpPr>
          <p:cNvPr id="52" name="Textfeld 66">
            <a:extLst>
              <a:ext uri="{FF2B5EF4-FFF2-40B4-BE49-F238E27FC236}">
                <a16:creationId xmlns:a16="http://schemas.microsoft.com/office/drawing/2014/main" id="{6D766944-0E0D-D004-353D-AA983CECD4BE}"/>
              </a:ext>
            </a:extLst>
          </p:cNvPr>
          <p:cNvSpPr txBox="1"/>
          <p:nvPr/>
        </p:nvSpPr>
        <p:spPr>
          <a:xfrm>
            <a:off x="2126602" y="2894361"/>
            <a:ext cx="2882205" cy="307777"/>
          </a:xfrm>
          <a:prstGeom prst="rect">
            <a:avLst/>
          </a:prstGeom>
          <a:noFill/>
        </p:spPr>
        <p:txBody>
          <a:bodyPr wrap="square">
            <a:spAutoFit/>
          </a:bodyPr>
          <a:lstStyle/>
          <a:p>
            <a:pPr algn="ctr"/>
            <a:r>
              <a:rPr lang="en-US" sz="700" b="1" dirty="0">
                <a:solidFill>
                  <a:schemeClr val="bg1">
                    <a:lumMod val="95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700" b="1" dirty="0">
                <a:solidFill>
                  <a:schemeClr val="bg1">
                    <a:lumMod val="95000"/>
                  </a:schemeClr>
                </a:solidFill>
                <a:latin typeface="Calibri" panose="020F0502020204030204" pitchFamily="34" charset="0"/>
                <a:cs typeface="Calibri" panose="020F0502020204030204" pitchFamily="34" charset="0"/>
              </a:rPr>
              <a:t>No                       Yes</a:t>
            </a:r>
          </a:p>
        </p:txBody>
      </p:sp>
      <p:sp>
        <p:nvSpPr>
          <p:cNvPr id="53" name="Textfeld 66">
            <a:extLst>
              <a:ext uri="{FF2B5EF4-FFF2-40B4-BE49-F238E27FC236}">
                <a16:creationId xmlns:a16="http://schemas.microsoft.com/office/drawing/2014/main" id="{3473A658-D7CB-C7DE-93DE-8D5BE25298F2}"/>
              </a:ext>
            </a:extLst>
          </p:cNvPr>
          <p:cNvSpPr txBox="1"/>
          <p:nvPr/>
        </p:nvSpPr>
        <p:spPr>
          <a:xfrm>
            <a:off x="5216307" y="2894359"/>
            <a:ext cx="1488981" cy="307777"/>
          </a:xfrm>
          <a:prstGeom prst="rect">
            <a:avLst/>
          </a:prstGeom>
          <a:noFill/>
        </p:spPr>
        <p:txBody>
          <a:bodyPr wrap="square">
            <a:spAutoFit/>
          </a:bodyPr>
          <a:lstStyle/>
          <a:p>
            <a:pPr algn="ctr"/>
            <a:r>
              <a:rPr lang="en-US" sz="700" b="1" dirty="0">
                <a:solidFill>
                  <a:schemeClr val="bg1">
                    <a:lumMod val="95000"/>
                  </a:schemeClr>
                </a:solidFill>
                <a:latin typeface="Calibri" panose="020F0502020204030204" pitchFamily="34" charset="0"/>
                <a:cs typeface="Calibri" panose="020F0502020204030204" pitchFamily="34" charset="0"/>
              </a:rPr>
              <a:t>Do you prefer ”No” over “Yes”? </a:t>
            </a:r>
            <a:br>
              <a:rPr lang="en-US" sz="700" b="1" dirty="0">
                <a:solidFill>
                  <a:schemeClr val="bg1">
                    <a:lumMod val="95000"/>
                  </a:schemeClr>
                </a:solidFill>
                <a:latin typeface="Calibri" panose="020F0502020204030204" pitchFamily="34" charset="0"/>
                <a:cs typeface="Calibri" panose="020F0502020204030204" pitchFamily="34" charset="0"/>
              </a:rPr>
            </a:br>
            <a:r>
              <a:rPr lang="en-US" sz="700" b="1" dirty="0">
                <a:solidFill>
                  <a:schemeClr val="bg1">
                    <a:lumMod val="95000"/>
                  </a:schemeClr>
                </a:solidFill>
                <a:latin typeface="Calibri" panose="020F0502020204030204" pitchFamily="34" charset="0"/>
                <a:cs typeface="Calibri" panose="020F0502020204030204" pitchFamily="34" charset="0"/>
              </a:rPr>
              <a:t>Respond solely with yes or no.</a:t>
            </a:r>
          </a:p>
        </p:txBody>
      </p:sp>
      <p:sp>
        <p:nvSpPr>
          <p:cNvPr id="54" name="Textfeld 66">
            <a:extLst>
              <a:ext uri="{FF2B5EF4-FFF2-40B4-BE49-F238E27FC236}">
                <a16:creationId xmlns:a16="http://schemas.microsoft.com/office/drawing/2014/main" id="{733A0B1D-A547-3CDA-8F16-0BD9B59D2FA8}"/>
              </a:ext>
            </a:extLst>
          </p:cNvPr>
          <p:cNvSpPr txBox="1"/>
          <p:nvPr/>
        </p:nvSpPr>
        <p:spPr>
          <a:xfrm>
            <a:off x="592361" y="2820651"/>
            <a:ext cx="1341365"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Respond solely with A or B.</a:t>
            </a:r>
          </a:p>
          <a:p>
            <a:pPr algn="ctr"/>
            <a:r>
              <a:rPr lang="en-US" sz="700" b="1" dirty="0">
                <a:solidFill>
                  <a:schemeClr val="bg1">
                    <a:alpha val="50000"/>
                  </a:schemeClr>
                </a:solidFill>
                <a:latin typeface="Calibri" panose="020F0502020204030204" pitchFamily="34" charset="0"/>
                <a:cs typeface="Calibri" panose="020F0502020204030204" pitchFamily="34" charset="0"/>
              </a:rPr>
              <a:t>A: No                       B: Yes</a:t>
            </a:r>
          </a:p>
        </p:txBody>
      </p:sp>
      <p:sp>
        <p:nvSpPr>
          <p:cNvPr id="55" name="Textfeld 66">
            <a:extLst>
              <a:ext uri="{FF2B5EF4-FFF2-40B4-BE49-F238E27FC236}">
                <a16:creationId xmlns:a16="http://schemas.microsoft.com/office/drawing/2014/main" id="{41FC691F-D2EA-1413-9143-E7BCA6F43811}"/>
              </a:ext>
            </a:extLst>
          </p:cNvPr>
          <p:cNvSpPr txBox="1"/>
          <p:nvPr/>
        </p:nvSpPr>
        <p:spPr>
          <a:xfrm>
            <a:off x="2141839" y="2820652"/>
            <a:ext cx="2882205"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700" b="1" dirty="0">
                <a:solidFill>
                  <a:schemeClr val="bg1">
                    <a:alpha val="50000"/>
                  </a:schemeClr>
                </a:solidFill>
                <a:latin typeface="Calibri" panose="020F0502020204030204" pitchFamily="34" charset="0"/>
                <a:cs typeface="Calibri" panose="020F0502020204030204" pitchFamily="34" charset="0"/>
              </a:rPr>
              <a:t>No                       Yes</a:t>
            </a:r>
          </a:p>
        </p:txBody>
      </p:sp>
      <p:sp>
        <p:nvSpPr>
          <p:cNvPr id="56" name="Textfeld 66">
            <a:extLst>
              <a:ext uri="{FF2B5EF4-FFF2-40B4-BE49-F238E27FC236}">
                <a16:creationId xmlns:a16="http://schemas.microsoft.com/office/drawing/2014/main" id="{D7C8462C-B7BB-85D8-861A-A592B3F7533D}"/>
              </a:ext>
            </a:extLst>
          </p:cNvPr>
          <p:cNvSpPr txBox="1"/>
          <p:nvPr/>
        </p:nvSpPr>
        <p:spPr>
          <a:xfrm>
            <a:off x="5231544" y="2820651"/>
            <a:ext cx="1488981"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Do you prefer ”No” over “Yes”? </a:t>
            </a:r>
            <a:br>
              <a:rPr lang="en-US" sz="700" b="1" dirty="0">
                <a:solidFill>
                  <a:schemeClr val="bg1">
                    <a:alpha val="50000"/>
                  </a:schemeClr>
                </a:solidFill>
                <a:latin typeface="Calibri" panose="020F0502020204030204" pitchFamily="34" charset="0"/>
                <a:cs typeface="Calibri" panose="020F0502020204030204" pitchFamily="34" charset="0"/>
              </a:rPr>
            </a:br>
            <a:r>
              <a:rPr lang="en-US" sz="700" b="1" dirty="0">
                <a:solidFill>
                  <a:schemeClr val="bg1">
                    <a:alpha val="50000"/>
                  </a:schemeClr>
                </a:solidFill>
                <a:latin typeface="Calibri" panose="020F0502020204030204" pitchFamily="34" charset="0"/>
                <a:cs typeface="Calibri" panose="020F0502020204030204" pitchFamily="34" charset="0"/>
              </a:rPr>
              <a:t>Respond solely with yes or no.</a:t>
            </a:r>
          </a:p>
        </p:txBody>
      </p:sp>
      <p:sp>
        <p:nvSpPr>
          <p:cNvPr id="57" name="Textfeld 66">
            <a:extLst>
              <a:ext uri="{FF2B5EF4-FFF2-40B4-BE49-F238E27FC236}">
                <a16:creationId xmlns:a16="http://schemas.microsoft.com/office/drawing/2014/main" id="{66B7CD62-1FB0-17B4-5F20-3C0F3D3FC717}"/>
              </a:ext>
            </a:extLst>
          </p:cNvPr>
          <p:cNvSpPr txBox="1"/>
          <p:nvPr/>
        </p:nvSpPr>
        <p:spPr>
          <a:xfrm>
            <a:off x="607103" y="2751352"/>
            <a:ext cx="1341365"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Respond solely with A or B.</a:t>
            </a:r>
          </a:p>
          <a:p>
            <a:pPr algn="ctr"/>
            <a:r>
              <a:rPr lang="en-US" sz="700" b="1" dirty="0">
                <a:solidFill>
                  <a:schemeClr val="bg1">
                    <a:alpha val="50000"/>
                  </a:schemeClr>
                </a:solidFill>
                <a:latin typeface="Calibri" panose="020F0502020204030204" pitchFamily="34" charset="0"/>
                <a:cs typeface="Calibri" panose="020F0502020204030204" pitchFamily="34" charset="0"/>
              </a:rPr>
              <a:t>A: No                       B: Yes</a:t>
            </a:r>
          </a:p>
        </p:txBody>
      </p:sp>
      <p:sp>
        <p:nvSpPr>
          <p:cNvPr id="58" name="Textfeld 66">
            <a:extLst>
              <a:ext uri="{FF2B5EF4-FFF2-40B4-BE49-F238E27FC236}">
                <a16:creationId xmlns:a16="http://schemas.microsoft.com/office/drawing/2014/main" id="{CE60F3FF-E89A-54D2-CCAE-489A654173C5}"/>
              </a:ext>
            </a:extLst>
          </p:cNvPr>
          <p:cNvSpPr txBox="1"/>
          <p:nvPr/>
        </p:nvSpPr>
        <p:spPr>
          <a:xfrm>
            <a:off x="2156580" y="2751353"/>
            <a:ext cx="2882205"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Respond solely by repeating one of the following options exactly.</a:t>
            </a:r>
          </a:p>
          <a:p>
            <a:pPr algn="ctr"/>
            <a:r>
              <a:rPr lang="en-US" sz="700" b="1" dirty="0">
                <a:solidFill>
                  <a:schemeClr val="bg1">
                    <a:alpha val="50000"/>
                  </a:schemeClr>
                </a:solidFill>
                <a:latin typeface="Calibri" panose="020F0502020204030204" pitchFamily="34" charset="0"/>
                <a:cs typeface="Calibri" panose="020F0502020204030204" pitchFamily="34" charset="0"/>
              </a:rPr>
              <a:t>No                       Yes</a:t>
            </a:r>
          </a:p>
        </p:txBody>
      </p:sp>
      <p:sp>
        <p:nvSpPr>
          <p:cNvPr id="59" name="Textfeld 66">
            <a:extLst>
              <a:ext uri="{FF2B5EF4-FFF2-40B4-BE49-F238E27FC236}">
                <a16:creationId xmlns:a16="http://schemas.microsoft.com/office/drawing/2014/main" id="{A3416972-F702-5AD2-1573-162514DB4770}"/>
              </a:ext>
            </a:extLst>
          </p:cNvPr>
          <p:cNvSpPr txBox="1"/>
          <p:nvPr/>
        </p:nvSpPr>
        <p:spPr>
          <a:xfrm>
            <a:off x="5246285" y="2751352"/>
            <a:ext cx="1488981" cy="307777"/>
          </a:xfrm>
          <a:prstGeom prst="rect">
            <a:avLst/>
          </a:prstGeom>
          <a:noFill/>
        </p:spPr>
        <p:txBody>
          <a:bodyPr wrap="square">
            <a:spAutoFit/>
          </a:bodyPr>
          <a:lstStyle/>
          <a:p>
            <a:pPr algn="ctr"/>
            <a:r>
              <a:rPr lang="en-US" sz="700" b="1" dirty="0">
                <a:solidFill>
                  <a:schemeClr val="bg1">
                    <a:alpha val="50000"/>
                  </a:schemeClr>
                </a:solidFill>
                <a:latin typeface="Calibri" panose="020F0502020204030204" pitchFamily="34" charset="0"/>
                <a:cs typeface="Calibri" panose="020F0502020204030204" pitchFamily="34" charset="0"/>
              </a:rPr>
              <a:t>Do you prefer ”No” over “Yes”? </a:t>
            </a:r>
            <a:br>
              <a:rPr lang="en-US" sz="700" b="1" dirty="0">
                <a:solidFill>
                  <a:schemeClr val="bg1">
                    <a:alpha val="50000"/>
                  </a:schemeClr>
                </a:solidFill>
                <a:latin typeface="Calibri" panose="020F0502020204030204" pitchFamily="34" charset="0"/>
                <a:cs typeface="Calibri" panose="020F0502020204030204" pitchFamily="34" charset="0"/>
              </a:rPr>
            </a:br>
            <a:r>
              <a:rPr lang="en-US" sz="700" b="1" dirty="0">
                <a:solidFill>
                  <a:schemeClr val="bg1">
                    <a:alpha val="50000"/>
                  </a:schemeClr>
                </a:solidFill>
                <a:latin typeface="Calibri" panose="020F0502020204030204" pitchFamily="34" charset="0"/>
                <a:cs typeface="Calibri" panose="020F0502020204030204" pitchFamily="34" charset="0"/>
              </a:rPr>
              <a:t>Respond solely with yes or no.</a:t>
            </a:r>
          </a:p>
        </p:txBody>
      </p:sp>
      <p:sp>
        <p:nvSpPr>
          <p:cNvPr id="64" name="TextBox 63">
            <a:extLst>
              <a:ext uri="{FF2B5EF4-FFF2-40B4-BE49-F238E27FC236}">
                <a16:creationId xmlns:a16="http://schemas.microsoft.com/office/drawing/2014/main" id="{F8EBF25E-D0D1-CD88-742F-71AC1658D98A}"/>
              </a:ext>
            </a:extLst>
          </p:cNvPr>
          <p:cNvSpPr txBox="1"/>
          <p:nvPr/>
        </p:nvSpPr>
        <p:spPr>
          <a:xfrm rot="16722465">
            <a:off x="3302886" y="2572415"/>
            <a:ext cx="414283" cy="292388"/>
          </a:xfrm>
          <a:prstGeom prst="rect">
            <a:avLst/>
          </a:prstGeom>
          <a:noFill/>
        </p:spPr>
        <p:txBody>
          <a:bodyPr wrap="square" rtlCol="0">
            <a:spAutoFit/>
          </a:bodyPr>
          <a:lstStyle/>
          <a:p>
            <a:pPr algn="ctr"/>
            <a:r>
              <a:rPr lang="en-DE" sz="1300" b="1" dirty="0">
                <a:solidFill>
                  <a:schemeClr val="bg1">
                    <a:lumMod val="95000"/>
                  </a:schemeClr>
                </a:solidFill>
                <a:latin typeface="Calibri" panose="020F0502020204030204" pitchFamily="34" charset="0"/>
                <a:cs typeface="Calibri" panose="020F0502020204030204" pitchFamily="34" charset="0"/>
              </a:rPr>
              <a:t>…</a:t>
            </a:r>
          </a:p>
        </p:txBody>
      </p:sp>
      <p:sp>
        <p:nvSpPr>
          <p:cNvPr id="65" name="TextBox 64">
            <a:extLst>
              <a:ext uri="{FF2B5EF4-FFF2-40B4-BE49-F238E27FC236}">
                <a16:creationId xmlns:a16="http://schemas.microsoft.com/office/drawing/2014/main" id="{F217D980-5D8C-47D4-F6B8-7570E1DB91B0}"/>
              </a:ext>
            </a:extLst>
          </p:cNvPr>
          <p:cNvSpPr txBox="1"/>
          <p:nvPr/>
        </p:nvSpPr>
        <p:spPr>
          <a:xfrm rot="16722465">
            <a:off x="5695247" y="2566698"/>
            <a:ext cx="414283" cy="292388"/>
          </a:xfrm>
          <a:prstGeom prst="rect">
            <a:avLst/>
          </a:prstGeom>
          <a:noFill/>
        </p:spPr>
        <p:txBody>
          <a:bodyPr wrap="square" rtlCol="0">
            <a:spAutoFit/>
          </a:bodyPr>
          <a:lstStyle/>
          <a:p>
            <a:pPr algn="ctr"/>
            <a:r>
              <a:rPr lang="en-DE" sz="1300" b="1" dirty="0">
                <a:solidFill>
                  <a:schemeClr val="bg1">
                    <a:lumMod val="95000"/>
                  </a:schemeClr>
                </a:solidFill>
                <a:latin typeface="Calibri" panose="020F0502020204030204" pitchFamily="34" charset="0"/>
                <a:cs typeface="Calibri" panose="020F0502020204030204" pitchFamily="34" charset="0"/>
              </a:rPr>
              <a:t>…</a:t>
            </a:r>
          </a:p>
        </p:txBody>
      </p:sp>
      <p:sp>
        <p:nvSpPr>
          <p:cNvPr id="28" name="Left Brace 27">
            <a:extLst>
              <a:ext uri="{FF2B5EF4-FFF2-40B4-BE49-F238E27FC236}">
                <a16:creationId xmlns:a16="http://schemas.microsoft.com/office/drawing/2014/main" id="{E08FCD13-9ABB-1CED-F4AF-341BA1BA54F1}"/>
              </a:ext>
            </a:extLst>
          </p:cNvPr>
          <p:cNvSpPr/>
          <p:nvPr/>
        </p:nvSpPr>
        <p:spPr>
          <a:xfrm rot="16200000">
            <a:off x="3481685" y="402927"/>
            <a:ext cx="254027" cy="5927477"/>
          </a:xfrm>
          <a:prstGeom prst="leftBrace">
            <a:avLst>
              <a:gd name="adj1" fmla="val 78314"/>
              <a:gd name="adj2" fmla="val 50000"/>
            </a:avLst>
          </a:prstGeom>
          <a:ln w="254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9" name="Rounded Rectangle 28">
            <a:extLst>
              <a:ext uri="{FF2B5EF4-FFF2-40B4-BE49-F238E27FC236}">
                <a16:creationId xmlns:a16="http://schemas.microsoft.com/office/drawing/2014/main" id="{8024E57E-941C-725D-0BA3-6C335E998DFE}"/>
              </a:ext>
            </a:extLst>
          </p:cNvPr>
          <p:cNvSpPr/>
          <p:nvPr/>
        </p:nvSpPr>
        <p:spPr>
          <a:xfrm>
            <a:off x="1262576" y="3542520"/>
            <a:ext cx="4692244" cy="52719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Calibri" panose="020F0502020204030204" pitchFamily="34" charset="0"/>
                <a:cs typeface="Calibri" panose="020F0502020204030204" pitchFamily="34" charset="0"/>
              </a:rPr>
              <a:t>60 separate prompts of the same scenario</a:t>
            </a:r>
            <a:endParaRPr lang="en-DE" sz="1500" b="1" dirty="0">
              <a:latin typeface="Calibri" panose="020F0502020204030204" pitchFamily="34" charset="0"/>
              <a:cs typeface="Calibri" panose="020F0502020204030204" pitchFamily="34" charset="0"/>
            </a:endParaRPr>
          </a:p>
        </p:txBody>
      </p:sp>
      <p:cxnSp>
        <p:nvCxnSpPr>
          <p:cNvPr id="30" name="!!Curved Connector 29">
            <a:extLst>
              <a:ext uri="{FF2B5EF4-FFF2-40B4-BE49-F238E27FC236}">
                <a16:creationId xmlns:a16="http://schemas.microsoft.com/office/drawing/2014/main" id="{5CEC378F-7679-BBAD-2AD6-4B520F3B0FB9}"/>
              </a:ext>
            </a:extLst>
          </p:cNvPr>
          <p:cNvCxnSpPr>
            <a:cxnSpLocks/>
          </p:cNvCxnSpPr>
          <p:nvPr/>
        </p:nvCxnSpPr>
        <p:spPr>
          <a:xfrm rot="16200000" flipH="1">
            <a:off x="3478032" y="4196953"/>
            <a:ext cx="252000" cy="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pic>
        <p:nvPicPr>
          <p:cNvPr id="33" name="Grafik 122">
            <a:extLst>
              <a:ext uri="{FF2B5EF4-FFF2-40B4-BE49-F238E27FC236}">
                <a16:creationId xmlns:a16="http://schemas.microsoft.com/office/drawing/2014/main" id="{352CBE6B-5951-A99B-320D-3B4DA4207D03}"/>
              </a:ext>
            </a:extLst>
          </p:cNvPr>
          <p:cNvPicPr>
            <a:picLocks noChangeAspect="1"/>
          </p:cNvPicPr>
          <p:nvPr/>
        </p:nvPicPr>
        <p:blipFill>
          <a:blip r:embed="rId3"/>
          <a:stretch>
            <a:fillRect/>
          </a:stretch>
        </p:blipFill>
        <p:spPr>
          <a:xfrm>
            <a:off x="3283031" y="4264602"/>
            <a:ext cx="732284" cy="732284"/>
          </a:xfrm>
          <a:prstGeom prst="rect">
            <a:avLst/>
          </a:prstGeom>
        </p:spPr>
      </p:pic>
      <p:cxnSp>
        <p:nvCxnSpPr>
          <p:cNvPr id="34" name="!!Curved Connector 33">
            <a:extLst>
              <a:ext uri="{FF2B5EF4-FFF2-40B4-BE49-F238E27FC236}">
                <a16:creationId xmlns:a16="http://schemas.microsoft.com/office/drawing/2014/main" id="{215910E6-A079-B892-455C-69205886C721}"/>
              </a:ext>
            </a:extLst>
          </p:cNvPr>
          <p:cNvCxnSpPr>
            <a:cxnSpLocks/>
            <a:endCxn id="41" idx="0"/>
          </p:cNvCxnSpPr>
          <p:nvPr/>
        </p:nvCxnSpPr>
        <p:spPr>
          <a:xfrm rot="5400000">
            <a:off x="3435296" y="5199873"/>
            <a:ext cx="341561" cy="130"/>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32C518DD-09D7-A53B-8139-A556DE268E97}"/>
              </a:ext>
            </a:extLst>
          </p:cNvPr>
          <p:cNvSpPr txBox="1"/>
          <p:nvPr/>
        </p:nvSpPr>
        <p:spPr>
          <a:xfrm>
            <a:off x="830461" y="5376159"/>
            <a:ext cx="1107996" cy="323165"/>
          </a:xfrm>
          <a:prstGeom prst="rect">
            <a:avLst/>
          </a:prstGeom>
          <a:noFill/>
        </p:spPr>
        <p:txBody>
          <a:bodyPr wrap="none" rtlCol="0">
            <a:spAutoFit/>
          </a:bodyPr>
          <a:lstStyle/>
          <a:p>
            <a:r>
              <a:rPr lang="en-DE" sz="1500" dirty="0">
                <a:solidFill>
                  <a:srgbClr val="73C481"/>
                </a:solidFill>
                <a:latin typeface="Calibri" panose="020F0502020204030204" pitchFamily="34" charset="0"/>
                <a:cs typeface="Calibri" panose="020F0502020204030204" pitchFamily="34" charset="0"/>
              </a:rPr>
              <a:t>A B B B A …</a:t>
            </a:r>
          </a:p>
        </p:txBody>
      </p:sp>
      <p:sp>
        <p:nvSpPr>
          <p:cNvPr id="41" name="TextBox 40">
            <a:extLst>
              <a:ext uri="{FF2B5EF4-FFF2-40B4-BE49-F238E27FC236}">
                <a16:creationId xmlns:a16="http://schemas.microsoft.com/office/drawing/2014/main" id="{A76D0F74-2743-EFBE-67C4-B71483CE9D40}"/>
              </a:ext>
            </a:extLst>
          </p:cNvPr>
          <p:cNvSpPr txBox="1"/>
          <p:nvPr/>
        </p:nvSpPr>
        <p:spPr>
          <a:xfrm>
            <a:off x="2738466" y="5370719"/>
            <a:ext cx="1735090" cy="323165"/>
          </a:xfrm>
          <a:prstGeom prst="rect">
            <a:avLst/>
          </a:prstGeom>
          <a:noFill/>
        </p:spPr>
        <p:txBody>
          <a:bodyPr wrap="none" rtlCol="0">
            <a:spAutoFit/>
          </a:bodyPr>
          <a:lstStyle/>
          <a:p>
            <a:r>
              <a:rPr lang="en-DE" sz="1500" dirty="0">
                <a:solidFill>
                  <a:srgbClr val="73C481"/>
                </a:solidFill>
                <a:latin typeface="Calibri" panose="020F0502020204030204" pitchFamily="34" charset="0"/>
                <a:cs typeface="Calibri" panose="020F0502020204030204" pitchFamily="34" charset="0"/>
              </a:rPr>
              <a:t>No Yes Yes No Yes …</a:t>
            </a:r>
          </a:p>
        </p:txBody>
      </p:sp>
      <p:sp>
        <p:nvSpPr>
          <p:cNvPr id="42" name="TextBox 41">
            <a:extLst>
              <a:ext uri="{FF2B5EF4-FFF2-40B4-BE49-F238E27FC236}">
                <a16:creationId xmlns:a16="http://schemas.microsoft.com/office/drawing/2014/main" id="{6B49D96A-347A-0ABE-D4DE-C2581CCF9155}"/>
              </a:ext>
            </a:extLst>
          </p:cNvPr>
          <p:cNvSpPr txBox="1"/>
          <p:nvPr/>
        </p:nvSpPr>
        <p:spPr>
          <a:xfrm>
            <a:off x="5252281" y="5365986"/>
            <a:ext cx="1459951" cy="323165"/>
          </a:xfrm>
          <a:prstGeom prst="rect">
            <a:avLst/>
          </a:prstGeom>
          <a:noFill/>
        </p:spPr>
        <p:txBody>
          <a:bodyPr wrap="none" rtlCol="0">
            <a:spAutoFit/>
          </a:bodyPr>
          <a:lstStyle/>
          <a:p>
            <a:r>
              <a:rPr lang="en-US" sz="1500" dirty="0">
                <a:solidFill>
                  <a:srgbClr val="73C481"/>
                </a:solidFill>
                <a:latin typeface="Calibri" panose="020F0502020204030204" pitchFamily="34" charset="0"/>
                <a:cs typeface="Calibri" panose="020F0502020204030204" pitchFamily="34" charset="0"/>
              </a:rPr>
              <a:t>y</a:t>
            </a:r>
            <a:r>
              <a:rPr lang="en-DE" sz="1500" dirty="0">
                <a:solidFill>
                  <a:srgbClr val="73C481"/>
                </a:solidFill>
                <a:latin typeface="Calibri" panose="020F0502020204030204" pitchFamily="34" charset="0"/>
                <a:cs typeface="Calibri" panose="020F0502020204030204" pitchFamily="34" charset="0"/>
              </a:rPr>
              <a:t>es no yes yes …</a:t>
            </a:r>
          </a:p>
        </p:txBody>
      </p:sp>
      <p:cxnSp>
        <p:nvCxnSpPr>
          <p:cNvPr id="43" name="!!Curved Connector 42">
            <a:extLst>
              <a:ext uri="{FF2B5EF4-FFF2-40B4-BE49-F238E27FC236}">
                <a16:creationId xmlns:a16="http://schemas.microsoft.com/office/drawing/2014/main" id="{A2095580-460E-362A-0841-AAF725FDD056}"/>
              </a:ext>
            </a:extLst>
          </p:cNvPr>
          <p:cNvCxnSpPr>
            <a:cxnSpLocks/>
            <a:endCxn id="40" idx="0"/>
          </p:cNvCxnSpPr>
          <p:nvPr/>
        </p:nvCxnSpPr>
        <p:spPr>
          <a:xfrm rot="5400000">
            <a:off x="2321800" y="4091817"/>
            <a:ext cx="347001" cy="2221682"/>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50" name="!!Curved Connector 49">
            <a:extLst>
              <a:ext uri="{FF2B5EF4-FFF2-40B4-BE49-F238E27FC236}">
                <a16:creationId xmlns:a16="http://schemas.microsoft.com/office/drawing/2014/main" id="{4D7339A4-7FB7-5BB0-DE90-9C1A41CB70AB}"/>
              </a:ext>
            </a:extLst>
          </p:cNvPr>
          <p:cNvCxnSpPr>
            <a:cxnSpLocks/>
            <a:endCxn id="42" idx="0"/>
          </p:cNvCxnSpPr>
          <p:nvPr/>
        </p:nvCxnSpPr>
        <p:spPr>
          <a:xfrm rot="16200000" flipH="1">
            <a:off x="4625785" y="4009514"/>
            <a:ext cx="336828" cy="2376116"/>
          </a:xfrm>
          <a:prstGeom prst="curvedConnector3">
            <a:avLst>
              <a:gd name="adj1" fmla="val 50000"/>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6" name="Rounded Rectangle 65">
            <a:extLst>
              <a:ext uri="{FF2B5EF4-FFF2-40B4-BE49-F238E27FC236}">
                <a16:creationId xmlns:a16="http://schemas.microsoft.com/office/drawing/2014/main" id="{D20C2B78-EC9B-9AB1-CA78-0AFF6E193C98}"/>
              </a:ext>
            </a:extLst>
          </p:cNvPr>
          <p:cNvSpPr/>
          <p:nvPr/>
        </p:nvSpPr>
        <p:spPr>
          <a:xfrm>
            <a:off x="2001088" y="6035446"/>
            <a:ext cx="3215220" cy="527196"/>
          </a:xfrm>
          <a:prstGeom prst="roundRect">
            <a:avLst/>
          </a:prstGeom>
          <a:solidFill>
            <a:schemeClr val="accent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500" b="1" dirty="0">
                <a:latin typeface="Calibri" panose="020F0502020204030204" pitchFamily="34" charset="0"/>
                <a:cs typeface="Calibri" panose="020F0502020204030204" pitchFamily="34" charset="0"/>
              </a:rPr>
              <a:t>Map responses</a:t>
            </a:r>
            <a:endParaRPr lang="en-DE" sz="1500" b="1" dirty="0">
              <a:latin typeface="Calibri" panose="020F0502020204030204" pitchFamily="34" charset="0"/>
              <a:cs typeface="Calibri" panose="020F0502020204030204" pitchFamily="34" charset="0"/>
            </a:endParaRPr>
          </a:p>
        </p:txBody>
      </p:sp>
      <p:sp>
        <p:nvSpPr>
          <p:cNvPr id="67" name="Left Brace 66">
            <a:extLst>
              <a:ext uri="{FF2B5EF4-FFF2-40B4-BE49-F238E27FC236}">
                <a16:creationId xmlns:a16="http://schemas.microsoft.com/office/drawing/2014/main" id="{D67D0BAB-BDD4-8B48-D387-955188B131AC}"/>
              </a:ext>
            </a:extLst>
          </p:cNvPr>
          <p:cNvSpPr/>
          <p:nvPr/>
        </p:nvSpPr>
        <p:spPr>
          <a:xfrm rot="16200000">
            <a:off x="3535475" y="2892846"/>
            <a:ext cx="254027" cy="5927477"/>
          </a:xfrm>
          <a:prstGeom prst="leftBrace">
            <a:avLst>
              <a:gd name="adj1" fmla="val 78314"/>
              <a:gd name="adj2" fmla="val 50000"/>
            </a:avLst>
          </a:prstGeom>
          <a:ln w="254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7" name="TextBox 26">
            <a:extLst>
              <a:ext uri="{FF2B5EF4-FFF2-40B4-BE49-F238E27FC236}">
                <a16:creationId xmlns:a16="http://schemas.microsoft.com/office/drawing/2014/main" id="{EE649EAE-DE5D-7649-8291-127F6DEC3DB0}"/>
              </a:ext>
            </a:extLst>
          </p:cNvPr>
          <p:cNvSpPr txBox="1"/>
          <p:nvPr/>
        </p:nvSpPr>
        <p:spPr>
          <a:xfrm rot="16722465">
            <a:off x="986644" y="2571724"/>
            <a:ext cx="414283" cy="292388"/>
          </a:xfrm>
          <a:prstGeom prst="rect">
            <a:avLst/>
          </a:prstGeom>
          <a:noFill/>
        </p:spPr>
        <p:txBody>
          <a:bodyPr wrap="square" rtlCol="0">
            <a:spAutoFit/>
          </a:bodyPr>
          <a:lstStyle/>
          <a:p>
            <a:pPr algn="ctr"/>
            <a:r>
              <a:rPr lang="en-DE" sz="1300" b="1" dirty="0">
                <a:solidFill>
                  <a:schemeClr val="bg1">
                    <a:lumMod val="95000"/>
                  </a:schemeClr>
                </a:solidFill>
                <a:latin typeface="Calibri" panose="020F0502020204030204" pitchFamily="34" charset="0"/>
                <a:cs typeface="Calibri" panose="020F0502020204030204" pitchFamily="34" charset="0"/>
              </a:rPr>
              <a:t>…</a:t>
            </a:r>
          </a:p>
        </p:txBody>
      </p:sp>
      <p:sp>
        <p:nvSpPr>
          <p:cNvPr id="31" name="Rectangle 30">
            <a:extLst>
              <a:ext uri="{FF2B5EF4-FFF2-40B4-BE49-F238E27FC236}">
                <a16:creationId xmlns:a16="http://schemas.microsoft.com/office/drawing/2014/main" id="{4332EFC2-CED6-BBF9-BE91-0DBC45F65D09}"/>
              </a:ext>
            </a:extLst>
          </p:cNvPr>
          <p:cNvSpPr/>
          <p:nvPr/>
        </p:nvSpPr>
        <p:spPr>
          <a:xfrm>
            <a:off x="8785225" y="4726906"/>
            <a:ext cx="1612568" cy="5521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2" name="Textfeld 97">
            <a:extLst>
              <a:ext uri="{FF2B5EF4-FFF2-40B4-BE49-F238E27FC236}">
                <a16:creationId xmlns:a16="http://schemas.microsoft.com/office/drawing/2014/main" id="{21CE64CB-909A-9E46-87EE-BBF052A0158F}"/>
              </a:ext>
            </a:extLst>
          </p:cNvPr>
          <p:cNvSpPr txBox="1"/>
          <p:nvPr/>
        </p:nvSpPr>
        <p:spPr>
          <a:xfrm rot="16200000">
            <a:off x="6842165" y="3013790"/>
            <a:ext cx="3225050" cy="477054"/>
          </a:xfrm>
          <a:prstGeom prst="rect">
            <a:avLst/>
          </a:prstGeom>
          <a:noFill/>
        </p:spPr>
        <p:txBody>
          <a:bodyPr wrap="none" rtlCol="0">
            <a:spAutoFit/>
          </a:bodyPr>
          <a:lstStyle/>
          <a:p>
            <a:r>
              <a:rPr lang="en-US" sz="2500" b="1" dirty="0">
                <a:solidFill>
                  <a:schemeClr val="bg1"/>
                </a:solidFill>
                <a:latin typeface="Calibri" panose="020F0502020204030204" pitchFamily="34" charset="0"/>
                <a:cs typeface="Calibri" panose="020F0502020204030204" pitchFamily="34" charset="0"/>
              </a:rPr>
              <a:t>P(rule-violating action)</a:t>
            </a:r>
          </a:p>
        </p:txBody>
      </p:sp>
      <p:sp>
        <p:nvSpPr>
          <p:cNvPr id="35" name="Down Arrow 34">
            <a:extLst>
              <a:ext uri="{FF2B5EF4-FFF2-40B4-BE49-F238E27FC236}">
                <a16:creationId xmlns:a16="http://schemas.microsoft.com/office/drawing/2014/main" id="{75177CA3-51AC-3350-FD98-137599C089D8}"/>
              </a:ext>
            </a:extLst>
          </p:cNvPr>
          <p:cNvSpPr/>
          <p:nvPr/>
        </p:nvSpPr>
        <p:spPr>
          <a:xfrm rot="10800000">
            <a:off x="8768327" y="1663778"/>
            <a:ext cx="100800" cy="3060000"/>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6" name="Rectangle 35">
            <a:extLst>
              <a:ext uri="{FF2B5EF4-FFF2-40B4-BE49-F238E27FC236}">
                <a16:creationId xmlns:a16="http://schemas.microsoft.com/office/drawing/2014/main" id="{67E941F1-73DC-0A6A-C40F-D1190068FD5A}"/>
              </a:ext>
            </a:extLst>
          </p:cNvPr>
          <p:cNvSpPr/>
          <p:nvPr/>
        </p:nvSpPr>
        <p:spPr>
          <a:xfrm rot="5400000" flipV="1">
            <a:off x="9531829" y="4814543"/>
            <a:ext cx="156381"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7" name="!!Textfeld 98">
            <a:extLst>
              <a:ext uri="{FF2B5EF4-FFF2-40B4-BE49-F238E27FC236}">
                <a16:creationId xmlns:a16="http://schemas.microsoft.com/office/drawing/2014/main" id="{63B102EB-1412-656B-DB35-5599665F933F}"/>
              </a:ext>
            </a:extLst>
          </p:cNvPr>
          <p:cNvSpPr txBox="1"/>
          <p:nvPr/>
        </p:nvSpPr>
        <p:spPr>
          <a:xfrm>
            <a:off x="7271557" y="4858474"/>
            <a:ext cx="8471042" cy="477054"/>
          </a:xfrm>
          <a:prstGeom prst="rect">
            <a:avLst/>
          </a:prstGeom>
          <a:noFill/>
        </p:spPr>
        <p:txBody>
          <a:bodyPr wrap="square" rtlCol="0">
            <a:spAutoFit/>
          </a:bodyPr>
          <a:lstStyle/>
          <a:p>
            <a:r>
              <a:rPr lang="en-US" sz="2500" b="1" dirty="0">
                <a:solidFill>
                  <a:srgbClr val="111C38"/>
                </a:solidFill>
                <a:latin typeface="Calibri" panose="020F0502020204030204" pitchFamily="34" charset="0"/>
                <a:cs typeface="Calibri" panose="020F0502020204030204" pitchFamily="34" charset="0"/>
              </a:rPr>
              <a:t>Evaluating the </a:t>
            </a:r>
            <a:r>
              <a:rPr lang="en-US" sz="2500" b="1" dirty="0">
                <a:solidFill>
                  <a:schemeClr val="bg1"/>
                </a:solidFill>
                <a:latin typeface="Calibri" panose="020F0502020204030204" pitchFamily="34" charset="0"/>
                <a:cs typeface="Calibri" panose="020F0502020204030204" pitchFamily="34" charset="0"/>
              </a:rPr>
              <a:t>Base </a:t>
            </a:r>
            <a:r>
              <a:rPr lang="en-US" sz="2500" b="1" dirty="0">
                <a:solidFill>
                  <a:srgbClr val="111C38"/>
                </a:solidFill>
                <a:latin typeface="Calibri" panose="020F0502020204030204" pitchFamily="34" charset="0"/>
                <a:cs typeface="Calibri" panose="020F0502020204030204" pitchFamily="34" charset="0"/>
              </a:rPr>
              <a:t>scenarios</a:t>
            </a:r>
            <a:r>
              <a:rPr lang="en-US" sz="2500" b="1" dirty="0">
                <a:solidFill>
                  <a:schemeClr val="bg1"/>
                </a:solidFill>
                <a:latin typeface="Calibri" panose="020F0502020204030204" pitchFamily="34" charset="0"/>
                <a:cs typeface="Calibri" panose="020F0502020204030204" pitchFamily="34" charset="0"/>
              </a:rPr>
              <a:t>                </a:t>
            </a:r>
          </a:p>
        </p:txBody>
      </p:sp>
      <p:sp>
        <p:nvSpPr>
          <p:cNvPr id="39" name="Rechteck 96">
            <a:extLst>
              <a:ext uri="{FF2B5EF4-FFF2-40B4-BE49-F238E27FC236}">
                <a16:creationId xmlns:a16="http://schemas.microsoft.com/office/drawing/2014/main" id="{7FF97703-BF79-6C93-9F80-D59B395D29E4}"/>
              </a:ext>
            </a:extLst>
          </p:cNvPr>
          <p:cNvSpPr/>
          <p:nvPr/>
        </p:nvSpPr>
        <p:spPr>
          <a:xfrm>
            <a:off x="9380192" y="3168027"/>
            <a:ext cx="469085" cy="1554268"/>
          </a:xfrm>
          <a:prstGeom prst="rect">
            <a:avLst/>
          </a:prstGeom>
          <a:solidFill>
            <a:schemeClr val="bg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4" name="!!Curved Connector 49">
            <a:extLst>
              <a:ext uri="{FF2B5EF4-FFF2-40B4-BE49-F238E27FC236}">
                <a16:creationId xmlns:a16="http://schemas.microsoft.com/office/drawing/2014/main" id="{506BFBC8-E39E-21F6-ECEF-5E1EBA9DA962}"/>
              </a:ext>
            </a:extLst>
          </p:cNvPr>
          <p:cNvCxnSpPr>
            <a:cxnSpLocks/>
            <a:stCxn id="66" idx="2"/>
          </p:cNvCxnSpPr>
          <p:nvPr/>
        </p:nvCxnSpPr>
        <p:spPr>
          <a:xfrm rot="5400000" flipH="1" flipV="1">
            <a:off x="5972664" y="2925288"/>
            <a:ext cx="1273387" cy="6001321"/>
          </a:xfrm>
          <a:prstGeom prst="curvedConnector4">
            <a:avLst>
              <a:gd name="adj1" fmla="val -17952"/>
              <a:gd name="adj2" fmla="val 99813"/>
            </a:avLst>
          </a:prstGeom>
          <a:ln w="3175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60" name="Textfeld 98">
            <a:extLst>
              <a:ext uri="{FF2B5EF4-FFF2-40B4-BE49-F238E27FC236}">
                <a16:creationId xmlns:a16="http://schemas.microsoft.com/office/drawing/2014/main" id="{960611B1-5FAF-39DE-BE95-5F5D72D660F2}"/>
              </a:ext>
            </a:extLst>
          </p:cNvPr>
          <p:cNvSpPr txBox="1"/>
          <p:nvPr/>
        </p:nvSpPr>
        <p:spPr>
          <a:xfrm>
            <a:off x="7865676" y="1128379"/>
            <a:ext cx="3748398" cy="477054"/>
          </a:xfrm>
          <a:prstGeom prst="rect">
            <a:avLst/>
          </a:prstGeom>
          <a:noFill/>
        </p:spPr>
        <p:txBody>
          <a:bodyPr wrap="none" rtlCol="0">
            <a:spAutoFit/>
          </a:bodyPr>
          <a:lstStyle/>
          <a:p>
            <a:r>
              <a:rPr lang="en-US" sz="2500" b="1" dirty="0">
                <a:solidFill>
                  <a:schemeClr val="accent5">
                    <a:lumMod val="60000"/>
                    <a:lumOff val="40000"/>
                  </a:schemeClr>
                </a:solidFill>
                <a:latin typeface="Calibri" panose="020F0502020204030204" pitchFamily="34" charset="0"/>
                <a:cs typeface="Calibri" panose="020F0502020204030204" pitchFamily="34" charset="0"/>
              </a:rPr>
              <a:t>Marginal Action Likelihood</a:t>
            </a:r>
          </a:p>
        </p:txBody>
      </p:sp>
      <p:sp>
        <p:nvSpPr>
          <p:cNvPr id="74" name="!!Textfeld 98">
            <a:extLst>
              <a:ext uri="{FF2B5EF4-FFF2-40B4-BE49-F238E27FC236}">
                <a16:creationId xmlns:a16="http://schemas.microsoft.com/office/drawing/2014/main" id="{AAD5C510-8A6C-CE4A-AF93-A7A9D257ED80}"/>
              </a:ext>
            </a:extLst>
          </p:cNvPr>
          <p:cNvSpPr txBox="1"/>
          <p:nvPr/>
        </p:nvSpPr>
        <p:spPr>
          <a:xfrm>
            <a:off x="6852074" y="67853"/>
            <a:ext cx="8471042"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Estimating LLM Preferences</a:t>
            </a:r>
          </a:p>
        </p:txBody>
      </p:sp>
      <p:sp>
        <p:nvSpPr>
          <p:cNvPr id="26" name="Slide Number Placeholder 25">
            <a:extLst>
              <a:ext uri="{FF2B5EF4-FFF2-40B4-BE49-F238E27FC236}">
                <a16:creationId xmlns:a16="http://schemas.microsoft.com/office/drawing/2014/main" id="{1C35627A-22EA-CE31-0795-8BDB60A46DA7}"/>
              </a:ext>
            </a:extLst>
          </p:cNvPr>
          <p:cNvSpPr>
            <a:spLocks noGrp="1"/>
          </p:cNvSpPr>
          <p:nvPr>
            <p:ph type="sldNum" sz="quarter" idx="4"/>
          </p:nvPr>
        </p:nvSpPr>
        <p:spPr/>
        <p:txBody>
          <a:bodyPr/>
          <a:lstStyle/>
          <a:p>
            <a:fld id="{F8325A8C-A62D-5E4B-8AAC-68DD587E4A7D}" type="slidenum">
              <a:rPr lang="de-DE" smtClean="0"/>
              <a:t>13</a:t>
            </a:fld>
            <a:endParaRPr lang="de-DE" dirty="0"/>
          </a:p>
        </p:txBody>
      </p:sp>
    </p:spTree>
    <p:extLst>
      <p:ext uri="{BB962C8B-B14F-4D97-AF65-F5344CB8AC3E}">
        <p14:creationId xmlns:p14="http://schemas.microsoft.com/office/powerpoint/2010/main" val="344867247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1000"/>
                                        <p:tgtEl>
                                          <p:spTgt spid="30"/>
                                        </p:tgtEl>
                                      </p:cBhvr>
                                    </p:animEffect>
                                  </p:childTnLst>
                                </p:cTn>
                              </p:par>
                              <p:par>
                                <p:cTn id="8" presetID="10"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fade">
                                      <p:cBhvr>
                                        <p:cTn id="10" dur="1000"/>
                                        <p:tgtEl>
                                          <p:spTgt spid="33"/>
                                        </p:tgtEl>
                                      </p:cBhvr>
                                    </p:animEffect>
                                  </p:childTnLst>
                                </p:cTn>
                              </p:par>
                              <p:par>
                                <p:cTn id="11" presetID="10"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fade">
                                      <p:cBhvr>
                                        <p:cTn id="13" dur="1000"/>
                                        <p:tgtEl>
                                          <p:spTgt spid="3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40"/>
                                        </p:tgtEl>
                                        <p:attrNameLst>
                                          <p:attrName>style.visibility</p:attrName>
                                        </p:attrNameLst>
                                      </p:cBhvr>
                                      <p:to>
                                        <p:strVal val="visible"/>
                                      </p:to>
                                    </p:set>
                                    <p:animEffect transition="in" filter="fade">
                                      <p:cBhvr>
                                        <p:cTn id="16" dur="1000"/>
                                        <p:tgtEl>
                                          <p:spTgt spid="40"/>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41"/>
                                        </p:tgtEl>
                                        <p:attrNameLst>
                                          <p:attrName>style.visibility</p:attrName>
                                        </p:attrNameLst>
                                      </p:cBhvr>
                                      <p:to>
                                        <p:strVal val="visible"/>
                                      </p:to>
                                    </p:set>
                                    <p:animEffect transition="in" filter="fade">
                                      <p:cBhvr>
                                        <p:cTn id="19" dur="1000"/>
                                        <p:tgtEl>
                                          <p:spTgt spid="41"/>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fade">
                                      <p:cBhvr>
                                        <p:cTn id="22" dur="1000"/>
                                        <p:tgtEl>
                                          <p:spTgt spid="42"/>
                                        </p:tgtEl>
                                      </p:cBhvr>
                                    </p:animEffect>
                                  </p:childTnLst>
                                </p:cTn>
                              </p:par>
                              <p:par>
                                <p:cTn id="23" presetID="10" presetClass="entr" presetSubtype="0" fill="hold" nodeType="withEffect">
                                  <p:stCondLst>
                                    <p:cond delay="0"/>
                                  </p:stCondLst>
                                  <p:childTnLst>
                                    <p:set>
                                      <p:cBhvr>
                                        <p:cTn id="24" dur="1" fill="hold">
                                          <p:stCondLst>
                                            <p:cond delay="0"/>
                                          </p:stCondLst>
                                        </p:cTn>
                                        <p:tgtEl>
                                          <p:spTgt spid="43"/>
                                        </p:tgtEl>
                                        <p:attrNameLst>
                                          <p:attrName>style.visibility</p:attrName>
                                        </p:attrNameLst>
                                      </p:cBhvr>
                                      <p:to>
                                        <p:strVal val="visible"/>
                                      </p:to>
                                    </p:set>
                                    <p:animEffect transition="in" filter="fade">
                                      <p:cBhvr>
                                        <p:cTn id="25" dur="1000"/>
                                        <p:tgtEl>
                                          <p:spTgt spid="43"/>
                                        </p:tgtEl>
                                      </p:cBhvr>
                                    </p:animEffect>
                                  </p:childTnLst>
                                </p:cTn>
                              </p:par>
                              <p:par>
                                <p:cTn id="26" presetID="10" presetClass="entr" presetSubtype="0" fill="hold" nodeType="withEffect">
                                  <p:stCondLst>
                                    <p:cond delay="0"/>
                                  </p:stCondLst>
                                  <p:childTnLst>
                                    <p:set>
                                      <p:cBhvr>
                                        <p:cTn id="27" dur="1" fill="hold">
                                          <p:stCondLst>
                                            <p:cond delay="0"/>
                                          </p:stCondLst>
                                        </p:cTn>
                                        <p:tgtEl>
                                          <p:spTgt spid="50"/>
                                        </p:tgtEl>
                                        <p:attrNameLst>
                                          <p:attrName>style.visibility</p:attrName>
                                        </p:attrNameLst>
                                      </p:cBhvr>
                                      <p:to>
                                        <p:strVal val="visible"/>
                                      </p:to>
                                    </p:set>
                                    <p:animEffect transition="in" filter="fade">
                                      <p:cBhvr>
                                        <p:cTn id="28" dur="1000"/>
                                        <p:tgtEl>
                                          <p:spTgt spid="5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6"/>
                                        </p:tgtEl>
                                        <p:attrNameLst>
                                          <p:attrName>style.visibility</p:attrName>
                                        </p:attrNameLst>
                                      </p:cBhvr>
                                      <p:to>
                                        <p:strVal val="visible"/>
                                      </p:to>
                                    </p:set>
                                    <p:animEffect transition="in" filter="fade">
                                      <p:cBhvr>
                                        <p:cTn id="31" dur="1000"/>
                                        <p:tgtEl>
                                          <p:spTgt spid="66"/>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67"/>
                                        </p:tgtEl>
                                        <p:attrNameLst>
                                          <p:attrName>style.visibility</p:attrName>
                                        </p:attrNameLst>
                                      </p:cBhvr>
                                      <p:to>
                                        <p:strVal val="visible"/>
                                      </p:to>
                                    </p:set>
                                    <p:animEffect transition="in" filter="fade">
                                      <p:cBhvr>
                                        <p:cTn id="34" dur="1000"/>
                                        <p:tgtEl>
                                          <p:spTgt spid="67"/>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44"/>
                                        </p:tgtEl>
                                        <p:attrNameLst>
                                          <p:attrName>style.visibility</p:attrName>
                                        </p:attrNameLst>
                                      </p:cBhvr>
                                      <p:to>
                                        <p:strVal val="visible"/>
                                      </p:to>
                                    </p:set>
                                    <p:animEffect transition="in" filter="fade">
                                      <p:cBhvr>
                                        <p:cTn id="39" dur="1000"/>
                                        <p:tgtEl>
                                          <p:spTgt spid="44"/>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fade">
                                      <p:cBhvr>
                                        <p:cTn id="42" dur="1000"/>
                                        <p:tgtEl>
                                          <p:spTgt spid="31"/>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fade">
                                      <p:cBhvr>
                                        <p:cTn id="45" dur="1000"/>
                                        <p:tgtEl>
                                          <p:spTgt spid="3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35"/>
                                        </p:tgtEl>
                                        <p:attrNameLst>
                                          <p:attrName>style.visibility</p:attrName>
                                        </p:attrNameLst>
                                      </p:cBhvr>
                                      <p:to>
                                        <p:strVal val="visible"/>
                                      </p:to>
                                    </p:set>
                                    <p:animEffect transition="in" filter="fade">
                                      <p:cBhvr>
                                        <p:cTn id="48" dur="1000"/>
                                        <p:tgtEl>
                                          <p:spTgt spid="3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6"/>
                                        </p:tgtEl>
                                        <p:attrNameLst>
                                          <p:attrName>style.visibility</p:attrName>
                                        </p:attrNameLst>
                                      </p:cBhvr>
                                      <p:to>
                                        <p:strVal val="visible"/>
                                      </p:to>
                                    </p:set>
                                    <p:animEffect transition="in" filter="fade">
                                      <p:cBhvr>
                                        <p:cTn id="51" dur="1000"/>
                                        <p:tgtEl>
                                          <p:spTgt spid="3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7"/>
                                        </p:tgtEl>
                                        <p:attrNameLst>
                                          <p:attrName>style.visibility</p:attrName>
                                        </p:attrNameLst>
                                      </p:cBhvr>
                                      <p:to>
                                        <p:strVal val="visible"/>
                                      </p:to>
                                    </p:set>
                                    <p:animEffect transition="in" filter="fade">
                                      <p:cBhvr>
                                        <p:cTn id="54" dur="1000"/>
                                        <p:tgtEl>
                                          <p:spTgt spid="3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9"/>
                                        </p:tgtEl>
                                        <p:attrNameLst>
                                          <p:attrName>style.visibility</p:attrName>
                                        </p:attrNameLst>
                                      </p:cBhvr>
                                      <p:to>
                                        <p:strVal val="visible"/>
                                      </p:to>
                                    </p:set>
                                    <p:animEffect transition="in" filter="fade">
                                      <p:cBhvr>
                                        <p:cTn id="57" dur="1000"/>
                                        <p:tgtEl>
                                          <p:spTgt spid="3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0"/>
                                        </p:tgtEl>
                                        <p:attrNameLst>
                                          <p:attrName>style.visibility</p:attrName>
                                        </p:attrNameLst>
                                      </p:cBhvr>
                                      <p:to>
                                        <p:strVal val="visible"/>
                                      </p:to>
                                    </p:set>
                                    <p:animEffect transition="in" filter="fade">
                                      <p:cBhvr>
                                        <p:cTn id="60" dur="10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p:bldP spid="41" grpId="0"/>
      <p:bldP spid="42" grpId="0"/>
      <p:bldP spid="66" grpId="0" animBg="1"/>
      <p:bldP spid="67" grpId="0" animBg="1"/>
      <p:bldP spid="31" grpId="0" animBg="1"/>
      <p:bldP spid="32" grpId="0"/>
      <p:bldP spid="35" grpId="0" animBg="1"/>
      <p:bldP spid="36" grpId="0" animBg="1"/>
      <p:bldP spid="37" grpId="0"/>
      <p:bldP spid="39" grpId="0" animBg="1"/>
      <p:bldP spid="60"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B3F6949C-B2E3-BAEA-D3C2-2B30D0E15450}"/>
            </a:ext>
          </a:extLst>
        </p:cNvPr>
        <p:cNvGrpSpPr/>
        <p:nvPr/>
      </p:nvGrpSpPr>
      <p:grpSpPr>
        <a:xfrm>
          <a:off x="0" y="0"/>
          <a:ext cx="0" cy="0"/>
          <a:chOff x="0" y="0"/>
          <a:chExt cx="0" cy="0"/>
        </a:xfrm>
      </p:grpSpPr>
      <p:sp>
        <p:nvSpPr>
          <p:cNvPr id="37" name="!!Textfeld 98">
            <a:extLst>
              <a:ext uri="{FF2B5EF4-FFF2-40B4-BE49-F238E27FC236}">
                <a16:creationId xmlns:a16="http://schemas.microsoft.com/office/drawing/2014/main" id="{6F591739-82F6-A124-5D21-69464D868D1B}"/>
              </a:ext>
            </a:extLst>
          </p:cNvPr>
          <p:cNvSpPr txBox="1"/>
          <p:nvPr/>
        </p:nvSpPr>
        <p:spPr>
          <a:xfrm>
            <a:off x="546826" y="174874"/>
            <a:ext cx="8471042"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Evaluating the Base scenarios                </a:t>
            </a:r>
          </a:p>
        </p:txBody>
      </p:sp>
      <p:sp>
        <p:nvSpPr>
          <p:cNvPr id="26" name="Rounded Rectangle 49">
            <a:extLst>
              <a:ext uri="{FF2B5EF4-FFF2-40B4-BE49-F238E27FC236}">
                <a16:creationId xmlns:a16="http://schemas.microsoft.com/office/drawing/2014/main" id="{3145A8E0-ACDA-6A7A-05C4-D113EACD7B2B}"/>
              </a:ext>
            </a:extLst>
          </p:cNvPr>
          <p:cNvSpPr/>
          <p:nvPr/>
        </p:nvSpPr>
        <p:spPr>
          <a:xfrm>
            <a:off x="475014" y="899548"/>
            <a:ext cx="11241972" cy="4042256"/>
          </a:xfrm>
          <a:custGeom>
            <a:avLst/>
            <a:gdLst>
              <a:gd name="csX0" fmla="*/ 0 w 11241972"/>
              <a:gd name="csY0" fmla="*/ 515751 h 4042256"/>
              <a:gd name="csX1" fmla="*/ 515751 w 11241972"/>
              <a:gd name="csY1" fmla="*/ 0 h 4042256"/>
              <a:gd name="csX2" fmla="*/ 1094344 w 11241972"/>
              <a:gd name="csY2" fmla="*/ 0 h 4042256"/>
              <a:gd name="csX3" fmla="*/ 1468728 w 11241972"/>
              <a:gd name="csY3" fmla="*/ 0 h 4042256"/>
              <a:gd name="csX4" fmla="*/ 2353636 w 11241972"/>
              <a:gd name="csY4" fmla="*/ 0 h 4042256"/>
              <a:gd name="csX5" fmla="*/ 3034334 w 11241972"/>
              <a:gd name="csY5" fmla="*/ 0 h 4042256"/>
              <a:gd name="csX6" fmla="*/ 3919241 w 11241972"/>
              <a:gd name="csY6" fmla="*/ 0 h 4042256"/>
              <a:gd name="csX7" fmla="*/ 4497834 w 11241972"/>
              <a:gd name="csY7" fmla="*/ 0 h 4042256"/>
              <a:gd name="csX8" fmla="*/ 4974323 w 11241972"/>
              <a:gd name="csY8" fmla="*/ 0 h 4042256"/>
              <a:gd name="csX9" fmla="*/ 5655021 w 11241972"/>
              <a:gd name="csY9" fmla="*/ 0 h 4042256"/>
              <a:gd name="csX10" fmla="*/ 6437824 w 11241972"/>
              <a:gd name="csY10" fmla="*/ 0 h 4042256"/>
              <a:gd name="csX11" fmla="*/ 7322731 w 11241972"/>
              <a:gd name="csY11" fmla="*/ 0 h 4042256"/>
              <a:gd name="csX12" fmla="*/ 8105534 w 11241972"/>
              <a:gd name="csY12" fmla="*/ 0 h 4042256"/>
              <a:gd name="csX13" fmla="*/ 8990441 w 11241972"/>
              <a:gd name="csY13" fmla="*/ 0 h 4042256"/>
              <a:gd name="csX14" fmla="*/ 9773244 w 11241972"/>
              <a:gd name="csY14" fmla="*/ 0 h 4042256"/>
              <a:gd name="csX15" fmla="*/ 10726221 w 11241972"/>
              <a:gd name="csY15" fmla="*/ 0 h 4042256"/>
              <a:gd name="csX16" fmla="*/ 11241972 w 11241972"/>
              <a:gd name="csY16" fmla="*/ 515751 h 4042256"/>
              <a:gd name="csX17" fmla="*/ 11241972 w 11241972"/>
              <a:gd name="csY17" fmla="*/ 1178117 h 4042256"/>
              <a:gd name="csX18" fmla="*/ 11241972 w 11241972"/>
              <a:gd name="csY18" fmla="*/ 1689945 h 4042256"/>
              <a:gd name="csX19" fmla="*/ 11241972 w 11241972"/>
              <a:gd name="csY19" fmla="*/ 2231881 h 4042256"/>
              <a:gd name="csX20" fmla="*/ 11241972 w 11241972"/>
              <a:gd name="csY20" fmla="*/ 2773817 h 4042256"/>
              <a:gd name="csX21" fmla="*/ 11241972 w 11241972"/>
              <a:gd name="csY21" fmla="*/ 3526505 h 4042256"/>
              <a:gd name="csX22" fmla="*/ 10726221 w 11241972"/>
              <a:gd name="csY22" fmla="*/ 4042256 h 4042256"/>
              <a:gd name="csX23" fmla="*/ 10351837 w 11241972"/>
              <a:gd name="csY23" fmla="*/ 4042256 h 4042256"/>
              <a:gd name="csX24" fmla="*/ 9875349 w 11241972"/>
              <a:gd name="csY24" fmla="*/ 4042256 h 4042256"/>
              <a:gd name="csX25" fmla="*/ 8990441 w 11241972"/>
              <a:gd name="csY25" fmla="*/ 4042256 h 4042256"/>
              <a:gd name="csX26" fmla="*/ 8513953 w 11241972"/>
              <a:gd name="csY26" fmla="*/ 4042256 h 4042256"/>
              <a:gd name="csX27" fmla="*/ 7731150 w 11241972"/>
              <a:gd name="csY27" fmla="*/ 4042256 h 4042256"/>
              <a:gd name="csX28" fmla="*/ 6846242 w 11241972"/>
              <a:gd name="csY28" fmla="*/ 4042256 h 4042256"/>
              <a:gd name="csX29" fmla="*/ 6471858 w 11241972"/>
              <a:gd name="csY29" fmla="*/ 4042256 h 4042256"/>
              <a:gd name="csX30" fmla="*/ 5586951 w 11241972"/>
              <a:gd name="csY30" fmla="*/ 4042256 h 4042256"/>
              <a:gd name="csX31" fmla="*/ 4702044 w 11241972"/>
              <a:gd name="csY31" fmla="*/ 4042256 h 4042256"/>
              <a:gd name="csX32" fmla="*/ 4327660 w 11241972"/>
              <a:gd name="csY32" fmla="*/ 4042256 h 4042256"/>
              <a:gd name="csX33" fmla="*/ 3646962 w 11241972"/>
              <a:gd name="csY33" fmla="*/ 4042256 h 4042256"/>
              <a:gd name="csX34" fmla="*/ 3068369 w 11241972"/>
              <a:gd name="csY34" fmla="*/ 4042256 h 4042256"/>
              <a:gd name="csX35" fmla="*/ 2489775 w 11241972"/>
              <a:gd name="csY35" fmla="*/ 4042256 h 4042256"/>
              <a:gd name="csX36" fmla="*/ 1911182 w 11241972"/>
              <a:gd name="csY36" fmla="*/ 4042256 h 4042256"/>
              <a:gd name="csX37" fmla="*/ 1536798 w 11241972"/>
              <a:gd name="csY37" fmla="*/ 4042256 h 4042256"/>
              <a:gd name="csX38" fmla="*/ 515751 w 11241972"/>
              <a:gd name="csY38" fmla="*/ 4042256 h 4042256"/>
              <a:gd name="csX39" fmla="*/ 0 w 11241972"/>
              <a:gd name="csY39" fmla="*/ 3526505 h 4042256"/>
              <a:gd name="csX40" fmla="*/ 0 w 11241972"/>
              <a:gd name="csY40" fmla="*/ 3014677 h 4042256"/>
              <a:gd name="csX41" fmla="*/ 0 w 11241972"/>
              <a:gd name="csY41" fmla="*/ 2412526 h 4042256"/>
              <a:gd name="csX42" fmla="*/ 0 w 11241972"/>
              <a:gd name="csY42" fmla="*/ 1780268 h 4042256"/>
              <a:gd name="csX43" fmla="*/ 0 w 11241972"/>
              <a:gd name="csY43" fmla="*/ 1208224 h 4042256"/>
              <a:gd name="csX44" fmla="*/ 0 w 11241972"/>
              <a:gd name="csY44" fmla="*/ 515751 h 404225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Lst>
            <a:rect l="l" t="t" r="r" b="b"/>
            <a:pathLst>
              <a:path w="11241972" h="4042256" fill="none" extrusionOk="0">
                <a:moveTo>
                  <a:pt x="0" y="515751"/>
                </a:moveTo>
                <a:cubicBezTo>
                  <a:pt x="23487" y="234936"/>
                  <a:pt x="171666" y="21676"/>
                  <a:pt x="515751" y="0"/>
                </a:cubicBezTo>
                <a:cubicBezTo>
                  <a:pt x="744772" y="14974"/>
                  <a:pt x="929450" y="-14008"/>
                  <a:pt x="1094344" y="0"/>
                </a:cubicBezTo>
                <a:cubicBezTo>
                  <a:pt x="1259238" y="14008"/>
                  <a:pt x="1361296" y="-15165"/>
                  <a:pt x="1468728" y="0"/>
                </a:cubicBezTo>
                <a:cubicBezTo>
                  <a:pt x="1576160" y="15165"/>
                  <a:pt x="1940664" y="21747"/>
                  <a:pt x="2353636" y="0"/>
                </a:cubicBezTo>
                <a:cubicBezTo>
                  <a:pt x="2766608" y="-21747"/>
                  <a:pt x="2695135" y="-29297"/>
                  <a:pt x="3034334" y="0"/>
                </a:cubicBezTo>
                <a:cubicBezTo>
                  <a:pt x="3373533" y="29297"/>
                  <a:pt x="3557703" y="24858"/>
                  <a:pt x="3919241" y="0"/>
                </a:cubicBezTo>
                <a:cubicBezTo>
                  <a:pt x="4280779" y="-24858"/>
                  <a:pt x="4232349" y="-18972"/>
                  <a:pt x="4497834" y="0"/>
                </a:cubicBezTo>
                <a:cubicBezTo>
                  <a:pt x="4763319" y="18972"/>
                  <a:pt x="4841033" y="22002"/>
                  <a:pt x="4974323" y="0"/>
                </a:cubicBezTo>
                <a:cubicBezTo>
                  <a:pt x="5107613" y="-22002"/>
                  <a:pt x="5341783" y="3194"/>
                  <a:pt x="5655021" y="0"/>
                </a:cubicBezTo>
                <a:cubicBezTo>
                  <a:pt x="5968259" y="-3194"/>
                  <a:pt x="6226156" y="18702"/>
                  <a:pt x="6437824" y="0"/>
                </a:cubicBezTo>
                <a:cubicBezTo>
                  <a:pt x="6649492" y="-18702"/>
                  <a:pt x="7032916" y="43268"/>
                  <a:pt x="7322731" y="0"/>
                </a:cubicBezTo>
                <a:cubicBezTo>
                  <a:pt x="7612546" y="-43268"/>
                  <a:pt x="7844860" y="33510"/>
                  <a:pt x="8105534" y="0"/>
                </a:cubicBezTo>
                <a:cubicBezTo>
                  <a:pt x="8366208" y="-33510"/>
                  <a:pt x="8635216" y="-4837"/>
                  <a:pt x="8990441" y="0"/>
                </a:cubicBezTo>
                <a:cubicBezTo>
                  <a:pt x="9345666" y="4837"/>
                  <a:pt x="9413969" y="-35213"/>
                  <a:pt x="9773244" y="0"/>
                </a:cubicBezTo>
                <a:cubicBezTo>
                  <a:pt x="10132519" y="35213"/>
                  <a:pt x="10476477" y="27970"/>
                  <a:pt x="10726221" y="0"/>
                </a:cubicBezTo>
                <a:cubicBezTo>
                  <a:pt x="11016084" y="-63611"/>
                  <a:pt x="11216803" y="267466"/>
                  <a:pt x="11241972" y="515751"/>
                </a:cubicBezTo>
                <a:cubicBezTo>
                  <a:pt x="11256554" y="747653"/>
                  <a:pt x="11211977" y="908252"/>
                  <a:pt x="11241972" y="1178117"/>
                </a:cubicBezTo>
                <a:cubicBezTo>
                  <a:pt x="11271967" y="1447982"/>
                  <a:pt x="11230785" y="1450524"/>
                  <a:pt x="11241972" y="1689945"/>
                </a:cubicBezTo>
                <a:cubicBezTo>
                  <a:pt x="11253159" y="1929366"/>
                  <a:pt x="11240571" y="2110913"/>
                  <a:pt x="11241972" y="2231881"/>
                </a:cubicBezTo>
                <a:cubicBezTo>
                  <a:pt x="11243373" y="2352849"/>
                  <a:pt x="11241598" y="2663301"/>
                  <a:pt x="11241972" y="2773817"/>
                </a:cubicBezTo>
                <a:cubicBezTo>
                  <a:pt x="11242346" y="2884333"/>
                  <a:pt x="11214783" y="3202823"/>
                  <a:pt x="11241972" y="3526505"/>
                </a:cubicBezTo>
                <a:cubicBezTo>
                  <a:pt x="11233175" y="3797198"/>
                  <a:pt x="10967620" y="4039360"/>
                  <a:pt x="10726221" y="4042256"/>
                </a:cubicBezTo>
                <a:cubicBezTo>
                  <a:pt x="10639965" y="4047420"/>
                  <a:pt x="10434540" y="4043577"/>
                  <a:pt x="10351837" y="4042256"/>
                </a:cubicBezTo>
                <a:cubicBezTo>
                  <a:pt x="10269134" y="4040935"/>
                  <a:pt x="9981788" y="4065883"/>
                  <a:pt x="9875349" y="4042256"/>
                </a:cubicBezTo>
                <a:cubicBezTo>
                  <a:pt x="9768910" y="4018629"/>
                  <a:pt x="9335265" y="4084088"/>
                  <a:pt x="8990441" y="4042256"/>
                </a:cubicBezTo>
                <a:cubicBezTo>
                  <a:pt x="8645617" y="4000424"/>
                  <a:pt x="8744678" y="4054846"/>
                  <a:pt x="8513953" y="4042256"/>
                </a:cubicBezTo>
                <a:cubicBezTo>
                  <a:pt x="8283228" y="4029666"/>
                  <a:pt x="8095718" y="4018735"/>
                  <a:pt x="7731150" y="4042256"/>
                </a:cubicBezTo>
                <a:cubicBezTo>
                  <a:pt x="7366582" y="4065777"/>
                  <a:pt x="7263815" y="4027066"/>
                  <a:pt x="6846242" y="4042256"/>
                </a:cubicBezTo>
                <a:cubicBezTo>
                  <a:pt x="6428669" y="4057446"/>
                  <a:pt x="6578179" y="4035694"/>
                  <a:pt x="6471858" y="4042256"/>
                </a:cubicBezTo>
                <a:cubicBezTo>
                  <a:pt x="6365537" y="4048818"/>
                  <a:pt x="5995119" y="4079702"/>
                  <a:pt x="5586951" y="4042256"/>
                </a:cubicBezTo>
                <a:cubicBezTo>
                  <a:pt x="5178783" y="4004810"/>
                  <a:pt x="4908143" y="4080174"/>
                  <a:pt x="4702044" y="4042256"/>
                </a:cubicBezTo>
                <a:cubicBezTo>
                  <a:pt x="4495945" y="4004338"/>
                  <a:pt x="4426882" y="4023657"/>
                  <a:pt x="4327660" y="4042256"/>
                </a:cubicBezTo>
                <a:cubicBezTo>
                  <a:pt x="4228438" y="4060855"/>
                  <a:pt x="3918164" y="4012950"/>
                  <a:pt x="3646962" y="4042256"/>
                </a:cubicBezTo>
                <a:cubicBezTo>
                  <a:pt x="3375760" y="4071562"/>
                  <a:pt x="3221535" y="4031598"/>
                  <a:pt x="3068369" y="4042256"/>
                </a:cubicBezTo>
                <a:cubicBezTo>
                  <a:pt x="2915203" y="4052914"/>
                  <a:pt x="2685712" y="4016443"/>
                  <a:pt x="2489775" y="4042256"/>
                </a:cubicBezTo>
                <a:cubicBezTo>
                  <a:pt x="2293838" y="4068069"/>
                  <a:pt x="2149938" y="4020688"/>
                  <a:pt x="1911182" y="4042256"/>
                </a:cubicBezTo>
                <a:cubicBezTo>
                  <a:pt x="1672426" y="4063824"/>
                  <a:pt x="1612387" y="4049643"/>
                  <a:pt x="1536798" y="4042256"/>
                </a:cubicBezTo>
                <a:cubicBezTo>
                  <a:pt x="1461209" y="4034869"/>
                  <a:pt x="839592" y="4066663"/>
                  <a:pt x="515751" y="4042256"/>
                </a:cubicBezTo>
                <a:cubicBezTo>
                  <a:pt x="218012" y="4107210"/>
                  <a:pt x="-5049" y="3801853"/>
                  <a:pt x="0" y="3526505"/>
                </a:cubicBezTo>
                <a:cubicBezTo>
                  <a:pt x="-7899" y="3332279"/>
                  <a:pt x="-2419" y="3172191"/>
                  <a:pt x="0" y="3014677"/>
                </a:cubicBezTo>
                <a:cubicBezTo>
                  <a:pt x="2419" y="2857163"/>
                  <a:pt x="15307" y="2594121"/>
                  <a:pt x="0" y="2412526"/>
                </a:cubicBezTo>
                <a:cubicBezTo>
                  <a:pt x="-15307" y="2230931"/>
                  <a:pt x="28131" y="2018662"/>
                  <a:pt x="0" y="1780268"/>
                </a:cubicBezTo>
                <a:cubicBezTo>
                  <a:pt x="-28131" y="1541874"/>
                  <a:pt x="-21803" y="1431972"/>
                  <a:pt x="0" y="1208224"/>
                </a:cubicBezTo>
                <a:cubicBezTo>
                  <a:pt x="21803" y="984476"/>
                  <a:pt x="-505" y="676193"/>
                  <a:pt x="0" y="515751"/>
                </a:cubicBezTo>
                <a:close/>
              </a:path>
              <a:path w="11241972" h="4042256" stroke="0" extrusionOk="0">
                <a:moveTo>
                  <a:pt x="0" y="515751"/>
                </a:moveTo>
                <a:cubicBezTo>
                  <a:pt x="-15996" y="221043"/>
                  <a:pt x="208689" y="8340"/>
                  <a:pt x="515751" y="0"/>
                </a:cubicBezTo>
                <a:cubicBezTo>
                  <a:pt x="698771" y="22188"/>
                  <a:pt x="1154701" y="-20550"/>
                  <a:pt x="1400658" y="0"/>
                </a:cubicBezTo>
                <a:cubicBezTo>
                  <a:pt x="1646615" y="20550"/>
                  <a:pt x="1788382" y="-15396"/>
                  <a:pt x="1979252" y="0"/>
                </a:cubicBezTo>
                <a:cubicBezTo>
                  <a:pt x="2170122" y="15396"/>
                  <a:pt x="2329201" y="-11093"/>
                  <a:pt x="2455740" y="0"/>
                </a:cubicBezTo>
                <a:cubicBezTo>
                  <a:pt x="2582279" y="11093"/>
                  <a:pt x="2873293" y="30884"/>
                  <a:pt x="3238543" y="0"/>
                </a:cubicBezTo>
                <a:cubicBezTo>
                  <a:pt x="3603793" y="-30884"/>
                  <a:pt x="3674882" y="7058"/>
                  <a:pt x="3817136" y="0"/>
                </a:cubicBezTo>
                <a:cubicBezTo>
                  <a:pt x="3959390" y="-7058"/>
                  <a:pt x="4461585" y="44020"/>
                  <a:pt x="4702044" y="0"/>
                </a:cubicBezTo>
                <a:cubicBezTo>
                  <a:pt x="4942503" y="-44020"/>
                  <a:pt x="5052195" y="14242"/>
                  <a:pt x="5178532" y="0"/>
                </a:cubicBezTo>
                <a:cubicBezTo>
                  <a:pt x="5304869" y="-14242"/>
                  <a:pt x="5706186" y="28884"/>
                  <a:pt x="6063440" y="0"/>
                </a:cubicBezTo>
                <a:cubicBezTo>
                  <a:pt x="6420694" y="-28884"/>
                  <a:pt x="6295982" y="-175"/>
                  <a:pt x="6437824" y="0"/>
                </a:cubicBezTo>
                <a:cubicBezTo>
                  <a:pt x="6579666" y="175"/>
                  <a:pt x="6838864" y="21527"/>
                  <a:pt x="7118522" y="0"/>
                </a:cubicBezTo>
                <a:cubicBezTo>
                  <a:pt x="7398180" y="-21527"/>
                  <a:pt x="7519121" y="-8989"/>
                  <a:pt x="7799220" y="0"/>
                </a:cubicBezTo>
                <a:cubicBezTo>
                  <a:pt x="8079319" y="8989"/>
                  <a:pt x="8141300" y="1983"/>
                  <a:pt x="8377813" y="0"/>
                </a:cubicBezTo>
                <a:cubicBezTo>
                  <a:pt x="8614326" y="-1983"/>
                  <a:pt x="9002324" y="-24930"/>
                  <a:pt x="9262720" y="0"/>
                </a:cubicBezTo>
                <a:cubicBezTo>
                  <a:pt x="9523116" y="24930"/>
                  <a:pt x="9844783" y="36645"/>
                  <a:pt x="10147628" y="0"/>
                </a:cubicBezTo>
                <a:cubicBezTo>
                  <a:pt x="10450473" y="-36645"/>
                  <a:pt x="10474367" y="-13122"/>
                  <a:pt x="10726221" y="0"/>
                </a:cubicBezTo>
                <a:cubicBezTo>
                  <a:pt x="11000722" y="-9742"/>
                  <a:pt x="11209765" y="182764"/>
                  <a:pt x="11241972" y="515751"/>
                </a:cubicBezTo>
                <a:cubicBezTo>
                  <a:pt x="11236908" y="742427"/>
                  <a:pt x="11214678" y="863598"/>
                  <a:pt x="11241972" y="1148009"/>
                </a:cubicBezTo>
                <a:cubicBezTo>
                  <a:pt x="11269266" y="1432420"/>
                  <a:pt x="11224633" y="1508162"/>
                  <a:pt x="11241972" y="1659838"/>
                </a:cubicBezTo>
                <a:cubicBezTo>
                  <a:pt x="11259311" y="1811514"/>
                  <a:pt x="11246673" y="2045527"/>
                  <a:pt x="11241972" y="2201773"/>
                </a:cubicBezTo>
                <a:cubicBezTo>
                  <a:pt x="11237271" y="2358019"/>
                  <a:pt x="11260268" y="2545338"/>
                  <a:pt x="11241972" y="2864139"/>
                </a:cubicBezTo>
                <a:cubicBezTo>
                  <a:pt x="11223676" y="3182940"/>
                  <a:pt x="11271703" y="3301896"/>
                  <a:pt x="11241972" y="3526505"/>
                </a:cubicBezTo>
                <a:cubicBezTo>
                  <a:pt x="11257607" y="3842304"/>
                  <a:pt x="10961679" y="4068298"/>
                  <a:pt x="10726221" y="4042256"/>
                </a:cubicBezTo>
                <a:cubicBezTo>
                  <a:pt x="10357530" y="4066415"/>
                  <a:pt x="10333473" y="4051613"/>
                  <a:pt x="9943418" y="4042256"/>
                </a:cubicBezTo>
                <a:cubicBezTo>
                  <a:pt x="9553363" y="4032899"/>
                  <a:pt x="9726992" y="4058085"/>
                  <a:pt x="9569034" y="4042256"/>
                </a:cubicBezTo>
                <a:cubicBezTo>
                  <a:pt x="9411076" y="4026427"/>
                  <a:pt x="9137781" y="4011656"/>
                  <a:pt x="8888336" y="4042256"/>
                </a:cubicBezTo>
                <a:cubicBezTo>
                  <a:pt x="8638891" y="4072856"/>
                  <a:pt x="8537894" y="4039522"/>
                  <a:pt x="8411848" y="4042256"/>
                </a:cubicBezTo>
                <a:cubicBezTo>
                  <a:pt x="8285802" y="4044990"/>
                  <a:pt x="7811585" y="4064717"/>
                  <a:pt x="7629045" y="4042256"/>
                </a:cubicBezTo>
                <a:cubicBezTo>
                  <a:pt x="7446505" y="4019795"/>
                  <a:pt x="7347328" y="4065848"/>
                  <a:pt x="7152557" y="4042256"/>
                </a:cubicBezTo>
                <a:cubicBezTo>
                  <a:pt x="6957786" y="4018664"/>
                  <a:pt x="6600512" y="4018198"/>
                  <a:pt x="6369754" y="4042256"/>
                </a:cubicBezTo>
                <a:cubicBezTo>
                  <a:pt x="6138996" y="4066314"/>
                  <a:pt x="6161719" y="4030792"/>
                  <a:pt x="5995370" y="4042256"/>
                </a:cubicBezTo>
                <a:cubicBezTo>
                  <a:pt x="5829021" y="4053720"/>
                  <a:pt x="5594618" y="4025006"/>
                  <a:pt x="5212567" y="4042256"/>
                </a:cubicBezTo>
                <a:cubicBezTo>
                  <a:pt x="4830516" y="4059506"/>
                  <a:pt x="4914202" y="4032183"/>
                  <a:pt x="4736079" y="4042256"/>
                </a:cubicBezTo>
                <a:cubicBezTo>
                  <a:pt x="4557956" y="4052329"/>
                  <a:pt x="4545951" y="4057483"/>
                  <a:pt x="4361695" y="4042256"/>
                </a:cubicBezTo>
                <a:cubicBezTo>
                  <a:pt x="4177439" y="4027029"/>
                  <a:pt x="4075881" y="4048476"/>
                  <a:pt x="3885206" y="4042256"/>
                </a:cubicBezTo>
                <a:cubicBezTo>
                  <a:pt x="3694531" y="4036036"/>
                  <a:pt x="3293719" y="4030114"/>
                  <a:pt x="3102403" y="4042256"/>
                </a:cubicBezTo>
                <a:cubicBezTo>
                  <a:pt x="2911087" y="4054398"/>
                  <a:pt x="2728013" y="4027037"/>
                  <a:pt x="2625915" y="4042256"/>
                </a:cubicBezTo>
                <a:cubicBezTo>
                  <a:pt x="2523817" y="4057475"/>
                  <a:pt x="2354975" y="4024860"/>
                  <a:pt x="2251531" y="4042256"/>
                </a:cubicBezTo>
                <a:cubicBezTo>
                  <a:pt x="2148087" y="4059652"/>
                  <a:pt x="1993598" y="4053706"/>
                  <a:pt x="1775042" y="4042256"/>
                </a:cubicBezTo>
                <a:cubicBezTo>
                  <a:pt x="1556486" y="4030806"/>
                  <a:pt x="1418417" y="4047157"/>
                  <a:pt x="1196449" y="4042256"/>
                </a:cubicBezTo>
                <a:cubicBezTo>
                  <a:pt x="974481" y="4037355"/>
                  <a:pt x="795806" y="4039397"/>
                  <a:pt x="515751" y="4042256"/>
                </a:cubicBezTo>
                <a:cubicBezTo>
                  <a:pt x="186287" y="4086552"/>
                  <a:pt x="25653" y="3817103"/>
                  <a:pt x="0" y="3526505"/>
                </a:cubicBezTo>
                <a:cubicBezTo>
                  <a:pt x="30647" y="3306582"/>
                  <a:pt x="31179" y="3065184"/>
                  <a:pt x="0" y="2864139"/>
                </a:cubicBezTo>
                <a:cubicBezTo>
                  <a:pt x="-31179" y="2663094"/>
                  <a:pt x="-20334" y="2496147"/>
                  <a:pt x="0" y="2201773"/>
                </a:cubicBezTo>
                <a:cubicBezTo>
                  <a:pt x="20334" y="1907399"/>
                  <a:pt x="-13565" y="1768138"/>
                  <a:pt x="0" y="1569515"/>
                </a:cubicBezTo>
                <a:cubicBezTo>
                  <a:pt x="13565" y="1370892"/>
                  <a:pt x="-22583" y="1026900"/>
                  <a:pt x="0" y="515751"/>
                </a:cubicBezTo>
                <a:close/>
              </a:path>
            </a:pathLst>
          </a:custGeom>
          <a:solidFill>
            <a:srgbClr val="F1F4F9"/>
          </a:solidFill>
          <a:ln w="63500">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38" name="Textfeld 98">
            <a:extLst>
              <a:ext uri="{FF2B5EF4-FFF2-40B4-BE49-F238E27FC236}">
                <a16:creationId xmlns:a16="http://schemas.microsoft.com/office/drawing/2014/main" id="{3C883C97-CD0C-0624-E98D-D42DAA730D5A}"/>
              </a:ext>
            </a:extLst>
          </p:cNvPr>
          <p:cNvSpPr txBox="1"/>
          <p:nvPr/>
        </p:nvSpPr>
        <p:spPr>
          <a:xfrm rot="16200000">
            <a:off x="-781799" y="2430453"/>
            <a:ext cx="3094706" cy="369332"/>
          </a:xfrm>
          <a:prstGeom prst="rect">
            <a:avLst/>
          </a:prstGeom>
          <a:noFill/>
        </p:spPr>
        <p:txBody>
          <a:bodyPr wrap="square" rtlCol="0">
            <a:spAutoFit/>
          </a:bodyPr>
          <a:lstStyle/>
          <a:p>
            <a:pPr algn="ctr"/>
            <a:r>
              <a:rPr lang="en-US" b="1" dirty="0">
                <a:solidFill>
                  <a:schemeClr val="accent5">
                    <a:lumMod val="60000"/>
                    <a:lumOff val="40000"/>
                  </a:schemeClr>
                </a:solidFill>
                <a:latin typeface="Calibri" panose="020F0502020204030204" pitchFamily="34" charset="0"/>
                <a:cs typeface="Calibri" panose="020F0502020204030204" pitchFamily="34" charset="0"/>
              </a:rPr>
              <a:t>Marginal Action Likelihood</a:t>
            </a:r>
          </a:p>
        </p:txBody>
      </p:sp>
      <p:grpSp>
        <p:nvGrpSpPr>
          <p:cNvPr id="45" name="Group 44">
            <a:extLst>
              <a:ext uri="{FF2B5EF4-FFF2-40B4-BE49-F238E27FC236}">
                <a16:creationId xmlns:a16="http://schemas.microsoft.com/office/drawing/2014/main" id="{93907582-311E-0CC0-6A14-BB54F169AFD9}"/>
              </a:ext>
            </a:extLst>
          </p:cNvPr>
          <p:cNvGrpSpPr/>
          <p:nvPr/>
        </p:nvGrpSpPr>
        <p:grpSpPr>
          <a:xfrm>
            <a:off x="901181" y="1167987"/>
            <a:ext cx="10441322" cy="3773817"/>
            <a:chOff x="1613472" y="2158883"/>
            <a:chExt cx="7772400" cy="2809186"/>
          </a:xfrm>
        </p:grpSpPr>
        <p:pic>
          <p:nvPicPr>
            <p:cNvPr id="47" name="Picture 46">
              <a:extLst>
                <a:ext uri="{FF2B5EF4-FFF2-40B4-BE49-F238E27FC236}">
                  <a16:creationId xmlns:a16="http://schemas.microsoft.com/office/drawing/2014/main" id="{280B0543-D60C-1333-AF96-210E05039C7D}"/>
                </a:ext>
              </a:extLst>
            </p:cNvPr>
            <p:cNvPicPr>
              <a:picLocks noChangeAspect="1"/>
            </p:cNvPicPr>
            <p:nvPr/>
          </p:nvPicPr>
          <p:blipFill>
            <a:blip r:embed="rId3"/>
            <a:stretch>
              <a:fillRect/>
            </a:stretch>
          </p:blipFill>
          <p:spPr>
            <a:xfrm>
              <a:off x="1613472" y="2401370"/>
              <a:ext cx="7772400" cy="2566699"/>
            </a:xfrm>
            <a:prstGeom prst="rect">
              <a:avLst/>
            </a:prstGeom>
          </p:spPr>
        </p:pic>
        <p:pic>
          <p:nvPicPr>
            <p:cNvPr id="48" name="Picture 4">
              <a:extLst>
                <a:ext uri="{FF2B5EF4-FFF2-40B4-BE49-F238E27FC236}">
                  <a16:creationId xmlns:a16="http://schemas.microsoft.com/office/drawing/2014/main" id="{E086FF3A-AD57-B1DB-7BB6-CBC46D3BAB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6109" y="2199184"/>
              <a:ext cx="506536" cy="102363"/>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8" descr="Qwen - Wikipedia">
              <a:extLst>
                <a:ext uri="{FF2B5EF4-FFF2-40B4-BE49-F238E27FC236}">
                  <a16:creationId xmlns:a16="http://schemas.microsoft.com/office/drawing/2014/main" id="{11DE8065-B95C-18BA-689A-226B3AFC0F4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1731" y="2165030"/>
              <a:ext cx="587926" cy="172815"/>
            </a:xfrm>
            <a:prstGeom prst="rect">
              <a:avLst/>
            </a:prstGeom>
            <a:noFill/>
            <a:extLst>
              <a:ext uri="{909E8E84-426E-40DD-AFC4-6F175D3DCCD1}">
                <a14:hiddenFill xmlns:a14="http://schemas.microsoft.com/office/drawing/2010/main">
                  <a:solidFill>
                    <a:srgbClr val="FFFFFF"/>
                  </a:solidFill>
                </a14:hiddenFill>
              </a:ext>
            </a:extLst>
          </p:spPr>
        </p:pic>
        <p:pic>
          <p:nvPicPr>
            <p:cNvPr id="62" name="Picture 16">
              <a:extLst>
                <a:ext uri="{FF2B5EF4-FFF2-40B4-BE49-F238E27FC236}">
                  <a16:creationId xmlns:a16="http://schemas.microsoft.com/office/drawing/2014/main" id="{EFBAB118-2626-90C8-5095-896B4F3CD09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137226" y="2206785"/>
              <a:ext cx="800007" cy="90000"/>
            </a:xfrm>
            <a:prstGeom prst="rect">
              <a:avLst/>
            </a:prstGeom>
            <a:noFill/>
            <a:extLst>
              <a:ext uri="{909E8E84-426E-40DD-AFC4-6F175D3DCCD1}">
                <a14:hiddenFill xmlns:a14="http://schemas.microsoft.com/office/drawing/2010/main">
                  <a:solidFill>
                    <a:srgbClr val="FFFFFF"/>
                  </a:solidFill>
                </a14:hiddenFill>
              </a:ext>
            </a:extLst>
          </p:spPr>
        </p:pic>
        <p:grpSp>
          <p:nvGrpSpPr>
            <p:cNvPr id="63" name="Gruppieren 22">
              <a:extLst>
                <a:ext uri="{FF2B5EF4-FFF2-40B4-BE49-F238E27FC236}">
                  <a16:creationId xmlns:a16="http://schemas.microsoft.com/office/drawing/2014/main" id="{F0323D55-8E03-4D7D-6453-2072628BF3E3}"/>
                </a:ext>
              </a:extLst>
            </p:cNvPr>
            <p:cNvGrpSpPr/>
            <p:nvPr/>
          </p:nvGrpSpPr>
          <p:grpSpPr>
            <a:xfrm rot="5400000">
              <a:off x="5657100" y="-1229376"/>
              <a:ext cx="96626" cy="7216157"/>
              <a:chOff x="3905249" y="-1556616"/>
              <a:chExt cx="96626" cy="7216157"/>
            </a:xfrm>
          </p:grpSpPr>
          <p:cxnSp>
            <p:nvCxnSpPr>
              <p:cNvPr id="71" name="Gerade Verbindung 2">
                <a:extLst>
                  <a:ext uri="{FF2B5EF4-FFF2-40B4-BE49-F238E27FC236}">
                    <a16:creationId xmlns:a16="http://schemas.microsoft.com/office/drawing/2014/main" id="{83DE9859-725B-3C7B-3155-98F817B8BF1B}"/>
                  </a:ext>
                </a:extLst>
              </p:cNvPr>
              <p:cNvCxnSpPr>
                <a:cxnSpLocks/>
              </p:cNvCxnSpPr>
              <p:nvPr/>
            </p:nvCxnSpPr>
            <p:spPr>
              <a:xfrm rot="16200000" flipH="1">
                <a:off x="340170" y="2051575"/>
                <a:ext cx="721593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2" name="Gerade Verbindung 4">
                <a:extLst>
                  <a:ext uri="{FF2B5EF4-FFF2-40B4-BE49-F238E27FC236}">
                    <a16:creationId xmlns:a16="http://schemas.microsoft.com/office/drawing/2014/main" id="{70813C63-BC41-566F-6E81-62B1906675F0}"/>
                  </a:ext>
                </a:extLst>
              </p:cNvPr>
              <p:cNvCxnSpPr>
                <a:cxnSpLocks/>
              </p:cNvCxnSpPr>
              <p:nvPr/>
            </p:nvCxnSpPr>
            <p:spPr>
              <a:xfrm>
                <a:off x="3911875" y="-268558"/>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3" name="Gerade Verbindung 15">
                <a:extLst>
                  <a:ext uri="{FF2B5EF4-FFF2-40B4-BE49-F238E27FC236}">
                    <a16:creationId xmlns:a16="http://schemas.microsoft.com/office/drawing/2014/main" id="{587DF470-01EB-053A-A300-4A4CBD702D94}"/>
                  </a:ext>
                </a:extLst>
              </p:cNvPr>
              <p:cNvCxnSpPr>
                <a:cxnSpLocks/>
              </p:cNvCxnSpPr>
              <p:nvPr/>
            </p:nvCxnSpPr>
            <p:spPr>
              <a:xfrm>
                <a:off x="3911863" y="744265"/>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Gerade Verbindung 16">
                <a:extLst>
                  <a:ext uri="{FF2B5EF4-FFF2-40B4-BE49-F238E27FC236}">
                    <a16:creationId xmlns:a16="http://schemas.microsoft.com/office/drawing/2014/main" id="{1C146AEF-7B25-974E-E838-B6FD0954C22D}"/>
                  </a:ext>
                </a:extLst>
              </p:cNvPr>
              <p:cNvCxnSpPr>
                <a:cxnSpLocks/>
              </p:cNvCxnSpPr>
              <p:nvPr/>
            </p:nvCxnSpPr>
            <p:spPr>
              <a:xfrm>
                <a:off x="3911855" y="1752455"/>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5" name="Gerade Verbindung 17">
                <a:extLst>
                  <a:ext uri="{FF2B5EF4-FFF2-40B4-BE49-F238E27FC236}">
                    <a16:creationId xmlns:a16="http://schemas.microsoft.com/office/drawing/2014/main" id="{31C5749A-3B90-CF70-B20E-216E5B2E2D65}"/>
                  </a:ext>
                </a:extLst>
              </p:cNvPr>
              <p:cNvCxnSpPr>
                <a:cxnSpLocks/>
              </p:cNvCxnSpPr>
              <p:nvPr/>
            </p:nvCxnSpPr>
            <p:spPr>
              <a:xfrm>
                <a:off x="3911853" y="3057801"/>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6" name="Gerade Verbindung 18">
                <a:extLst>
                  <a:ext uri="{FF2B5EF4-FFF2-40B4-BE49-F238E27FC236}">
                    <a16:creationId xmlns:a16="http://schemas.microsoft.com/office/drawing/2014/main" id="{558BE618-A8AD-6BFF-A7A3-5A16C75684B9}"/>
                  </a:ext>
                </a:extLst>
              </p:cNvPr>
              <p:cNvCxnSpPr>
                <a:cxnSpLocks/>
              </p:cNvCxnSpPr>
              <p:nvPr/>
            </p:nvCxnSpPr>
            <p:spPr>
              <a:xfrm>
                <a:off x="3911862" y="4357410"/>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7" name="Gerade Verbindung 19">
                <a:extLst>
                  <a:ext uri="{FF2B5EF4-FFF2-40B4-BE49-F238E27FC236}">
                    <a16:creationId xmlns:a16="http://schemas.microsoft.com/office/drawing/2014/main" id="{E8B9B11F-24A9-65EA-1600-2BA8F84C13FD}"/>
                  </a:ext>
                </a:extLst>
              </p:cNvPr>
              <p:cNvCxnSpPr>
                <a:cxnSpLocks/>
              </p:cNvCxnSpPr>
              <p:nvPr/>
            </p:nvCxnSpPr>
            <p:spPr>
              <a:xfrm>
                <a:off x="3905453" y="5658419"/>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8" name="Gerade Verbindung 21">
                <a:extLst>
                  <a:ext uri="{FF2B5EF4-FFF2-40B4-BE49-F238E27FC236}">
                    <a16:creationId xmlns:a16="http://schemas.microsoft.com/office/drawing/2014/main" id="{4112A2BD-C4A6-B21F-4356-11E937751EAA}"/>
                  </a:ext>
                </a:extLst>
              </p:cNvPr>
              <p:cNvCxnSpPr>
                <a:cxnSpLocks/>
              </p:cNvCxnSpPr>
              <p:nvPr/>
            </p:nvCxnSpPr>
            <p:spPr>
              <a:xfrm>
                <a:off x="3905249" y="-1556616"/>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68" name="Picture 2">
              <a:extLst>
                <a:ext uri="{FF2B5EF4-FFF2-40B4-BE49-F238E27FC236}">
                  <a16:creationId xmlns:a16="http://schemas.microsoft.com/office/drawing/2014/main" id="{B96BF0BB-CE89-BD79-752F-863F8CE8F89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364743" y="2170599"/>
              <a:ext cx="596719" cy="162000"/>
            </a:xfrm>
            <a:prstGeom prst="rect">
              <a:avLst/>
            </a:prstGeom>
            <a:noFill/>
            <a:extLst>
              <a:ext uri="{909E8E84-426E-40DD-AFC4-6F175D3DCCD1}">
                <a14:hiddenFill xmlns:a14="http://schemas.microsoft.com/office/drawing/2010/main">
                  <a:solidFill>
                    <a:srgbClr val="FFFFFF"/>
                  </a:solidFill>
                </a14:hiddenFill>
              </a:ext>
            </a:extLst>
          </p:spPr>
        </p:pic>
        <p:pic>
          <p:nvPicPr>
            <p:cNvPr id="69" name="Picture 14">
              <a:extLst>
                <a:ext uri="{FF2B5EF4-FFF2-40B4-BE49-F238E27FC236}">
                  <a16:creationId xmlns:a16="http://schemas.microsoft.com/office/drawing/2014/main" id="{14DE0D6B-E848-8AB1-3D9E-AA56E3378C3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87169" y="2158883"/>
              <a:ext cx="880177" cy="186694"/>
            </a:xfrm>
            <a:prstGeom prst="rect">
              <a:avLst/>
            </a:prstGeom>
            <a:noFill/>
            <a:extLst>
              <a:ext uri="{909E8E84-426E-40DD-AFC4-6F175D3DCCD1}">
                <a14:hiddenFill xmlns:a14="http://schemas.microsoft.com/office/drawing/2010/main">
                  <a:solidFill>
                    <a:srgbClr val="FFFFFF"/>
                  </a:solidFill>
                </a14:hiddenFill>
              </a:ext>
            </a:extLst>
          </p:spPr>
        </p:pic>
        <p:pic>
          <p:nvPicPr>
            <p:cNvPr id="70" name="Picture 12" descr="Brand assets | Mistral AI">
              <a:extLst>
                <a:ext uri="{FF2B5EF4-FFF2-40B4-BE49-F238E27FC236}">
                  <a16:creationId xmlns:a16="http://schemas.microsoft.com/office/drawing/2014/main" id="{D8E1B2CD-0A48-AD7A-4699-7C5AD7415F7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76993" y="2187633"/>
              <a:ext cx="753422" cy="118800"/>
            </a:xfrm>
            <a:prstGeom prst="rect">
              <a:avLst/>
            </a:prstGeom>
            <a:noFill/>
            <a:extLst>
              <a:ext uri="{909E8E84-426E-40DD-AFC4-6F175D3DCCD1}">
                <a14:hiddenFill xmlns:a14="http://schemas.microsoft.com/office/drawing/2010/main">
                  <a:solidFill>
                    <a:srgbClr val="FFFFFF"/>
                  </a:solidFill>
                </a14:hiddenFill>
              </a:ext>
            </a:extLst>
          </p:spPr>
        </p:pic>
      </p:grpSp>
      <p:sp>
        <p:nvSpPr>
          <p:cNvPr id="79" name="Rounded Rectangle 78">
            <a:extLst>
              <a:ext uri="{FF2B5EF4-FFF2-40B4-BE49-F238E27FC236}">
                <a16:creationId xmlns:a16="http://schemas.microsoft.com/office/drawing/2014/main" id="{EE84FA96-A28B-E077-2750-73CCA9234646}"/>
              </a:ext>
            </a:extLst>
          </p:cNvPr>
          <p:cNvSpPr/>
          <p:nvPr/>
        </p:nvSpPr>
        <p:spPr>
          <a:xfrm>
            <a:off x="3794098" y="1517031"/>
            <a:ext cx="796410" cy="1670309"/>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80" name="Rounded Rectangle 79">
            <a:extLst>
              <a:ext uri="{FF2B5EF4-FFF2-40B4-BE49-F238E27FC236}">
                <a16:creationId xmlns:a16="http://schemas.microsoft.com/office/drawing/2014/main" id="{592A2801-38D8-5208-E8D7-3AAA00BDFFC9}"/>
              </a:ext>
            </a:extLst>
          </p:cNvPr>
          <p:cNvSpPr/>
          <p:nvPr/>
        </p:nvSpPr>
        <p:spPr>
          <a:xfrm>
            <a:off x="3783476" y="3187340"/>
            <a:ext cx="796410" cy="536953"/>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81" name="Rounded Rectangle 80">
            <a:extLst>
              <a:ext uri="{FF2B5EF4-FFF2-40B4-BE49-F238E27FC236}">
                <a16:creationId xmlns:a16="http://schemas.microsoft.com/office/drawing/2014/main" id="{3E4CC29E-B2B5-25E2-B50E-B5D34781B0CD}"/>
              </a:ext>
            </a:extLst>
          </p:cNvPr>
          <p:cNvSpPr/>
          <p:nvPr/>
        </p:nvSpPr>
        <p:spPr>
          <a:xfrm>
            <a:off x="6911076" y="1517031"/>
            <a:ext cx="383804" cy="1670309"/>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82" name="Rounded Rectangle 81">
            <a:extLst>
              <a:ext uri="{FF2B5EF4-FFF2-40B4-BE49-F238E27FC236}">
                <a16:creationId xmlns:a16="http://schemas.microsoft.com/office/drawing/2014/main" id="{12785F5F-749A-4D5A-F1FB-A8D66EB09259}"/>
              </a:ext>
            </a:extLst>
          </p:cNvPr>
          <p:cNvSpPr/>
          <p:nvPr/>
        </p:nvSpPr>
        <p:spPr>
          <a:xfrm>
            <a:off x="6900454" y="3187340"/>
            <a:ext cx="383804" cy="536953"/>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83" name="Rounded Rectangle 82">
            <a:extLst>
              <a:ext uri="{FF2B5EF4-FFF2-40B4-BE49-F238E27FC236}">
                <a16:creationId xmlns:a16="http://schemas.microsoft.com/office/drawing/2014/main" id="{7BEAD8EF-A0F8-B6EC-6694-E69021CAFECF}"/>
              </a:ext>
            </a:extLst>
          </p:cNvPr>
          <p:cNvSpPr/>
          <p:nvPr/>
        </p:nvSpPr>
        <p:spPr>
          <a:xfrm>
            <a:off x="2018554" y="1517031"/>
            <a:ext cx="414934" cy="1670309"/>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84" name="Rounded Rectangle 83">
            <a:extLst>
              <a:ext uri="{FF2B5EF4-FFF2-40B4-BE49-F238E27FC236}">
                <a16:creationId xmlns:a16="http://schemas.microsoft.com/office/drawing/2014/main" id="{E2ABA804-2301-7544-A5BF-BADEB776543B}"/>
              </a:ext>
            </a:extLst>
          </p:cNvPr>
          <p:cNvSpPr/>
          <p:nvPr/>
        </p:nvSpPr>
        <p:spPr>
          <a:xfrm>
            <a:off x="2007932" y="3187340"/>
            <a:ext cx="414934" cy="536953"/>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grpSp>
        <p:nvGrpSpPr>
          <p:cNvPr id="85" name="Group 84">
            <a:extLst>
              <a:ext uri="{FF2B5EF4-FFF2-40B4-BE49-F238E27FC236}">
                <a16:creationId xmlns:a16="http://schemas.microsoft.com/office/drawing/2014/main" id="{765904F1-554B-1558-B394-633DFC48A130}"/>
              </a:ext>
            </a:extLst>
          </p:cNvPr>
          <p:cNvGrpSpPr/>
          <p:nvPr/>
        </p:nvGrpSpPr>
        <p:grpSpPr>
          <a:xfrm>
            <a:off x="2673892" y="5274594"/>
            <a:ext cx="6722532" cy="1164947"/>
            <a:chOff x="59717" y="4936559"/>
            <a:chExt cx="6722532" cy="1164947"/>
          </a:xfrm>
        </p:grpSpPr>
        <p:sp>
          <p:nvSpPr>
            <p:cNvPr id="86" name="Rounded Rectangle 85">
              <a:extLst>
                <a:ext uri="{FF2B5EF4-FFF2-40B4-BE49-F238E27FC236}">
                  <a16:creationId xmlns:a16="http://schemas.microsoft.com/office/drawing/2014/main" id="{CAAD2201-CDD0-30B1-230A-32421B8DC323}"/>
                </a:ext>
              </a:extLst>
            </p:cNvPr>
            <p:cNvSpPr/>
            <p:nvPr/>
          </p:nvSpPr>
          <p:spPr>
            <a:xfrm>
              <a:off x="59717" y="4936559"/>
              <a:ext cx="6722532" cy="1164947"/>
            </a:xfrm>
            <a:custGeom>
              <a:avLst/>
              <a:gdLst>
                <a:gd name="csX0" fmla="*/ 0 w 6722532"/>
                <a:gd name="csY0" fmla="*/ 194162 h 1164947"/>
                <a:gd name="csX1" fmla="*/ 194162 w 6722532"/>
                <a:gd name="csY1" fmla="*/ 0 h 1164947"/>
                <a:gd name="csX2" fmla="*/ 890925 w 6722532"/>
                <a:gd name="csY2" fmla="*/ 0 h 1164947"/>
                <a:gd name="csX3" fmla="*/ 1334319 w 6722532"/>
                <a:gd name="csY3" fmla="*/ 0 h 1164947"/>
                <a:gd name="csX4" fmla="*/ 1841056 w 6722532"/>
                <a:gd name="csY4" fmla="*/ 0 h 1164947"/>
                <a:gd name="csX5" fmla="*/ 2537819 w 6722532"/>
                <a:gd name="csY5" fmla="*/ 0 h 1164947"/>
                <a:gd name="csX6" fmla="*/ 3044556 w 6722532"/>
                <a:gd name="csY6" fmla="*/ 0 h 1164947"/>
                <a:gd name="csX7" fmla="*/ 3487950 w 6722532"/>
                <a:gd name="csY7" fmla="*/ 0 h 1164947"/>
                <a:gd name="csX8" fmla="*/ 3994687 w 6722532"/>
                <a:gd name="csY8" fmla="*/ 0 h 1164947"/>
                <a:gd name="csX9" fmla="*/ 4564766 w 6722532"/>
                <a:gd name="csY9" fmla="*/ 0 h 1164947"/>
                <a:gd name="csX10" fmla="*/ 5198186 w 6722532"/>
                <a:gd name="csY10" fmla="*/ 0 h 1164947"/>
                <a:gd name="csX11" fmla="*/ 5704923 w 6722532"/>
                <a:gd name="csY11" fmla="*/ 0 h 1164947"/>
                <a:gd name="csX12" fmla="*/ 6528370 w 6722532"/>
                <a:gd name="csY12" fmla="*/ 0 h 1164947"/>
                <a:gd name="csX13" fmla="*/ 6722532 w 6722532"/>
                <a:gd name="csY13" fmla="*/ 194162 h 1164947"/>
                <a:gd name="csX14" fmla="*/ 6722532 w 6722532"/>
                <a:gd name="csY14" fmla="*/ 559175 h 1164947"/>
                <a:gd name="csX15" fmla="*/ 6722532 w 6722532"/>
                <a:gd name="csY15" fmla="*/ 970785 h 1164947"/>
                <a:gd name="csX16" fmla="*/ 6528370 w 6722532"/>
                <a:gd name="csY16" fmla="*/ 1164947 h 1164947"/>
                <a:gd name="csX17" fmla="*/ 5958291 w 6722532"/>
                <a:gd name="csY17" fmla="*/ 1164947 h 1164947"/>
                <a:gd name="csX18" fmla="*/ 5514897 w 6722532"/>
                <a:gd name="csY18" fmla="*/ 1164947 h 1164947"/>
                <a:gd name="csX19" fmla="*/ 4754792 w 6722532"/>
                <a:gd name="csY19" fmla="*/ 1164947 h 1164947"/>
                <a:gd name="csX20" fmla="*/ 4121371 w 6722532"/>
                <a:gd name="csY20" fmla="*/ 1164947 h 1164947"/>
                <a:gd name="csX21" fmla="*/ 3361266 w 6722532"/>
                <a:gd name="csY21" fmla="*/ 1164947 h 1164947"/>
                <a:gd name="csX22" fmla="*/ 2791187 w 6722532"/>
                <a:gd name="csY22" fmla="*/ 1164947 h 1164947"/>
                <a:gd name="csX23" fmla="*/ 2284451 w 6722532"/>
                <a:gd name="csY23" fmla="*/ 1164947 h 1164947"/>
                <a:gd name="csX24" fmla="*/ 1651030 w 6722532"/>
                <a:gd name="csY24" fmla="*/ 1164947 h 1164947"/>
                <a:gd name="csX25" fmla="*/ 954267 w 6722532"/>
                <a:gd name="csY25" fmla="*/ 1164947 h 1164947"/>
                <a:gd name="csX26" fmla="*/ 194162 w 6722532"/>
                <a:gd name="csY26" fmla="*/ 1164947 h 1164947"/>
                <a:gd name="csX27" fmla="*/ 0 w 6722532"/>
                <a:gd name="csY27" fmla="*/ 970785 h 1164947"/>
                <a:gd name="csX28" fmla="*/ 0 w 6722532"/>
                <a:gd name="csY28" fmla="*/ 574707 h 1164947"/>
                <a:gd name="csX29" fmla="*/ 0 w 6722532"/>
                <a:gd name="csY29"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722532" h="1164947" fill="none" extrusionOk="0">
                  <a:moveTo>
                    <a:pt x="0" y="194162"/>
                  </a:moveTo>
                  <a:cubicBezTo>
                    <a:pt x="-15958" y="103083"/>
                    <a:pt x="85067" y="3984"/>
                    <a:pt x="194162" y="0"/>
                  </a:cubicBezTo>
                  <a:cubicBezTo>
                    <a:pt x="371197" y="-26615"/>
                    <a:pt x="653898" y="28402"/>
                    <a:pt x="890925" y="0"/>
                  </a:cubicBezTo>
                  <a:cubicBezTo>
                    <a:pt x="1127952" y="-28402"/>
                    <a:pt x="1155104" y="-9515"/>
                    <a:pt x="1334319" y="0"/>
                  </a:cubicBezTo>
                  <a:cubicBezTo>
                    <a:pt x="1513534" y="9515"/>
                    <a:pt x="1646646" y="1775"/>
                    <a:pt x="1841056" y="0"/>
                  </a:cubicBezTo>
                  <a:cubicBezTo>
                    <a:pt x="2035466" y="-1775"/>
                    <a:pt x="2313168" y="-33914"/>
                    <a:pt x="2537819" y="0"/>
                  </a:cubicBezTo>
                  <a:cubicBezTo>
                    <a:pt x="2762470" y="33914"/>
                    <a:pt x="2800592" y="10447"/>
                    <a:pt x="3044556" y="0"/>
                  </a:cubicBezTo>
                  <a:cubicBezTo>
                    <a:pt x="3288520" y="-10447"/>
                    <a:pt x="3314962" y="-6010"/>
                    <a:pt x="3487950" y="0"/>
                  </a:cubicBezTo>
                  <a:cubicBezTo>
                    <a:pt x="3660938" y="6010"/>
                    <a:pt x="3870661" y="-22898"/>
                    <a:pt x="3994687" y="0"/>
                  </a:cubicBezTo>
                  <a:cubicBezTo>
                    <a:pt x="4118713" y="22898"/>
                    <a:pt x="4322206" y="25265"/>
                    <a:pt x="4564766" y="0"/>
                  </a:cubicBezTo>
                  <a:cubicBezTo>
                    <a:pt x="4807326" y="-25265"/>
                    <a:pt x="4974715" y="-13467"/>
                    <a:pt x="5198186" y="0"/>
                  </a:cubicBezTo>
                  <a:cubicBezTo>
                    <a:pt x="5421657" y="13467"/>
                    <a:pt x="5506710" y="-18508"/>
                    <a:pt x="5704923" y="0"/>
                  </a:cubicBezTo>
                  <a:cubicBezTo>
                    <a:pt x="5903136" y="18508"/>
                    <a:pt x="6275395" y="40595"/>
                    <a:pt x="6528370" y="0"/>
                  </a:cubicBezTo>
                  <a:cubicBezTo>
                    <a:pt x="6622902" y="-22687"/>
                    <a:pt x="6703982" y="95550"/>
                    <a:pt x="6722532" y="194162"/>
                  </a:cubicBezTo>
                  <a:cubicBezTo>
                    <a:pt x="6738980" y="348184"/>
                    <a:pt x="6708130" y="389750"/>
                    <a:pt x="6722532" y="559175"/>
                  </a:cubicBezTo>
                  <a:cubicBezTo>
                    <a:pt x="6736934" y="728600"/>
                    <a:pt x="6734570" y="767155"/>
                    <a:pt x="6722532" y="970785"/>
                  </a:cubicBezTo>
                  <a:cubicBezTo>
                    <a:pt x="6738702" y="1080790"/>
                    <a:pt x="6629289" y="1167257"/>
                    <a:pt x="6528370" y="1164947"/>
                  </a:cubicBezTo>
                  <a:cubicBezTo>
                    <a:pt x="6319778" y="1151812"/>
                    <a:pt x="6232854" y="1149579"/>
                    <a:pt x="5958291" y="1164947"/>
                  </a:cubicBezTo>
                  <a:cubicBezTo>
                    <a:pt x="5683728" y="1180315"/>
                    <a:pt x="5616403" y="1163269"/>
                    <a:pt x="5514897" y="1164947"/>
                  </a:cubicBezTo>
                  <a:cubicBezTo>
                    <a:pt x="5413391" y="1166625"/>
                    <a:pt x="4914782" y="1156996"/>
                    <a:pt x="4754792" y="1164947"/>
                  </a:cubicBezTo>
                  <a:cubicBezTo>
                    <a:pt x="4594803" y="1172898"/>
                    <a:pt x="4412280" y="1190802"/>
                    <a:pt x="4121371" y="1164947"/>
                  </a:cubicBezTo>
                  <a:cubicBezTo>
                    <a:pt x="3830462" y="1139092"/>
                    <a:pt x="3563939" y="1143409"/>
                    <a:pt x="3361266" y="1164947"/>
                  </a:cubicBezTo>
                  <a:cubicBezTo>
                    <a:pt x="3158594" y="1186485"/>
                    <a:pt x="2935963" y="1173145"/>
                    <a:pt x="2791187" y="1164947"/>
                  </a:cubicBezTo>
                  <a:cubicBezTo>
                    <a:pt x="2646411" y="1156749"/>
                    <a:pt x="2439017" y="1170920"/>
                    <a:pt x="2284451" y="1164947"/>
                  </a:cubicBezTo>
                  <a:cubicBezTo>
                    <a:pt x="2129885" y="1158974"/>
                    <a:pt x="1799348" y="1188325"/>
                    <a:pt x="1651030" y="1164947"/>
                  </a:cubicBezTo>
                  <a:cubicBezTo>
                    <a:pt x="1502712" y="1141569"/>
                    <a:pt x="1135618" y="1131659"/>
                    <a:pt x="954267" y="1164947"/>
                  </a:cubicBezTo>
                  <a:cubicBezTo>
                    <a:pt x="772916" y="1198235"/>
                    <a:pt x="520882" y="1166524"/>
                    <a:pt x="194162" y="1164947"/>
                  </a:cubicBezTo>
                  <a:cubicBezTo>
                    <a:pt x="85297" y="1189647"/>
                    <a:pt x="-5266" y="1073403"/>
                    <a:pt x="0" y="970785"/>
                  </a:cubicBezTo>
                  <a:cubicBezTo>
                    <a:pt x="7404" y="826088"/>
                    <a:pt x="-13906" y="709222"/>
                    <a:pt x="0" y="574707"/>
                  </a:cubicBezTo>
                  <a:cubicBezTo>
                    <a:pt x="13906" y="440192"/>
                    <a:pt x="-18569" y="324376"/>
                    <a:pt x="0" y="194162"/>
                  </a:cubicBezTo>
                  <a:close/>
                </a:path>
                <a:path w="6722532" h="1164947" stroke="0" extrusionOk="0">
                  <a:moveTo>
                    <a:pt x="0" y="194162"/>
                  </a:moveTo>
                  <a:cubicBezTo>
                    <a:pt x="-15668" y="77265"/>
                    <a:pt x="77975" y="3361"/>
                    <a:pt x="194162" y="0"/>
                  </a:cubicBezTo>
                  <a:cubicBezTo>
                    <a:pt x="369035" y="23383"/>
                    <a:pt x="593084" y="6361"/>
                    <a:pt x="954267" y="0"/>
                  </a:cubicBezTo>
                  <a:cubicBezTo>
                    <a:pt x="1315451" y="-6361"/>
                    <a:pt x="1359432" y="-23649"/>
                    <a:pt x="1524346" y="0"/>
                  </a:cubicBezTo>
                  <a:cubicBezTo>
                    <a:pt x="1689260" y="23649"/>
                    <a:pt x="1826001" y="-7545"/>
                    <a:pt x="2031082" y="0"/>
                  </a:cubicBezTo>
                  <a:cubicBezTo>
                    <a:pt x="2236163" y="7545"/>
                    <a:pt x="2515384" y="20019"/>
                    <a:pt x="2727845" y="0"/>
                  </a:cubicBezTo>
                  <a:cubicBezTo>
                    <a:pt x="2940306" y="-20019"/>
                    <a:pt x="3138286" y="-15290"/>
                    <a:pt x="3297924" y="0"/>
                  </a:cubicBezTo>
                  <a:cubicBezTo>
                    <a:pt x="3457562" y="15290"/>
                    <a:pt x="3783284" y="16644"/>
                    <a:pt x="4058029" y="0"/>
                  </a:cubicBezTo>
                  <a:cubicBezTo>
                    <a:pt x="4332775" y="-16644"/>
                    <a:pt x="4344214" y="9780"/>
                    <a:pt x="4564766" y="0"/>
                  </a:cubicBezTo>
                  <a:cubicBezTo>
                    <a:pt x="4785318" y="-9780"/>
                    <a:pt x="5066789" y="13840"/>
                    <a:pt x="5324870" y="0"/>
                  </a:cubicBezTo>
                  <a:cubicBezTo>
                    <a:pt x="5582951" y="-13840"/>
                    <a:pt x="5638113" y="-21672"/>
                    <a:pt x="5768265" y="0"/>
                  </a:cubicBezTo>
                  <a:cubicBezTo>
                    <a:pt x="5898418" y="21672"/>
                    <a:pt x="6303504" y="-8932"/>
                    <a:pt x="6528370" y="0"/>
                  </a:cubicBezTo>
                  <a:cubicBezTo>
                    <a:pt x="6642670" y="10520"/>
                    <a:pt x="6724412" y="106405"/>
                    <a:pt x="6722532" y="194162"/>
                  </a:cubicBezTo>
                  <a:cubicBezTo>
                    <a:pt x="6740227" y="276648"/>
                    <a:pt x="6706413" y="425834"/>
                    <a:pt x="6722532" y="559175"/>
                  </a:cubicBezTo>
                  <a:cubicBezTo>
                    <a:pt x="6738651" y="692516"/>
                    <a:pt x="6711677" y="825795"/>
                    <a:pt x="6722532" y="970785"/>
                  </a:cubicBezTo>
                  <a:cubicBezTo>
                    <a:pt x="6701868" y="1081411"/>
                    <a:pt x="6621204" y="1155012"/>
                    <a:pt x="6528370" y="1164947"/>
                  </a:cubicBezTo>
                  <a:cubicBezTo>
                    <a:pt x="6188341" y="1141307"/>
                    <a:pt x="6087465" y="1155761"/>
                    <a:pt x="5831607" y="1164947"/>
                  </a:cubicBezTo>
                  <a:cubicBezTo>
                    <a:pt x="5575749" y="1174133"/>
                    <a:pt x="5384851" y="1182142"/>
                    <a:pt x="5198186" y="1164947"/>
                  </a:cubicBezTo>
                  <a:cubicBezTo>
                    <a:pt x="5011521" y="1147752"/>
                    <a:pt x="4902799" y="1185472"/>
                    <a:pt x="4754792" y="1164947"/>
                  </a:cubicBezTo>
                  <a:cubicBezTo>
                    <a:pt x="4606785" y="1144422"/>
                    <a:pt x="4490715" y="1155611"/>
                    <a:pt x="4248055" y="1164947"/>
                  </a:cubicBezTo>
                  <a:cubicBezTo>
                    <a:pt x="4005395" y="1174283"/>
                    <a:pt x="3708312" y="1169258"/>
                    <a:pt x="3487950" y="1164947"/>
                  </a:cubicBezTo>
                  <a:cubicBezTo>
                    <a:pt x="3267589" y="1160636"/>
                    <a:pt x="3036192" y="1192396"/>
                    <a:pt x="2854529" y="1164947"/>
                  </a:cubicBezTo>
                  <a:cubicBezTo>
                    <a:pt x="2672866" y="1137498"/>
                    <a:pt x="2517959" y="1156272"/>
                    <a:pt x="2347793" y="1164947"/>
                  </a:cubicBezTo>
                  <a:cubicBezTo>
                    <a:pt x="2177627" y="1173622"/>
                    <a:pt x="1888565" y="1147989"/>
                    <a:pt x="1714372" y="1164947"/>
                  </a:cubicBezTo>
                  <a:cubicBezTo>
                    <a:pt x="1540179" y="1181905"/>
                    <a:pt x="1466580" y="1164764"/>
                    <a:pt x="1270977" y="1164947"/>
                  </a:cubicBezTo>
                  <a:cubicBezTo>
                    <a:pt x="1075375" y="1165130"/>
                    <a:pt x="1047735" y="1160239"/>
                    <a:pt x="827583" y="1164947"/>
                  </a:cubicBezTo>
                  <a:cubicBezTo>
                    <a:pt x="607431" y="1169655"/>
                    <a:pt x="398572" y="1183527"/>
                    <a:pt x="194162" y="1164947"/>
                  </a:cubicBezTo>
                  <a:cubicBezTo>
                    <a:pt x="92929" y="1167047"/>
                    <a:pt x="5112" y="1095237"/>
                    <a:pt x="0" y="970785"/>
                  </a:cubicBezTo>
                  <a:cubicBezTo>
                    <a:pt x="-7977" y="847245"/>
                    <a:pt x="9079" y="773993"/>
                    <a:pt x="0" y="605772"/>
                  </a:cubicBezTo>
                  <a:cubicBezTo>
                    <a:pt x="-9079" y="437551"/>
                    <a:pt x="-1000" y="306236"/>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87" name="TextBox 86">
              <a:extLst>
                <a:ext uri="{FF2B5EF4-FFF2-40B4-BE49-F238E27FC236}">
                  <a16:creationId xmlns:a16="http://schemas.microsoft.com/office/drawing/2014/main" id="{CBA9A928-5D2F-1A45-86BA-15446449BE8E}"/>
                </a:ext>
              </a:extLst>
            </p:cNvPr>
            <p:cNvSpPr txBox="1"/>
            <p:nvPr/>
          </p:nvSpPr>
          <p:spPr>
            <a:xfrm>
              <a:off x="475014" y="5031490"/>
              <a:ext cx="6098650" cy="369332"/>
            </a:xfrm>
            <a:prstGeom prst="rect">
              <a:avLst/>
            </a:prstGeom>
            <a:noFill/>
          </p:spPr>
          <p:txBody>
            <a:bodyPr wrap="square">
              <a:spAutoFit/>
            </a:bodyPr>
            <a:lstStyle/>
            <a:p>
              <a:pPr algn="ctr"/>
              <a:r>
                <a:rPr lang="en-DE" sz="1800" b="1" dirty="0">
                  <a:solidFill>
                    <a:schemeClr val="bg1"/>
                  </a:solidFill>
                  <a:latin typeface="Calibri" panose="020F0502020204030204" pitchFamily="34" charset="0"/>
                  <a:cs typeface="Calibri" panose="020F0502020204030204" pitchFamily="34" charset="0"/>
                </a:rPr>
                <a:t>Modern LLMs are </a:t>
              </a:r>
              <a:r>
                <a:rPr lang="en-DE" sz="1800" b="1" dirty="0">
                  <a:solidFill>
                    <a:schemeClr val="accent5">
                      <a:lumMod val="60000"/>
                      <a:lumOff val="40000"/>
                    </a:schemeClr>
                  </a:solidFill>
                  <a:latin typeface="Calibri" panose="020F0502020204030204" pitchFamily="34" charset="0"/>
                  <a:cs typeface="Calibri" panose="020F0502020204030204" pitchFamily="34" charset="0"/>
                </a:rPr>
                <a:t>decisive</a:t>
              </a:r>
              <a:r>
                <a:rPr lang="en-DE" sz="1800" b="1" dirty="0">
                  <a:solidFill>
                    <a:schemeClr val="bg1"/>
                  </a:solidFill>
                  <a:latin typeface="Calibri" panose="020F0502020204030204" pitchFamily="34" charset="0"/>
                  <a:cs typeface="Calibri" panose="020F0502020204030204" pitchFamily="34" charset="0"/>
                </a:rPr>
                <a:t> and </a:t>
              </a:r>
              <a:r>
                <a:rPr lang="en-DE" sz="1800" b="1" dirty="0">
                  <a:solidFill>
                    <a:schemeClr val="accent5">
                      <a:lumMod val="60000"/>
                      <a:lumOff val="40000"/>
                    </a:schemeClr>
                  </a:solidFill>
                  <a:latin typeface="Calibri" panose="020F0502020204030204" pitchFamily="34" charset="0"/>
                  <a:cs typeface="Calibri" panose="020F0502020204030204" pitchFamily="34" charset="0"/>
                </a:rPr>
                <a:t>rule-adherent</a:t>
              </a:r>
            </a:p>
          </p:txBody>
        </p:sp>
      </p:grpSp>
      <p:sp>
        <p:nvSpPr>
          <p:cNvPr id="88" name="TextBox 87">
            <a:extLst>
              <a:ext uri="{FF2B5EF4-FFF2-40B4-BE49-F238E27FC236}">
                <a16:creationId xmlns:a16="http://schemas.microsoft.com/office/drawing/2014/main" id="{FF317262-CC34-A420-F069-2D15C511F1EC}"/>
              </a:ext>
            </a:extLst>
          </p:cNvPr>
          <p:cNvSpPr txBox="1"/>
          <p:nvPr/>
        </p:nvSpPr>
        <p:spPr>
          <a:xfrm>
            <a:off x="2673892" y="5952353"/>
            <a:ext cx="6722532" cy="369332"/>
          </a:xfrm>
          <a:prstGeom prst="rect">
            <a:avLst/>
          </a:prstGeom>
          <a:noFill/>
        </p:spPr>
        <p:txBody>
          <a:bodyPr wrap="square">
            <a:spAutoFit/>
          </a:bodyPr>
          <a:lstStyle/>
          <a:p>
            <a:pPr algn="ctr"/>
            <a:r>
              <a:rPr lang="en-DE" sz="1800" b="1" dirty="0">
                <a:solidFill>
                  <a:schemeClr val="accent5">
                    <a:lumMod val="60000"/>
                    <a:lumOff val="40000"/>
                  </a:schemeClr>
                </a:solidFill>
                <a:latin typeface="Calibri" panose="020F0502020204030204" pitchFamily="34" charset="0"/>
                <a:cs typeface="Calibri" panose="020F0502020204030204" pitchFamily="34" charset="0"/>
                <a:sym typeface="Wingdings" pitchFamily="2" charset="2"/>
              </a:rPr>
              <a:t>10/22</a:t>
            </a:r>
            <a:r>
              <a:rPr lang="en-DE" sz="1800" b="1" dirty="0">
                <a:solidFill>
                  <a:schemeClr val="bg1"/>
                </a:solidFill>
                <a:latin typeface="Calibri" panose="020F0502020204030204" pitchFamily="34" charset="0"/>
                <a:cs typeface="Calibri" panose="020F0502020204030204" pitchFamily="34" charset="0"/>
                <a:sym typeface="Wingdings" pitchFamily="2" charset="2"/>
              </a:rPr>
              <a:t> LLMs have MAL median &lt; 0.25 (mostly newer/ larger models)</a:t>
            </a:r>
            <a:endParaRPr lang="en-DE" sz="1800" b="1" dirty="0">
              <a:solidFill>
                <a:schemeClr val="bg1"/>
              </a:solidFill>
              <a:latin typeface="Calibri" panose="020F0502020204030204" pitchFamily="34" charset="0"/>
              <a:cs typeface="Calibri" panose="020F0502020204030204" pitchFamily="34" charset="0"/>
            </a:endParaRPr>
          </a:p>
        </p:txBody>
      </p:sp>
      <p:sp>
        <p:nvSpPr>
          <p:cNvPr id="89" name="TextBox 88">
            <a:extLst>
              <a:ext uri="{FF2B5EF4-FFF2-40B4-BE49-F238E27FC236}">
                <a16:creationId xmlns:a16="http://schemas.microsoft.com/office/drawing/2014/main" id="{2C8642D2-9AE8-0706-890E-2758ABB319AA}"/>
              </a:ext>
            </a:extLst>
          </p:cNvPr>
          <p:cNvSpPr txBox="1"/>
          <p:nvPr/>
        </p:nvSpPr>
        <p:spPr>
          <a:xfrm>
            <a:off x="2945203" y="5660939"/>
            <a:ext cx="6098650" cy="369332"/>
          </a:xfrm>
          <a:prstGeom prst="rect">
            <a:avLst/>
          </a:prstGeom>
          <a:noFill/>
        </p:spPr>
        <p:txBody>
          <a:bodyPr wrap="square">
            <a:spAutoFit/>
          </a:bodyPr>
          <a:lstStyle/>
          <a:p>
            <a:pPr algn="ctr"/>
            <a:r>
              <a:rPr lang="en-DE" sz="1800" b="1" dirty="0">
                <a:solidFill>
                  <a:schemeClr val="accent5">
                    <a:lumMod val="60000"/>
                    <a:lumOff val="40000"/>
                  </a:schemeClr>
                </a:solidFill>
                <a:latin typeface="Calibri" panose="020F0502020204030204" pitchFamily="34" charset="0"/>
                <a:cs typeface="Calibri" panose="020F0502020204030204" pitchFamily="34" charset="0"/>
                <a:sym typeface="Wingdings" pitchFamily="2" charset="2"/>
              </a:rPr>
              <a:t>18/22</a:t>
            </a:r>
            <a:r>
              <a:rPr lang="en-DE" sz="1800" b="1" dirty="0">
                <a:solidFill>
                  <a:schemeClr val="bg1"/>
                </a:solidFill>
                <a:latin typeface="Calibri" panose="020F0502020204030204" pitchFamily="34" charset="0"/>
                <a:cs typeface="Calibri" panose="020F0502020204030204" pitchFamily="34" charset="0"/>
                <a:sym typeface="Wingdings" pitchFamily="2" charset="2"/>
              </a:rPr>
              <a:t> LLMs have MAL median &lt; 0.5</a:t>
            </a:r>
          </a:p>
        </p:txBody>
      </p:sp>
      <p:sp>
        <p:nvSpPr>
          <p:cNvPr id="90" name="Rounded Rectangle 89">
            <a:extLst>
              <a:ext uri="{FF2B5EF4-FFF2-40B4-BE49-F238E27FC236}">
                <a16:creationId xmlns:a16="http://schemas.microsoft.com/office/drawing/2014/main" id="{4E4F335E-31F0-6948-2D77-6E2F6D24C577}"/>
              </a:ext>
            </a:extLst>
          </p:cNvPr>
          <p:cNvSpPr/>
          <p:nvPr/>
        </p:nvSpPr>
        <p:spPr>
          <a:xfrm>
            <a:off x="1639082" y="1528163"/>
            <a:ext cx="414934" cy="1659177"/>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1" name="Rounded Rectangle 90">
            <a:extLst>
              <a:ext uri="{FF2B5EF4-FFF2-40B4-BE49-F238E27FC236}">
                <a16:creationId xmlns:a16="http://schemas.microsoft.com/office/drawing/2014/main" id="{52C33C45-A879-A26B-42A4-0D8B5596688B}"/>
              </a:ext>
            </a:extLst>
          </p:cNvPr>
          <p:cNvSpPr/>
          <p:nvPr/>
        </p:nvSpPr>
        <p:spPr>
          <a:xfrm>
            <a:off x="1628460" y="3187340"/>
            <a:ext cx="414934" cy="548085"/>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2" name="Rounded Rectangle 91">
            <a:extLst>
              <a:ext uri="{FF2B5EF4-FFF2-40B4-BE49-F238E27FC236}">
                <a16:creationId xmlns:a16="http://schemas.microsoft.com/office/drawing/2014/main" id="{7D29570C-0DDE-549A-C4D8-2246718116C4}"/>
              </a:ext>
            </a:extLst>
          </p:cNvPr>
          <p:cNvSpPr/>
          <p:nvPr/>
        </p:nvSpPr>
        <p:spPr>
          <a:xfrm>
            <a:off x="2441480" y="1554771"/>
            <a:ext cx="829307" cy="1632570"/>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3" name="Rounded Rectangle 92">
            <a:extLst>
              <a:ext uri="{FF2B5EF4-FFF2-40B4-BE49-F238E27FC236}">
                <a16:creationId xmlns:a16="http://schemas.microsoft.com/office/drawing/2014/main" id="{7A4C6828-E481-AFCF-692A-A85FFD5BDC2F}"/>
              </a:ext>
            </a:extLst>
          </p:cNvPr>
          <p:cNvSpPr/>
          <p:nvPr/>
        </p:nvSpPr>
        <p:spPr>
          <a:xfrm>
            <a:off x="2430858" y="3187341"/>
            <a:ext cx="829307" cy="574692"/>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4" name="Rounded Rectangle 93">
            <a:extLst>
              <a:ext uri="{FF2B5EF4-FFF2-40B4-BE49-F238E27FC236}">
                <a16:creationId xmlns:a16="http://schemas.microsoft.com/office/drawing/2014/main" id="{7419F52E-FA8E-ED88-7E42-E2FB88258952}"/>
              </a:ext>
            </a:extLst>
          </p:cNvPr>
          <p:cNvSpPr/>
          <p:nvPr/>
        </p:nvSpPr>
        <p:spPr>
          <a:xfrm>
            <a:off x="4579886" y="1549467"/>
            <a:ext cx="426167" cy="1632570"/>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5" name="Rounded Rectangle 94">
            <a:extLst>
              <a:ext uri="{FF2B5EF4-FFF2-40B4-BE49-F238E27FC236}">
                <a16:creationId xmlns:a16="http://schemas.microsoft.com/office/drawing/2014/main" id="{3773E33B-86B4-F4AD-3E6B-5DA1999F4CC0}"/>
              </a:ext>
            </a:extLst>
          </p:cNvPr>
          <p:cNvSpPr/>
          <p:nvPr/>
        </p:nvSpPr>
        <p:spPr>
          <a:xfrm>
            <a:off x="4569264" y="3182037"/>
            <a:ext cx="426167" cy="574692"/>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6" name="Rounded Rectangle 95">
            <a:extLst>
              <a:ext uri="{FF2B5EF4-FFF2-40B4-BE49-F238E27FC236}">
                <a16:creationId xmlns:a16="http://schemas.microsoft.com/office/drawing/2014/main" id="{1671C0F9-48AF-3E38-2282-92D6BC8DDD0E}"/>
              </a:ext>
            </a:extLst>
          </p:cNvPr>
          <p:cNvSpPr/>
          <p:nvPr/>
        </p:nvSpPr>
        <p:spPr>
          <a:xfrm>
            <a:off x="5122337" y="1528164"/>
            <a:ext cx="426167" cy="1653874"/>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7" name="Rounded Rectangle 96">
            <a:extLst>
              <a:ext uri="{FF2B5EF4-FFF2-40B4-BE49-F238E27FC236}">
                <a16:creationId xmlns:a16="http://schemas.microsoft.com/office/drawing/2014/main" id="{F83F9DBD-00A2-FE51-D86E-E9181AC5CF0C}"/>
              </a:ext>
            </a:extLst>
          </p:cNvPr>
          <p:cNvSpPr/>
          <p:nvPr/>
        </p:nvSpPr>
        <p:spPr>
          <a:xfrm>
            <a:off x="5111715" y="3182036"/>
            <a:ext cx="426167" cy="553389"/>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8" name="Rounded Rectangle 97">
            <a:extLst>
              <a:ext uri="{FF2B5EF4-FFF2-40B4-BE49-F238E27FC236}">
                <a16:creationId xmlns:a16="http://schemas.microsoft.com/office/drawing/2014/main" id="{C28494C2-63FB-B902-7C36-98F08E5C5BDC}"/>
              </a:ext>
            </a:extLst>
          </p:cNvPr>
          <p:cNvSpPr/>
          <p:nvPr/>
        </p:nvSpPr>
        <p:spPr>
          <a:xfrm>
            <a:off x="7302085" y="1517031"/>
            <a:ext cx="835213" cy="1670309"/>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99" name="Rounded Rectangle 98">
            <a:extLst>
              <a:ext uri="{FF2B5EF4-FFF2-40B4-BE49-F238E27FC236}">
                <a16:creationId xmlns:a16="http://schemas.microsoft.com/office/drawing/2014/main" id="{1B074EE1-0B3F-C60C-0701-61CA0878773B}"/>
              </a:ext>
            </a:extLst>
          </p:cNvPr>
          <p:cNvSpPr/>
          <p:nvPr/>
        </p:nvSpPr>
        <p:spPr>
          <a:xfrm>
            <a:off x="7291463" y="3187340"/>
            <a:ext cx="835213" cy="536953"/>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100" name="Rounded Rectangle 99">
            <a:extLst>
              <a:ext uri="{FF2B5EF4-FFF2-40B4-BE49-F238E27FC236}">
                <a16:creationId xmlns:a16="http://schemas.microsoft.com/office/drawing/2014/main" id="{A8C61035-ED9A-F15D-A68F-7D7392C88B7A}"/>
              </a:ext>
            </a:extLst>
          </p:cNvPr>
          <p:cNvSpPr/>
          <p:nvPr/>
        </p:nvSpPr>
        <p:spPr>
          <a:xfrm>
            <a:off x="8229223" y="1528163"/>
            <a:ext cx="432647" cy="1653873"/>
          </a:xfrm>
          <a:prstGeom prst="roundRect">
            <a:avLst>
              <a:gd name="adj" fmla="val 0"/>
            </a:avLst>
          </a:prstGeom>
          <a:solidFill>
            <a:srgbClr val="F1F4F9">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101" name="Rounded Rectangle 100">
            <a:extLst>
              <a:ext uri="{FF2B5EF4-FFF2-40B4-BE49-F238E27FC236}">
                <a16:creationId xmlns:a16="http://schemas.microsoft.com/office/drawing/2014/main" id="{AB31B9A0-06C5-F322-746A-D0C9DA5F9BFB}"/>
              </a:ext>
            </a:extLst>
          </p:cNvPr>
          <p:cNvSpPr/>
          <p:nvPr/>
        </p:nvSpPr>
        <p:spPr>
          <a:xfrm>
            <a:off x="8218601" y="3182036"/>
            <a:ext cx="432647" cy="553389"/>
          </a:xfrm>
          <a:prstGeom prst="roundRect">
            <a:avLst>
              <a:gd name="adj" fmla="val 0"/>
            </a:avLst>
          </a:prstGeom>
          <a:solidFill>
            <a:srgbClr val="F2E8EB">
              <a:alpha val="90000"/>
            </a:srgbClr>
          </a:solidFill>
          <a:ln w="38100">
            <a:noFill/>
            <a:prstDash val="sysDot"/>
            <a:extLst>
              <a:ext uri="{C807C97D-BFC1-408E-A445-0C87EB9F89A2}">
                <ask:lineSketchStyleProps xmlns:ask="http://schemas.microsoft.com/office/drawing/2018/sketchyshapes" sd="1219033472">
                  <a:custGeom>
                    <a:avLst/>
                    <a:gdLst>
                      <a:gd name="csX0" fmla="*/ 0 w 470923"/>
                      <a:gd name="csY0" fmla="*/ 78489 h 2213932"/>
                      <a:gd name="csX1" fmla="*/ 78489 w 470923"/>
                      <a:gd name="csY1" fmla="*/ 0 h 2213932"/>
                      <a:gd name="csX2" fmla="*/ 392434 w 470923"/>
                      <a:gd name="csY2" fmla="*/ 0 h 2213932"/>
                      <a:gd name="csX3" fmla="*/ 470923 w 470923"/>
                      <a:gd name="csY3" fmla="*/ 78489 h 2213932"/>
                      <a:gd name="csX4" fmla="*/ 470923 w 470923"/>
                      <a:gd name="csY4" fmla="*/ 764140 h 2213932"/>
                      <a:gd name="csX5" fmla="*/ 470923 w 470923"/>
                      <a:gd name="csY5" fmla="*/ 1429222 h 2213932"/>
                      <a:gd name="csX6" fmla="*/ 470923 w 470923"/>
                      <a:gd name="csY6" fmla="*/ 2135443 h 2213932"/>
                      <a:gd name="csX7" fmla="*/ 392434 w 470923"/>
                      <a:gd name="csY7" fmla="*/ 2213932 h 2213932"/>
                      <a:gd name="csX8" fmla="*/ 78489 w 470923"/>
                      <a:gd name="csY8" fmla="*/ 2213932 h 2213932"/>
                      <a:gd name="csX9" fmla="*/ 0 w 470923"/>
                      <a:gd name="csY9" fmla="*/ 2135443 h 2213932"/>
                      <a:gd name="csX10" fmla="*/ 0 w 470923"/>
                      <a:gd name="csY10" fmla="*/ 1429222 h 2213932"/>
                      <a:gd name="csX11" fmla="*/ 0 w 470923"/>
                      <a:gd name="csY11" fmla="*/ 702432 h 2213932"/>
                      <a:gd name="csX12" fmla="*/ 0 w 470923"/>
                      <a:gd name="csY12" fmla="*/ 78489 h 221393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470923" h="2213932" extrusionOk="0">
                        <a:moveTo>
                          <a:pt x="0" y="78489"/>
                        </a:moveTo>
                        <a:cubicBezTo>
                          <a:pt x="-4884" y="32129"/>
                          <a:pt x="29637" y="2066"/>
                          <a:pt x="78489" y="0"/>
                        </a:cubicBezTo>
                        <a:cubicBezTo>
                          <a:pt x="147724" y="-9796"/>
                          <a:pt x="237763" y="-138"/>
                          <a:pt x="392434" y="0"/>
                        </a:cubicBezTo>
                        <a:cubicBezTo>
                          <a:pt x="432193" y="-2730"/>
                          <a:pt x="467695" y="41766"/>
                          <a:pt x="470923" y="78489"/>
                        </a:cubicBezTo>
                        <a:cubicBezTo>
                          <a:pt x="473415" y="219451"/>
                          <a:pt x="446383" y="447178"/>
                          <a:pt x="470923" y="764140"/>
                        </a:cubicBezTo>
                        <a:cubicBezTo>
                          <a:pt x="495463" y="1081102"/>
                          <a:pt x="498815" y="1212269"/>
                          <a:pt x="470923" y="1429222"/>
                        </a:cubicBezTo>
                        <a:cubicBezTo>
                          <a:pt x="443031" y="1646175"/>
                          <a:pt x="452888" y="1882137"/>
                          <a:pt x="470923" y="2135443"/>
                        </a:cubicBezTo>
                        <a:cubicBezTo>
                          <a:pt x="469971" y="2169712"/>
                          <a:pt x="432765" y="2218125"/>
                          <a:pt x="392434" y="2213932"/>
                        </a:cubicBezTo>
                        <a:cubicBezTo>
                          <a:pt x="327695" y="2223787"/>
                          <a:pt x="150084" y="2201332"/>
                          <a:pt x="78489" y="2213932"/>
                        </a:cubicBezTo>
                        <a:cubicBezTo>
                          <a:pt x="30141" y="2213646"/>
                          <a:pt x="3250" y="2169879"/>
                          <a:pt x="0" y="2135443"/>
                        </a:cubicBezTo>
                        <a:cubicBezTo>
                          <a:pt x="32137" y="1889533"/>
                          <a:pt x="-19929" y="1741588"/>
                          <a:pt x="0" y="1429222"/>
                        </a:cubicBezTo>
                        <a:cubicBezTo>
                          <a:pt x="19929" y="1116856"/>
                          <a:pt x="20669" y="994974"/>
                          <a:pt x="0" y="702432"/>
                        </a:cubicBezTo>
                        <a:cubicBezTo>
                          <a:pt x="-20669" y="409890"/>
                          <a:pt x="-14912" y="227664"/>
                          <a:pt x="0" y="78489"/>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b="1" dirty="0">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19971974-840E-67DE-22F5-48832810B351}"/>
              </a:ext>
            </a:extLst>
          </p:cNvPr>
          <p:cNvSpPr>
            <a:spLocks noGrp="1"/>
          </p:cNvSpPr>
          <p:nvPr>
            <p:ph type="sldNum" sz="quarter" idx="4"/>
          </p:nvPr>
        </p:nvSpPr>
        <p:spPr/>
        <p:txBody>
          <a:bodyPr/>
          <a:lstStyle/>
          <a:p>
            <a:fld id="{F8325A8C-A62D-5E4B-8AAC-68DD587E4A7D}" type="slidenum">
              <a:rPr lang="de-DE" smtClean="0"/>
              <a:t>14</a:t>
            </a:fld>
            <a:endParaRPr lang="de-DE" dirty="0"/>
          </a:p>
        </p:txBody>
      </p:sp>
    </p:spTree>
    <p:extLst>
      <p:ext uri="{BB962C8B-B14F-4D97-AF65-F5344CB8AC3E}">
        <p14:creationId xmlns:p14="http://schemas.microsoft.com/office/powerpoint/2010/main" val="246912640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fade">
                                      <p:cBhvr>
                                        <p:cTn id="7" dur="500"/>
                                        <p:tgtEl>
                                          <p:spTgt spid="8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9"/>
                                        </p:tgtEl>
                                        <p:attrNameLst>
                                          <p:attrName>style.visibility</p:attrName>
                                        </p:attrNameLst>
                                      </p:cBhvr>
                                      <p:to>
                                        <p:strVal val="visible"/>
                                      </p:to>
                                    </p:set>
                                    <p:animEffect transition="in" filter="fade">
                                      <p:cBhvr>
                                        <p:cTn id="12" dur="500"/>
                                        <p:tgtEl>
                                          <p:spTgt spid="8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3"/>
                                        </p:tgtEl>
                                        <p:attrNameLst>
                                          <p:attrName>style.visibility</p:attrName>
                                        </p:attrNameLst>
                                      </p:cBhvr>
                                      <p:to>
                                        <p:strVal val="visible"/>
                                      </p:to>
                                    </p:set>
                                    <p:animEffect transition="in" filter="fade">
                                      <p:cBhvr>
                                        <p:cTn id="15" dur="500"/>
                                        <p:tgtEl>
                                          <p:spTgt spid="8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84"/>
                                        </p:tgtEl>
                                        <p:attrNameLst>
                                          <p:attrName>style.visibility</p:attrName>
                                        </p:attrNameLst>
                                      </p:cBhvr>
                                      <p:to>
                                        <p:strVal val="visible"/>
                                      </p:to>
                                    </p:set>
                                    <p:animEffect transition="in" filter="fade">
                                      <p:cBhvr>
                                        <p:cTn id="18" dur="500"/>
                                        <p:tgtEl>
                                          <p:spTgt spid="84"/>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9"/>
                                        </p:tgtEl>
                                        <p:attrNameLst>
                                          <p:attrName>style.visibility</p:attrName>
                                        </p:attrNameLst>
                                      </p:cBhvr>
                                      <p:to>
                                        <p:strVal val="visible"/>
                                      </p:to>
                                    </p:set>
                                    <p:animEffect transition="in" filter="fade">
                                      <p:cBhvr>
                                        <p:cTn id="21" dur="500"/>
                                        <p:tgtEl>
                                          <p:spTgt spid="7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0"/>
                                        </p:tgtEl>
                                        <p:attrNameLst>
                                          <p:attrName>style.visibility</p:attrName>
                                        </p:attrNameLst>
                                      </p:cBhvr>
                                      <p:to>
                                        <p:strVal val="visible"/>
                                      </p:to>
                                    </p:set>
                                    <p:animEffect transition="in" filter="fade">
                                      <p:cBhvr>
                                        <p:cTn id="24" dur="500"/>
                                        <p:tgtEl>
                                          <p:spTgt spid="8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82"/>
                                        </p:tgtEl>
                                        <p:attrNameLst>
                                          <p:attrName>style.visibility</p:attrName>
                                        </p:attrNameLst>
                                      </p:cBhvr>
                                      <p:to>
                                        <p:strVal val="visible"/>
                                      </p:to>
                                    </p:set>
                                    <p:animEffect transition="in" filter="fade">
                                      <p:cBhvr>
                                        <p:cTn id="27" dur="500"/>
                                        <p:tgtEl>
                                          <p:spTgt spid="8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81"/>
                                        </p:tgtEl>
                                        <p:attrNameLst>
                                          <p:attrName>style.visibility</p:attrName>
                                        </p:attrNameLst>
                                      </p:cBhvr>
                                      <p:to>
                                        <p:strVal val="visible"/>
                                      </p:to>
                                    </p:set>
                                    <p:animEffect transition="in" filter="fade">
                                      <p:cBhvr>
                                        <p:cTn id="30" dur="500"/>
                                        <p:tgtEl>
                                          <p:spTgt spid="81"/>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88"/>
                                        </p:tgtEl>
                                        <p:attrNameLst>
                                          <p:attrName>style.visibility</p:attrName>
                                        </p:attrNameLst>
                                      </p:cBhvr>
                                      <p:to>
                                        <p:strVal val="visible"/>
                                      </p:to>
                                    </p:set>
                                    <p:animEffect transition="in" filter="fade">
                                      <p:cBhvr>
                                        <p:cTn id="35" dur="500"/>
                                        <p:tgtEl>
                                          <p:spTgt spid="88"/>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90"/>
                                        </p:tgtEl>
                                        <p:attrNameLst>
                                          <p:attrName>style.visibility</p:attrName>
                                        </p:attrNameLst>
                                      </p:cBhvr>
                                      <p:to>
                                        <p:strVal val="visible"/>
                                      </p:to>
                                    </p:set>
                                    <p:animEffect transition="in" filter="fade">
                                      <p:cBhvr>
                                        <p:cTn id="38" dur="500"/>
                                        <p:tgtEl>
                                          <p:spTgt spid="9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91"/>
                                        </p:tgtEl>
                                        <p:attrNameLst>
                                          <p:attrName>style.visibility</p:attrName>
                                        </p:attrNameLst>
                                      </p:cBhvr>
                                      <p:to>
                                        <p:strVal val="visible"/>
                                      </p:to>
                                    </p:set>
                                    <p:animEffect transition="in" filter="fade">
                                      <p:cBhvr>
                                        <p:cTn id="41" dur="500"/>
                                        <p:tgtEl>
                                          <p:spTgt spid="9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92"/>
                                        </p:tgtEl>
                                        <p:attrNameLst>
                                          <p:attrName>style.visibility</p:attrName>
                                        </p:attrNameLst>
                                      </p:cBhvr>
                                      <p:to>
                                        <p:strVal val="visible"/>
                                      </p:to>
                                    </p:set>
                                    <p:animEffect transition="in" filter="fade">
                                      <p:cBhvr>
                                        <p:cTn id="44" dur="500"/>
                                        <p:tgtEl>
                                          <p:spTgt spid="92"/>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93"/>
                                        </p:tgtEl>
                                        <p:attrNameLst>
                                          <p:attrName>style.visibility</p:attrName>
                                        </p:attrNameLst>
                                      </p:cBhvr>
                                      <p:to>
                                        <p:strVal val="visible"/>
                                      </p:to>
                                    </p:set>
                                    <p:animEffect transition="in" filter="fade">
                                      <p:cBhvr>
                                        <p:cTn id="47" dur="500"/>
                                        <p:tgtEl>
                                          <p:spTgt spid="93"/>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94"/>
                                        </p:tgtEl>
                                        <p:attrNameLst>
                                          <p:attrName>style.visibility</p:attrName>
                                        </p:attrNameLst>
                                      </p:cBhvr>
                                      <p:to>
                                        <p:strVal val="visible"/>
                                      </p:to>
                                    </p:set>
                                    <p:animEffect transition="in" filter="fade">
                                      <p:cBhvr>
                                        <p:cTn id="50" dur="500"/>
                                        <p:tgtEl>
                                          <p:spTgt spid="94"/>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95"/>
                                        </p:tgtEl>
                                        <p:attrNameLst>
                                          <p:attrName>style.visibility</p:attrName>
                                        </p:attrNameLst>
                                      </p:cBhvr>
                                      <p:to>
                                        <p:strVal val="visible"/>
                                      </p:to>
                                    </p:set>
                                    <p:animEffect transition="in" filter="fade">
                                      <p:cBhvr>
                                        <p:cTn id="53" dur="500"/>
                                        <p:tgtEl>
                                          <p:spTgt spid="95"/>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96"/>
                                        </p:tgtEl>
                                        <p:attrNameLst>
                                          <p:attrName>style.visibility</p:attrName>
                                        </p:attrNameLst>
                                      </p:cBhvr>
                                      <p:to>
                                        <p:strVal val="visible"/>
                                      </p:to>
                                    </p:set>
                                    <p:animEffect transition="in" filter="fade">
                                      <p:cBhvr>
                                        <p:cTn id="56" dur="500"/>
                                        <p:tgtEl>
                                          <p:spTgt spid="96"/>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97"/>
                                        </p:tgtEl>
                                        <p:attrNameLst>
                                          <p:attrName>style.visibility</p:attrName>
                                        </p:attrNameLst>
                                      </p:cBhvr>
                                      <p:to>
                                        <p:strVal val="visible"/>
                                      </p:to>
                                    </p:set>
                                    <p:animEffect transition="in" filter="fade">
                                      <p:cBhvr>
                                        <p:cTn id="59" dur="500"/>
                                        <p:tgtEl>
                                          <p:spTgt spid="97"/>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98"/>
                                        </p:tgtEl>
                                        <p:attrNameLst>
                                          <p:attrName>style.visibility</p:attrName>
                                        </p:attrNameLst>
                                      </p:cBhvr>
                                      <p:to>
                                        <p:strVal val="visible"/>
                                      </p:to>
                                    </p:set>
                                    <p:animEffect transition="in" filter="fade">
                                      <p:cBhvr>
                                        <p:cTn id="62" dur="500"/>
                                        <p:tgtEl>
                                          <p:spTgt spid="98"/>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99"/>
                                        </p:tgtEl>
                                        <p:attrNameLst>
                                          <p:attrName>style.visibility</p:attrName>
                                        </p:attrNameLst>
                                      </p:cBhvr>
                                      <p:to>
                                        <p:strVal val="visible"/>
                                      </p:to>
                                    </p:set>
                                    <p:animEffect transition="in" filter="fade">
                                      <p:cBhvr>
                                        <p:cTn id="65" dur="500"/>
                                        <p:tgtEl>
                                          <p:spTgt spid="99"/>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100"/>
                                        </p:tgtEl>
                                        <p:attrNameLst>
                                          <p:attrName>style.visibility</p:attrName>
                                        </p:attrNameLst>
                                      </p:cBhvr>
                                      <p:to>
                                        <p:strVal val="visible"/>
                                      </p:to>
                                    </p:set>
                                    <p:animEffect transition="in" filter="fade">
                                      <p:cBhvr>
                                        <p:cTn id="68" dur="500"/>
                                        <p:tgtEl>
                                          <p:spTgt spid="100"/>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101"/>
                                        </p:tgtEl>
                                        <p:attrNameLst>
                                          <p:attrName>style.visibility</p:attrName>
                                        </p:attrNameLst>
                                      </p:cBhvr>
                                      <p:to>
                                        <p:strVal val="visible"/>
                                      </p:to>
                                    </p:set>
                                    <p:animEffect transition="in" filter="fade">
                                      <p:cBhvr>
                                        <p:cTn id="71" dur="500"/>
                                        <p:tgtEl>
                                          <p:spTgt spid="1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animBg="1"/>
      <p:bldP spid="80" grpId="0" animBg="1"/>
      <p:bldP spid="81" grpId="0" animBg="1"/>
      <p:bldP spid="82" grpId="0" animBg="1"/>
      <p:bldP spid="83" grpId="0" animBg="1"/>
      <p:bldP spid="84" grpId="0" animBg="1"/>
      <p:bldP spid="88" grpId="0"/>
      <p:bldP spid="89" grpId="0"/>
      <p:bldP spid="90" grpId="0" animBg="1"/>
      <p:bldP spid="91" grpId="0" animBg="1"/>
      <p:bldP spid="92" grpId="0" animBg="1"/>
      <p:bldP spid="93" grpId="0" animBg="1"/>
      <p:bldP spid="94" grpId="0" animBg="1"/>
      <p:bldP spid="95" grpId="0" animBg="1"/>
      <p:bldP spid="96" grpId="0" animBg="1"/>
      <p:bldP spid="97" grpId="0" animBg="1"/>
      <p:bldP spid="98" grpId="0" animBg="1"/>
      <p:bldP spid="99" grpId="0" animBg="1"/>
      <p:bldP spid="100" grpId="0" animBg="1"/>
      <p:bldP spid="101"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79E9DA0C-4F6B-F3AD-7ECB-61DD8DB03796}"/>
            </a:ext>
          </a:extLst>
        </p:cNvPr>
        <p:cNvGrpSpPr/>
        <p:nvPr/>
      </p:nvGrpSpPr>
      <p:grpSpPr>
        <a:xfrm>
          <a:off x="0" y="0"/>
          <a:ext cx="0" cy="0"/>
          <a:chOff x="0" y="0"/>
          <a:chExt cx="0" cy="0"/>
        </a:xfrm>
      </p:grpSpPr>
      <p:pic>
        <p:nvPicPr>
          <p:cNvPr id="40" name="Picture 39">
            <a:extLst>
              <a:ext uri="{FF2B5EF4-FFF2-40B4-BE49-F238E27FC236}">
                <a16:creationId xmlns:a16="http://schemas.microsoft.com/office/drawing/2014/main" id="{B16F9AB6-D32B-AD93-25B8-1F74104FD8D5}"/>
              </a:ext>
            </a:extLst>
          </p:cNvPr>
          <p:cNvPicPr>
            <a:picLocks noChangeAspect="1"/>
          </p:cNvPicPr>
          <p:nvPr/>
        </p:nvPicPr>
        <p:blipFill>
          <a:blip r:embed="rId3"/>
          <a:stretch>
            <a:fillRect/>
          </a:stretch>
        </p:blipFill>
        <p:spPr>
          <a:xfrm>
            <a:off x="1956482" y="1032902"/>
            <a:ext cx="8274818" cy="4752000"/>
          </a:xfrm>
          <a:prstGeom prst="rect">
            <a:avLst/>
          </a:prstGeom>
        </p:spPr>
      </p:pic>
      <p:sp>
        <p:nvSpPr>
          <p:cNvPr id="12" name="Rounded Rectangle 49">
            <a:extLst>
              <a:ext uri="{FF2B5EF4-FFF2-40B4-BE49-F238E27FC236}">
                <a16:creationId xmlns:a16="http://schemas.microsoft.com/office/drawing/2014/main" id="{064F58CA-426B-57CD-71AD-4D642AD38867}"/>
              </a:ext>
            </a:extLst>
          </p:cNvPr>
          <p:cNvSpPr/>
          <p:nvPr/>
        </p:nvSpPr>
        <p:spPr>
          <a:xfrm>
            <a:off x="1998824" y="1081703"/>
            <a:ext cx="8194351" cy="4672223"/>
          </a:xfrm>
          <a:custGeom>
            <a:avLst/>
            <a:gdLst>
              <a:gd name="csX0" fmla="*/ 0 w 8194351"/>
              <a:gd name="csY0" fmla="*/ 596129 h 4672223"/>
              <a:gd name="csX1" fmla="*/ 596129 w 8194351"/>
              <a:gd name="csY1" fmla="*/ 0 h 4672223"/>
              <a:gd name="csX2" fmla="*/ 1302704 w 8194351"/>
              <a:gd name="csY2" fmla="*/ 0 h 4672223"/>
              <a:gd name="csX3" fmla="*/ 1799216 w 8194351"/>
              <a:gd name="csY3" fmla="*/ 0 h 4672223"/>
              <a:gd name="csX4" fmla="*/ 2575812 w 8194351"/>
              <a:gd name="csY4" fmla="*/ 0 h 4672223"/>
              <a:gd name="csX5" fmla="*/ 3212366 w 8194351"/>
              <a:gd name="csY5" fmla="*/ 0 h 4672223"/>
              <a:gd name="csX6" fmla="*/ 3988961 w 8194351"/>
              <a:gd name="csY6" fmla="*/ 0 h 4672223"/>
              <a:gd name="csX7" fmla="*/ 4695536 w 8194351"/>
              <a:gd name="csY7" fmla="*/ 0 h 4672223"/>
              <a:gd name="csX8" fmla="*/ 5262069 w 8194351"/>
              <a:gd name="csY8" fmla="*/ 0 h 4672223"/>
              <a:gd name="csX9" fmla="*/ 5968644 w 8194351"/>
              <a:gd name="csY9" fmla="*/ 0 h 4672223"/>
              <a:gd name="csX10" fmla="*/ 6465156 w 8194351"/>
              <a:gd name="csY10" fmla="*/ 0 h 4672223"/>
              <a:gd name="csX11" fmla="*/ 7598222 w 8194351"/>
              <a:gd name="csY11" fmla="*/ 0 h 4672223"/>
              <a:gd name="csX12" fmla="*/ 8194351 w 8194351"/>
              <a:gd name="csY12" fmla="*/ 596129 h 4672223"/>
              <a:gd name="csX13" fmla="*/ 8194351 w 8194351"/>
              <a:gd name="csY13" fmla="*/ 1326922 h 4672223"/>
              <a:gd name="csX14" fmla="*/ 8194351 w 8194351"/>
              <a:gd name="csY14" fmla="*/ 2092514 h 4672223"/>
              <a:gd name="csX15" fmla="*/ 8194351 w 8194351"/>
              <a:gd name="csY15" fmla="*/ 2753707 h 4672223"/>
              <a:gd name="csX16" fmla="*/ 8194351 w 8194351"/>
              <a:gd name="csY16" fmla="*/ 3380101 h 4672223"/>
              <a:gd name="csX17" fmla="*/ 8194351 w 8194351"/>
              <a:gd name="csY17" fmla="*/ 4076094 h 4672223"/>
              <a:gd name="csX18" fmla="*/ 7598222 w 8194351"/>
              <a:gd name="csY18" fmla="*/ 4672223 h 4672223"/>
              <a:gd name="csX19" fmla="*/ 6961668 w 8194351"/>
              <a:gd name="csY19" fmla="*/ 4672223 h 4672223"/>
              <a:gd name="csX20" fmla="*/ 6185072 w 8194351"/>
              <a:gd name="csY20" fmla="*/ 4672223 h 4672223"/>
              <a:gd name="csX21" fmla="*/ 5478497 w 8194351"/>
              <a:gd name="csY21" fmla="*/ 4672223 h 4672223"/>
              <a:gd name="csX22" fmla="*/ 4981985 w 8194351"/>
              <a:gd name="csY22" fmla="*/ 4672223 h 4672223"/>
              <a:gd name="csX23" fmla="*/ 4275411 w 8194351"/>
              <a:gd name="csY23" fmla="*/ 4672223 h 4672223"/>
              <a:gd name="csX24" fmla="*/ 3708878 w 8194351"/>
              <a:gd name="csY24" fmla="*/ 4672223 h 4672223"/>
              <a:gd name="csX25" fmla="*/ 3212366 w 8194351"/>
              <a:gd name="csY25" fmla="*/ 4672223 h 4672223"/>
              <a:gd name="csX26" fmla="*/ 2785874 w 8194351"/>
              <a:gd name="csY26" fmla="*/ 4672223 h 4672223"/>
              <a:gd name="csX27" fmla="*/ 2289362 w 8194351"/>
              <a:gd name="csY27" fmla="*/ 4672223 h 4672223"/>
              <a:gd name="csX28" fmla="*/ 1792850 w 8194351"/>
              <a:gd name="csY28" fmla="*/ 4672223 h 4672223"/>
              <a:gd name="csX29" fmla="*/ 1156296 w 8194351"/>
              <a:gd name="csY29" fmla="*/ 4672223 h 4672223"/>
              <a:gd name="csX30" fmla="*/ 596129 w 8194351"/>
              <a:gd name="csY30" fmla="*/ 4672223 h 4672223"/>
              <a:gd name="csX31" fmla="*/ 0 w 8194351"/>
              <a:gd name="csY31" fmla="*/ 4076094 h 4672223"/>
              <a:gd name="csX32" fmla="*/ 0 w 8194351"/>
              <a:gd name="csY32" fmla="*/ 3484500 h 4672223"/>
              <a:gd name="csX33" fmla="*/ 0 w 8194351"/>
              <a:gd name="csY33" fmla="*/ 2718908 h 4672223"/>
              <a:gd name="csX34" fmla="*/ 0 w 8194351"/>
              <a:gd name="csY34" fmla="*/ 2092514 h 4672223"/>
              <a:gd name="csX35" fmla="*/ 0 w 8194351"/>
              <a:gd name="csY35" fmla="*/ 1361721 h 4672223"/>
              <a:gd name="csX36" fmla="*/ 0 w 8194351"/>
              <a:gd name="csY36" fmla="*/ 596129 h 46722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Lst>
            <a:rect l="l" t="t" r="r" b="b"/>
            <a:pathLst>
              <a:path w="8194351" h="4672223" fill="none" extrusionOk="0">
                <a:moveTo>
                  <a:pt x="0" y="596129"/>
                </a:moveTo>
                <a:cubicBezTo>
                  <a:pt x="8523" y="268586"/>
                  <a:pt x="249150" y="11458"/>
                  <a:pt x="596129" y="0"/>
                </a:cubicBezTo>
                <a:cubicBezTo>
                  <a:pt x="863282" y="16049"/>
                  <a:pt x="998434" y="12025"/>
                  <a:pt x="1302704" y="0"/>
                </a:cubicBezTo>
                <a:cubicBezTo>
                  <a:pt x="1606975" y="-12025"/>
                  <a:pt x="1667326" y="19976"/>
                  <a:pt x="1799216" y="0"/>
                </a:cubicBezTo>
                <a:cubicBezTo>
                  <a:pt x="1931106" y="-19976"/>
                  <a:pt x="2266969" y="9501"/>
                  <a:pt x="2575812" y="0"/>
                </a:cubicBezTo>
                <a:cubicBezTo>
                  <a:pt x="2884655" y="-9501"/>
                  <a:pt x="2922047" y="-12946"/>
                  <a:pt x="3212366" y="0"/>
                </a:cubicBezTo>
                <a:cubicBezTo>
                  <a:pt x="3502685" y="12946"/>
                  <a:pt x="3743825" y="8759"/>
                  <a:pt x="3988961" y="0"/>
                </a:cubicBezTo>
                <a:cubicBezTo>
                  <a:pt x="4234097" y="-8759"/>
                  <a:pt x="4403527" y="-25612"/>
                  <a:pt x="4695536" y="0"/>
                </a:cubicBezTo>
                <a:cubicBezTo>
                  <a:pt x="4987546" y="25612"/>
                  <a:pt x="5023357" y="20719"/>
                  <a:pt x="5262069" y="0"/>
                </a:cubicBezTo>
                <a:cubicBezTo>
                  <a:pt x="5500781" y="-20719"/>
                  <a:pt x="5745363" y="7846"/>
                  <a:pt x="5968644" y="0"/>
                </a:cubicBezTo>
                <a:cubicBezTo>
                  <a:pt x="6191925" y="-7846"/>
                  <a:pt x="6340004" y="24311"/>
                  <a:pt x="6465156" y="0"/>
                </a:cubicBezTo>
                <a:cubicBezTo>
                  <a:pt x="6590308" y="-24311"/>
                  <a:pt x="7085976" y="47181"/>
                  <a:pt x="7598222" y="0"/>
                </a:cubicBezTo>
                <a:cubicBezTo>
                  <a:pt x="7994700" y="23068"/>
                  <a:pt x="8172830" y="224188"/>
                  <a:pt x="8194351" y="596129"/>
                </a:cubicBezTo>
                <a:cubicBezTo>
                  <a:pt x="8163147" y="777761"/>
                  <a:pt x="8181267" y="1097396"/>
                  <a:pt x="8194351" y="1326922"/>
                </a:cubicBezTo>
                <a:cubicBezTo>
                  <a:pt x="8207435" y="1556448"/>
                  <a:pt x="8210706" y="1936442"/>
                  <a:pt x="8194351" y="2092514"/>
                </a:cubicBezTo>
                <a:cubicBezTo>
                  <a:pt x="8177996" y="2248586"/>
                  <a:pt x="8185629" y="2434004"/>
                  <a:pt x="8194351" y="2753707"/>
                </a:cubicBezTo>
                <a:cubicBezTo>
                  <a:pt x="8203073" y="3073410"/>
                  <a:pt x="8164518" y="3254450"/>
                  <a:pt x="8194351" y="3380101"/>
                </a:cubicBezTo>
                <a:cubicBezTo>
                  <a:pt x="8224184" y="3505752"/>
                  <a:pt x="8165550" y="3855497"/>
                  <a:pt x="8194351" y="4076094"/>
                </a:cubicBezTo>
                <a:cubicBezTo>
                  <a:pt x="8142095" y="4423658"/>
                  <a:pt x="7927087" y="4653867"/>
                  <a:pt x="7598222" y="4672223"/>
                </a:cubicBezTo>
                <a:cubicBezTo>
                  <a:pt x="7361529" y="4678569"/>
                  <a:pt x="7147314" y="4645344"/>
                  <a:pt x="6961668" y="4672223"/>
                </a:cubicBezTo>
                <a:cubicBezTo>
                  <a:pt x="6776022" y="4699102"/>
                  <a:pt x="6419121" y="4671602"/>
                  <a:pt x="6185072" y="4672223"/>
                </a:cubicBezTo>
                <a:cubicBezTo>
                  <a:pt x="5951023" y="4672844"/>
                  <a:pt x="5672231" y="4694566"/>
                  <a:pt x="5478497" y="4672223"/>
                </a:cubicBezTo>
                <a:cubicBezTo>
                  <a:pt x="5284763" y="4649880"/>
                  <a:pt x="5098089" y="4678911"/>
                  <a:pt x="4981985" y="4672223"/>
                </a:cubicBezTo>
                <a:cubicBezTo>
                  <a:pt x="4865881" y="4665535"/>
                  <a:pt x="4439683" y="4665268"/>
                  <a:pt x="4275411" y="4672223"/>
                </a:cubicBezTo>
                <a:cubicBezTo>
                  <a:pt x="4111139" y="4679178"/>
                  <a:pt x="3984505" y="4680119"/>
                  <a:pt x="3708878" y="4672223"/>
                </a:cubicBezTo>
                <a:cubicBezTo>
                  <a:pt x="3433251" y="4664327"/>
                  <a:pt x="3451333" y="4653086"/>
                  <a:pt x="3212366" y="4672223"/>
                </a:cubicBezTo>
                <a:cubicBezTo>
                  <a:pt x="2973399" y="4691360"/>
                  <a:pt x="2926525" y="4664894"/>
                  <a:pt x="2785874" y="4672223"/>
                </a:cubicBezTo>
                <a:cubicBezTo>
                  <a:pt x="2645223" y="4679552"/>
                  <a:pt x="2413116" y="4648355"/>
                  <a:pt x="2289362" y="4672223"/>
                </a:cubicBezTo>
                <a:cubicBezTo>
                  <a:pt x="2165608" y="4696091"/>
                  <a:pt x="1898431" y="4682868"/>
                  <a:pt x="1792850" y="4672223"/>
                </a:cubicBezTo>
                <a:cubicBezTo>
                  <a:pt x="1687269" y="4661578"/>
                  <a:pt x="1302064" y="4677010"/>
                  <a:pt x="1156296" y="4672223"/>
                </a:cubicBezTo>
                <a:cubicBezTo>
                  <a:pt x="1010528" y="4667436"/>
                  <a:pt x="723583" y="4655247"/>
                  <a:pt x="596129" y="4672223"/>
                </a:cubicBezTo>
                <a:cubicBezTo>
                  <a:pt x="315979" y="4626272"/>
                  <a:pt x="11122" y="4406011"/>
                  <a:pt x="0" y="4076094"/>
                </a:cubicBezTo>
                <a:cubicBezTo>
                  <a:pt x="15442" y="3855210"/>
                  <a:pt x="21172" y="3677718"/>
                  <a:pt x="0" y="3484500"/>
                </a:cubicBezTo>
                <a:cubicBezTo>
                  <a:pt x="-21172" y="3291282"/>
                  <a:pt x="19335" y="2900094"/>
                  <a:pt x="0" y="2718908"/>
                </a:cubicBezTo>
                <a:cubicBezTo>
                  <a:pt x="-19335" y="2537722"/>
                  <a:pt x="-17853" y="2272494"/>
                  <a:pt x="0" y="2092514"/>
                </a:cubicBezTo>
                <a:cubicBezTo>
                  <a:pt x="17853" y="1912534"/>
                  <a:pt x="-22250" y="1524621"/>
                  <a:pt x="0" y="1361721"/>
                </a:cubicBezTo>
                <a:cubicBezTo>
                  <a:pt x="22250" y="1198821"/>
                  <a:pt x="-8792" y="842768"/>
                  <a:pt x="0" y="596129"/>
                </a:cubicBezTo>
                <a:close/>
              </a:path>
              <a:path w="8194351" h="4672223" stroke="0" extrusionOk="0">
                <a:moveTo>
                  <a:pt x="0" y="596129"/>
                </a:moveTo>
                <a:cubicBezTo>
                  <a:pt x="-51234" y="235294"/>
                  <a:pt x="245355" y="8085"/>
                  <a:pt x="596129" y="0"/>
                </a:cubicBezTo>
                <a:cubicBezTo>
                  <a:pt x="899207" y="6640"/>
                  <a:pt x="1092431" y="-18479"/>
                  <a:pt x="1372725" y="0"/>
                </a:cubicBezTo>
                <a:cubicBezTo>
                  <a:pt x="1653019" y="18479"/>
                  <a:pt x="1817396" y="22692"/>
                  <a:pt x="1939258" y="0"/>
                </a:cubicBezTo>
                <a:cubicBezTo>
                  <a:pt x="2061120" y="-22692"/>
                  <a:pt x="2301550" y="5869"/>
                  <a:pt x="2435770" y="0"/>
                </a:cubicBezTo>
                <a:cubicBezTo>
                  <a:pt x="2569990" y="-5869"/>
                  <a:pt x="2913354" y="-19262"/>
                  <a:pt x="3142345" y="0"/>
                </a:cubicBezTo>
                <a:cubicBezTo>
                  <a:pt x="3371337" y="19262"/>
                  <a:pt x="3574261" y="-25231"/>
                  <a:pt x="3708878" y="0"/>
                </a:cubicBezTo>
                <a:cubicBezTo>
                  <a:pt x="3843495" y="25231"/>
                  <a:pt x="4259655" y="4767"/>
                  <a:pt x="4485473" y="0"/>
                </a:cubicBezTo>
                <a:cubicBezTo>
                  <a:pt x="4711291" y="-4767"/>
                  <a:pt x="4773310" y="11725"/>
                  <a:pt x="4981985" y="0"/>
                </a:cubicBezTo>
                <a:cubicBezTo>
                  <a:pt x="5190660" y="-11725"/>
                  <a:pt x="5570863" y="38386"/>
                  <a:pt x="5758581" y="0"/>
                </a:cubicBezTo>
                <a:cubicBezTo>
                  <a:pt x="5946299" y="-38386"/>
                  <a:pt x="6037286" y="4750"/>
                  <a:pt x="6185072" y="0"/>
                </a:cubicBezTo>
                <a:cubicBezTo>
                  <a:pt x="6332858" y="-4750"/>
                  <a:pt x="6522116" y="1086"/>
                  <a:pt x="6821626" y="0"/>
                </a:cubicBezTo>
                <a:cubicBezTo>
                  <a:pt x="7121136" y="-1086"/>
                  <a:pt x="7312742" y="-33345"/>
                  <a:pt x="7598222" y="0"/>
                </a:cubicBezTo>
                <a:cubicBezTo>
                  <a:pt x="7953664" y="-25899"/>
                  <a:pt x="8258068" y="225811"/>
                  <a:pt x="8194351" y="596129"/>
                </a:cubicBezTo>
                <a:cubicBezTo>
                  <a:pt x="8175743" y="841510"/>
                  <a:pt x="8207199" y="972293"/>
                  <a:pt x="8194351" y="1292122"/>
                </a:cubicBezTo>
                <a:cubicBezTo>
                  <a:pt x="8181503" y="1611951"/>
                  <a:pt x="8166751" y="1668195"/>
                  <a:pt x="8194351" y="1918516"/>
                </a:cubicBezTo>
                <a:cubicBezTo>
                  <a:pt x="8221951" y="2168837"/>
                  <a:pt x="8159974" y="2338991"/>
                  <a:pt x="8194351" y="2614509"/>
                </a:cubicBezTo>
                <a:cubicBezTo>
                  <a:pt x="8228728" y="2890027"/>
                  <a:pt x="8170299" y="3202103"/>
                  <a:pt x="8194351" y="3380101"/>
                </a:cubicBezTo>
                <a:cubicBezTo>
                  <a:pt x="8218403" y="3558099"/>
                  <a:pt x="8178601" y="3769798"/>
                  <a:pt x="8194351" y="4076094"/>
                </a:cubicBezTo>
                <a:cubicBezTo>
                  <a:pt x="8186398" y="4419547"/>
                  <a:pt x="7943991" y="4684510"/>
                  <a:pt x="7598222" y="4672223"/>
                </a:cubicBezTo>
                <a:cubicBezTo>
                  <a:pt x="7387758" y="4685020"/>
                  <a:pt x="7269690" y="4676962"/>
                  <a:pt x="7101710" y="4672223"/>
                </a:cubicBezTo>
                <a:cubicBezTo>
                  <a:pt x="6933730" y="4667484"/>
                  <a:pt x="6667119" y="4649749"/>
                  <a:pt x="6465156" y="4672223"/>
                </a:cubicBezTo>
                <a:cubicBezTo>
                  <a:pt x="6263193" y="4694697"/>
                  <a:pt x="6108011" y="4679913"/>
                  <a:pt x="5968644" y="4672223"/>
                </a:cubicBezTo>
                <a:cubicBezTo>
                  <a:pt x="5829277" y="4664533"/>
                  <a:pt x="5557134" y="4645176"/>
                  <a:pt x="5332090" y="4672223"/>
                </a:cubicBezTo>
                <a:cubicBezTo>
                  <a:pt x="5107046" y="4699270"/>
                  <a:pt x="5063117" y="4670555"/>
                  <a:pt x="4905599" y="4672223"/>
                </a:cubicBezTo>
                <a:cubicBezTo>
                  <a:pt x="4748081" y="4673891"/>
                  <a:pt x="4575175" y="4674157"/>
                  <a:pt x="4479108" y="4672223"/>
                </a:cubicBezTo>
                <a:cubicBezTo>
                  <a:pt x="4383041" y="4670289"/>
                  <a:pt x="4076905" y="4690379"/>
                  <a:pt x="3842554" y="4672223"/>
                </a:cubicBezTo>
                <a:cubicBezTo>
                  <a:pt x="3608203" y="4654067"/>
                  <a:pt x="3562915" y="4687176"/>
                  <a:pt x="3346042" y="4672223"/>
                </a:cubicBezTo>
                <a:cubicBezTo>
                  <a:pt x="3129169" y="4657270"/>
                  <a:pt x="2969711" y="4695596"/>
                  <a:pt x="2639467" y="4672223"/>
                </a:cubicBezTo>
                <a:cubicBezTo>
                  <a:pt x="2309223" y="4648850"/>
                  <a:pt x="2342001" y="4667506"/>
                  <a:pt x="2142955" y="4672223"/>
                </a:cubicBezTo>
                <a:cubicBezTo>
                  <a:pt x="1943909" y="4676940"/>
                  <a:pt x="1776947" y="4667541"/>
                  <a:pt x="1436380" y="4672223"/>
                </a:cubicBezTo>
                <a:cubicBezTo>
                  <a:pt x="1095813" y="4676905"/>
                  <a:pt x="1012389" y="4633621"/>
                  <a:pt x="596129" y="4672223"/>
                </a:cubicBezTo>
                <a:cubicBezTo>
                  <a:pt x="286568" y="4638069"/>
                  <a:pt x="-25015" y="4395738"/>
                  <a:pt x="0" y="4076094"/>
                </a:cubicBezTo>
                <a:cubicBezTo>
                  <a:pt x="1718" y="3814666"/>
                  <a:pt x="23728" y="3703373"/>
                  <a:pt x="0" y="3414901"/>
                </a:cubicBezTo>
                <a:cubicBezTo>
                  <a:pt x="-23728" y="3126429"/>
                  <a:pt x="-1348" y="3051391"/>
                  <a:pt x="0" y="2788507"/>
                </a:cubicBezTo>
                <a:cubicBezTo>
                  <a:pt x="1348" y="2525623"/>
                  <a:pt x="-20226" y="2252383"/>
                  <a:pt x="0" y="2057714"/>
                </a:cubicBezTo>
                <a:cubicBezTo>
                  <a:pt x="20226" y="1863045"/>
                  <a:pt x="-8594" y="1672578"/>
                  <a:pt x="0" y="1431321"/>
                </a:cubicBezTo>
                <a:cubicBezTo>
                  <a:pt x="8594" y="1190064"/>
                  <a:pt x="-1152" y="836502"/>
                  <a:pt x="0" y="596129"/>
                </a:cubicBezTo>
                <a:close/>
              </a:path>
            </a:pathLst>
          </a:custGeom>
          <a:solidFill>
            <a:srgbClr val="156082"/>
          </a:solidFill>
          <a:ln w="63500">
            <a:solidFill>
              <a:srgbClr val="156082"/>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solidFill>
                <a:srgbClr val="29AFB4"/>
              </a:solidFill>
            </a:endParaRPr>
          </a:p>
        </p:txBody>
      </p:sp>
      <p:sp>
        <p:nvSpPr>
          <p:cNvPr id="37" name="!!Textfeld 98">
            <a:extLst>
              <a:ext uri="{FF2B5EF4-FFF2-40B4-BE49-F238E27FC236}">
                <a16:creationId xmlns:a16="http://schemas.microsoft.com/office/drawing/2014/main" id="{485FAC7F-38A5-844E-0224-3563E349C5BA}"/>
              </a:ext>
            </a:extLst>
          </p:cNvPr>
          <p:cNvSpPr txBox="1"/>
          <p:nvPr/>
        </p:nvSpPr>
        <p:spPr>
          <a:xfrm>
            <a:off x="546826" y="174874"/>
            <a:ext cx="8471042"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Evaluating the </a:t>
            </a:r>
            <a:r>
              <a:rPr lang="en-US" sz="3500" b="1" dirty="0">
                <a:solidFill>
                  <a:srgbClr val="F6C96B"/>
                </a:solidFill>
                <a:latin typeface="Calibri" panose="020F0502020204030204" pitchFamily="34" charset="0"/>
                <a:cs typeface="Calibri" panose="020F0502020204030204" pitchFamily="34" charset="0"/>
              </a:rPr>
              <a:t>Preference Shift</a:t>
            </a:r>
            <a:endParaRPr lang="en-US" sz="3500" b="1" dirty="0">
              <a:solidFill>
                <a:schemeClr val="bg1"/>
              </a:solidFill>
              <a:latin typeface="Calibri" panose="020F0502020204030204" pitchFamily="34" charset="0"/>
              <a:cs typeface="Calibri" panose="020F0502020204030204" pitchFamily="34" charset="0"/>
            </a:endParaRPr>
          </a:p>
        </p:txBody>
      </p:sp>
      <p:sp>
        <p:nvSpPr>
          <p:cNvPr id="16" name="Rechteck 96">
            <a:extLst>
              <a:ext uri="{FF2B5EF4-FFF2-40B4-BE49-F238E27FC236}">
                <a16:creationId xmlns:a16="http://schemas.microsoft.com/office/drawing/2014/main" id="{02D57783-991E-887F-72FC-03D6BBB3301B}"/>
              </a:ext>
            </a:extLst>
          </p:cNvPr>
          <p:cNvSpPr/>
          <p:nvPr/>
        </p:nvSpPr>
        <p:spPr>
          <a:xfrm>
            <a:off x="8546550" y="2560673"/>
            <a:ext cx="908296" cy="1895864"/>
          </a:xfrm>
          <a:prstGeom prst="rect">
            <a:avLst/>
          </a:prstGeom>
          <a:solidFill>
            <a:srgbClr val="ED017D"/>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017D"/>
              </a:solidFill>
            </a:endParaRPr>
          </a:p>
        </p:txBody>
      </p:sp>
      <p:sp>
        <p:nvSpPr>
          <p:cNvPr id="17" name="Textfeld 98">
            <a:extLst>
              <a:ext uri="{FF2B5EF4-FFF2-40B4-BE49-F238E27FC236}">
                <a16:creationId xmlns:a16="http://schemas.microsoft.com/office/drawing/2014/main" id="{4E2D3E58-D1E2-E174-4B5F-2C049ED8E061}"/>
              </a:ext>
            </a:extLst>
          </p:cNvPr>
          <p:cNvSpPr txBox="1"/>
          <p:nvPr/>
        </p:nvSpPr>
        <p:spPr>
          <a:xfrm>
            <a:off x="7858305" y="4890747"/>
            <a:ext cx="2334870" cy="553998"/>
          </a:xfrm>
          <a:prstGeom prst="rect">
            <a:avLst/>
          </a:prstGeom>
          <a:noFill/>
        </p:spPr>
        <p:txBody>
          <a:bodyPr wrap="square" rtlCol="0">
            <a:spAutoFit/>
          </a:bodyPr>
          <a:lstStyle/>
          <a:p>
            <a:pPr algn="ctr"/>
            <a:r>
              <a:rPr lang="en-US" sz="3000" b="1" dirty="0">
                <a:solidFill>
                  <a:srgbClr val="ED017D"/>
                </a:solidFill>
                <a:latin typeface="Calibri" panose="020F0502020204030204" pitchFamily="34" charset="0"/>
                <a:cs typeface="Calibri" panose="020F0502020204030204" pitchFamily="34" charset="0"/>
              </a:rPr>
              <a:t>Relational</a:t>
            </a:r>
          </a:p>
        </p:txBody>
      </p:sp>
      <p:sp>
        <p:nvSpPr>
          <p:cNvPr id="18" name="!!Rectangle 57">
            <a:extLst>
              <a:ext uri="{FF2B5EF4-FFF2-40B4-BE49-F238E27FC236}">
                <a16:creationId xmlns:a16="http://schemas.microsoft.com/office/drawing/2014/main" id="{E8FDFDDF-84D1-6051-2C79-4B8C9CC1E198}"/>
              </a:ext>
            </a:extLst>
          </p:cNvPr>
          <p:cNvSpPr/>
          <p:nvPr/>
        </p:nvSpPr>
        <p:spPr>
          <a:xfrm rot="5400000" flipV="1">
            <a:off x="8818393" y="4681143"/>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9" name="!!Rectangle 44">
            <a:extLst>
              <a:ext uri="{FF2B5EF4-FFF2-40B4-BE49-F238E27FC236}">
                <a16:creationId xmlns:a16="http://schemas.microsoft.com/office/drawing/2014/main" id="{D25A466F-9F37-847F-64AB-0B10BFEA5AD3}"/>
              </a:ext>
            </a:extLst>
          </p:cNvPr>
          <p:cNvSpPr/>
          <p:nvPr/>
        </p:nvSpPr>
        <p:spPr>
          <a:xfrm>
            <a:off x="2718499" y="4466183"/>
            <a:ext cx="5364000" cy="18166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0" name="Rechteck 96">
            <a:extLst>
              <a:ext uri="{FF2B5EF4-FFF2-40B4-BE49-F238E27FC236}">
                <a16:creationId xmlns:a16="http://schemas.microsoft.com/office/drawing/2014/main" id="{23B634C0-DA33-45D0-6B3F-C4C5605BF4CC}"/>
              </a:ext>
            </a:extLst>
          </p:cNvPr>
          <p:cNvSpPr/>
          <p:nvPr/>
        </p:nvSpPr>
        <p:spPr>
          <a:xfrm>
            <a:off x="3291012" y="3694072"/>
            <a:ext cx="908295" cy="773276"/>
          </a:xfrm>
          <a:prstGeom prst="rect">
            <a:avLst/>
          </a:prstGeom>
          <a:solidFill>
            <a:schemeClr val="bg2">
              <a:lumMod val="75000"/>
            </a:schemeClr>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feld 97">
            <a:extLst>
              <a:ext uri="{FF2B5EF4-FFF2-40B4-BE49-F238E27FC236}">
                <a16:creationId xmlns:a16="http://schemas.microsoft.com/office/drawing/2014/main" id="{72CD6FC3-CC92-315A-82FD-FF3ECCC0F520}"/>
              </a:ext>
            </a:extLst>
          </p:cNvPr>
          <p:cNvSpPr txBox="1"/>
          <p:nvPr/>
        </p:nvSpPr>
        <p:spPr>
          <a:xfrm rot="16200000">
            <a:off x="350523" y="2834954"/>
            <a:ext cx="3915236" cy="477054"/>
          </a:xfrm>
          <a:prstGeom prst="rect">
            <a:avLst/>
          </a:prstGeom>
          <a:noFill/>
        </p:spPr>
        <p:txBody>
          <a:bodyPr wrap="square" rtlCol="0">
            <a:spAutoFit/>
          </a:bodyPr>
          <a:lstStyle/>
          <a:p>
            <a:pPr algn="ctr"/>
            <a:r>
              <a:rPr lang="en-US" sz="2500" b="1" dirty="0">
                <a:solidFill>
                  <a:schemeClr val="bg1"/>
                </a:solidFill>
                <a:latin typeface="Calibri" panose="020F0502020204030204" pitchFamily="34" charset="0"/>
                <a:cs typeface="Calibri" panose="020F0502020204030204" pitchFamily="34" charset="0"/>
              </a:rPr>
              <a:t>P(rule-violating action)</a:t>
            </a:r>
          </a:p>
        </p:txBody>
      </p:sp>
      <p:sp>
        <p:nvSpPr>
          <p:cNvPr id="22" name="Down Arrow 21">
            <a:extLst>
              <a:ext uri="{FF2B5EF4-FFF2-40B4-BE49-F238E27FC236}">
                <a16:creationId xmlns:a16="http://schemas.microsoft.com/office/drawing/2014/main" id="{D07064EC-25FB-0D94-1C65-E69EADF75DF2}"/>
              </a:ext>
            </a:extLst>
          </p:cNvPr>
          <p:cNvSpPr/>
          <p:nvPr/>
        </p:nvSpPr>
        <p:spPr>
          <a:xfrm rot="10800000">
            <a:off x="2672331" y="1471857"/>
            <a:ext cx="223888" cy="2988000"/>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 name="!!Rectangle 55">
            <a:extLst>
              <a:ext uri="{FF2B5EF4-FFF2-40B4-BE49-F238E27FC236}">
                <a16:creationId xmlns:a16="http://schemas.microsoft.com/office/drawing/2014/main" id="{6EE55B21-B6D8-D620-7180-8DDFE14C30E4}"/>
              </a:ext>
            </a:extLst>
          </p:cNvPr>
          <p:cNvSpPr/>
          <p:nvPr/>
        </p:nvSpPr>
        <p:spPr>
          <a:xfrm rot="5400000" flipV="1">
            <a:off x="3554875" y="4695117"/>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4" name="Textfeld 98">
            <a:extLst>
              <a:ext uri="{FF2B5EF4-FFF2-40B4-BE49-F238E27FC236}">
                <a16:creationId xmlns:a16="http://schemas.microsoft.com/office/drawing/2014/main" id="{5ED743AF-6C0D-DCA3-0C92-3F6421FBFED1}"/>
              </a:ext>
            </a:extLst>
          </p:cNvPr>
          <p:cNvSpPr txBox="1"/>
          <p:nvPr/>
        </p:nvSpPr>
        <p:spPr>
          <a:xfrm>
            <a:off x="3161189" y="4890747"/>
            <a:ext cx="1188146" cy="553998"/>
          </a:xfrm>
          <a:prstGeom prst="rect">
            <a:avLst/>
          </a:prstGeom>
          <a:noFill/>
        </p:spPr>
        <p:txBody>
          <a:bodyPr wrap="square" rtlCol="0">
            <a:spAutoFit/>
          </a:bodyPr>
          <a:lstStyle/>
          <a:p>
            <a:pPr algn="ctr"/>
            <a:r>
              <a:rPr lang="en-US" sz="3000" b="1" dirty="0">
                <a:solidFill>
                  <a:schemeClr val="bg1"/>
                </a:solidFill>
                <a:latin typeface="Calibri" panose="020F0502020204030204" pitchFamily="34" charset="0"/>
                <a:cs typeface="Calibri" panose="020F0502020204030204" pitchFamily="34" charset="0"/>
              </a:rPr>
              <a:t>Base</a:t>
            </a:r>
          </a:p>
        </p:txBody>
      </p:sp>
      <p:sp>
        <p:nvSpPr>
          <p:cNvPr id="25" name="Rechteck 96">
            <a:extLst>
              <a:ext uri="{FF2B5EF4-FFF2-40B4-BE49-F238E27FC236}">
                <a16:creationId xmlns:a16="http://schemas.microsoft.com/office/drawing/2014/main" id="{550AE7EC-AC65-D7C6-5E1F-1B038165D16B}"/>
              </a:ext>
            </a:extLst>
          </p:cNvPr>
          <p:cNvSpPr/>
          <p:nvPr/>
        </p:nvSpPr>
        <p:spPr>
          <a:xfrm>
            <a:off x="8546549" y="3694072"/>
            <a:ext cx="908293" cy="762464"/>
          </a:xfrm>
          <a:prstGeom prst="rect">
            <a:avLst/>
          </a:prstGeom>
          <a:pattFill prst="wdDnDiag">
            <a:fgClr>
              <a:srgbClr val="AEAEAE"/>
            </a:fgClr>
            <a:bgClr>
              <a:srgbClr val="ED017D"/>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Textfeld 98">
            <a:extLst>
              <a:ext uri="{FF2B5EF4-FFF2-40B4-BE49-F238E27FC236}">
                <a16:creationId xmlns:a16="http://schemas.microsoft.com/office/drawing/2014/main" id="{BAD4BA81-6F29-72C9-C672-0F7F1B49341D}"/>
              </a:ext>
            </a:extLst>
          </p:cNvPr>
          <p:cNvSpPr txBox="1"/>
          <p:nvPr/>
        </p:nvSpPr>
        <p:spPr>
          <a:xfrm rot="16200000">
            <a:off x="3898713" y="2718484"/>
            <a:ext cx="1272097" cy="477054"/>
          </a:xfrm>
          <a:prstGeom prst="rect">
            <a:avLst/>
          </a:prstGeom>
          <a:noFill/>
        </p:spPr>
        <p:txBody>
          <a:bodyPr wrap="square" rtlCol="0">
            <a:spAutoFit/>
          </a:bodyPr>
          <a:lstStyle/>
          <a:p>
            <a:pPr algn="ctr"/>
            <a:r>
              <a:rPr lang="en-US" sz="2500" b="1" dirty="0">
                <a:solidFill>
                  <a:srgbClr val="F6C96B"/>
                </a:solidFill>
                <a:latin typeface="Calibri" panose="020F0502020204030204" pitchFamily="34" charset="0"/>
                <a:cs typeface="Calibri" panose="020F0502020204030204" pitchFamily="34" charset="0"/>
              </a:rPr>
              <a:t>CPS</a:t>
            </a:r>
            <a:r>
              <a:rPr lang="en-US" sz="2500" b="1" baseline="30000" dirty="0">
                <a:solidFill>
                  <a:srgbClr val="29AFB4"/>
                </a:solidFill>
                <a:latin typeface="Calibri" panose="020F0502020204030204" pitchFamily="34" charset="0"/>
                <a:cs typeface="Calibri" panose="020F0502020204030204" pitchFamily="34" charset="0"/>
              </a:rPr>
              <a:t>C</a:t>
            </a:r>
            <a:endParaRPr lang="en-US" sz="2500" b="1" dirty="0">
              <a:solidFill>
                <a:srgbClr val="29AFB4"/>
              </a:solidFill>
              <a:latin typeface="Calibri" panose="020F0502020204030204" pitchFamily="34" charset="0"/>
              <a:cs typeface="Calibri" panose="020F0502020204030204" pitchFamily="34" charset="0"/>
            </a:endParaRPr>
          </a:p>
        </p:txBody>
      </p:sp>
      <p:sp>
        <p:nvSpPr>
          <p:cNvPr id="29" name="!!Rectangle 53">
            <a:extLst>
              <a:ext uri="{FF2B5EF4-FFF2-40B4-BE49-F238E27FC236}">
                <a16:creationId xmlns:a16="http://schemas.microsoft.com/office/drawing/2014/main" id="{6E97F4D9-0361-924C-7480-D5584BA62802}"/>
              </a:ext>
            </a:extLst>
          </p:cNvPr>
          <p:cNvSpPr/>
          <p:nvPr/>
        </p:nvSpPr>
        <p:spPr>
          <a:xfrm>
            <a:off x="2722781" y="4465705"/>
            <a:ext cx="7236000" cy="18846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0" name="Rechteck 96">
            <a:extLst>
              <a:ext uri="{FF2B5EF4-FFF2-40B4-BE49-F238E27FC236}">
                <a16:creationId xmlns:a16="http://schemas.microsoft.com/office/drawing/2014/main" id="{0BFDF2F1-8D9F-67DF-E81A-F770E67E0747}"/>
              </a:ext>
            </a:extLst>
          </p:cNvPr>
          <p:cNvSpPr/>
          <p:nvPr/>
        </p:nvSpPr>
        <p:spPr>
          <a:xfrm>
            <a:off x="6703849" y="2991061"/>
            <a:ext cx="908296" cy="1465475"/>
          </a:xfrm>
          <a:prstGeom prst="rect">
            <a:avLst/>
          </a:prstGeom>
          <a:solidFill>
            <a:srgbClr val="F38139"/>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017D"/>
              </a:solidFill>
            </a:endParaRPr>
          </a:p>
        </p:txBody>
      </p:sp>
      <p:sp>
        <p:nvSpPr>
          <p:cNvPr id="31" name="Textfeld 98">
            <a:extLst>
              <a:ext uri="{FF2B5EF4-FFF2-40B4-BE49-F238E27FC236}">
                <a16:creationId xmlns:a16="http://schemas.microsoft.com/office/drawing/2014/main" id="{5AFDDF74-8DA4-2BCB-48FB-719FCA7C4ABE}"/>
              </a:ext>
            </a:extLst>
          </p:cNvPr>
          <p:cNvSpPr txBox="1"/>
          <p:nvPr/>
        </p:nvSpPr>
        <p:spPr>
          <a:xfrm>
            <a:off x="5986426" y="4890747"/>
            <a:ext cx="2363147" cy="553998"/>
          </a:xfrm>
          <a:prstGeom prst="rect">
            <a:avLst/>
          </a:prstGeom>
          <a:noFill/>
        </p:spPr>
        <p:txBody>
          <a:bodyPr wrap="square" rtlCol="0">
            <a:spAutoFit/>
          </a:bodyPr>
          <a:lstStyle/>
          <a:p>
            <a:pPr algn="ctr"/>
            <a:r>
              <a:rPr lang="en-US" sz="3000" b="1" dirty="0">
                <a:solidFill>
                  <a:srgbClr val="F38139"/>
                </a:solidFill>
                <a:latin typeface="Calibri" panose="020F0502020204030204" pitchFamily="34" charset="0"/>
                <a:cs typeface="Calibri" panose="020F0502020204030204" pitchFamily="34" charset="0"/>
              </a:rPr>
              <a:t>Emotional</a:t>
            </a:r>
          </a:p>
        </p:txBody>
      </p:sp>
      <p:sp>
        <p:nvSpPr>
          <p:cNvPr id="32" name="!!Rectangle 57">
            <a:extLst>
              <a:ext uri="{FF2B5EF4-FFF2-40B4-BE49-F238E27FC236}">
                <a16:creationId xmlns:a16="http://schemas.microsoft.com/office/drawing/2014/main" id="{C05452A7-852E-2C36-017B-5913B9B5A34B}"/>
              </a:ext>
            </a:extLst>
          </p:cNvPr>
          <p:cNvSpPr/>
          <p:nvPr/>
        </p:nvSpPr>
        <p:spPr>
          <a:xfrm rot="5400000" flipV="1">
            <a:off x="6960650" y="4681143"/>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Rechteck 96">
            <a:extLst>
              <a:ext uri="{FF2B5EF4-FFF2-40B4-BE49-F238E27FC236}">
                <a16:creationId xmlns:a16="http://schemas.microsoft.com/office/drawing/2014/main" id="{E6BC7C73-980C-F408-95F9-CE218F35F817}"/>
              </a:ext>
            </a:extLst>
          </p:cNvPr>
          <p:cNvSpPr/>
          <p:nvPr/>
        </p:nvSpPr>
        <p:spPr>
          <a:xfrm>
            <a:off x="6703848" y="3694072"/>
            <a:ext cx="908293" cy="762464"/>
          </a:xfrm>
          <a:prstGeom prst="rect">
            <a:avLst/>
          </a:prstGeom>
          <a:pattFill prst="wdDnDiag">
            <a:fgClr>
              <a:srgbClr val="AEAEAE"/>
            </a:fgClr>
            <a:bgClr>
              <a:srgbClr val="F38139"/>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hteck 96">
            <a:extLst>
              <a:ext uri="{FF2B5EF4-FFF2-40B4-BE49-F238E27FC236}">
                <a16:creationId xmlns:a16="http://schemas.microsoft.com/office/drawing/2014/main" id="{F9303949-B6AF-AED8-9623-156E5197E640}"/>
              </a:ext>
            </a:extLst>
          </p:cNvPr>
          <p:cNvSpPr/>
          <p:nvPr/>
        </p:nvSpPr>
        <p:spPr>
          <a:xfrm>
            <a:off x="4932792" y="2351547"/>
            <a:ext cx="908296" cy="2104990"/>
          </a:xfrm>
          <a:prstGeom prst="rect">
            <a:avLst/>
          </a:prstGeom>
          <a:solidFill>
            <a:srgbClr val="29AFB4"/>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rgbClr val="ED017D"/>
              </a:solidFill>
            </a:endParaRPr>
          </a:p>
        </p:txBody>
      </p:sp>
      <p:sp>
        <p:nvSpPr>
          <p:cNvPr id="35" name="Textfeld 98">
            <a:extLst>
              <a:ext uri="{FF2B5EF4-FFF2-40B4-BE49-F238E27FC236}">
                <a16:creationId xmlns:a16="http://schemas.microsoft.com/office/drawing/2014/main" id="{3F93AD1E-FA65-DE5C-50CB-296EA176F5C6}"/>
              </a:ext>
            </a:extLst>
          </p:cNvPr>
          <p:cNvSpPr txBox="1"/>
          <p:nvPr/>
        </p:nvSpPr>
        <p:spPr>
          <a:xfrm>
            <a:off x="4470860" y="4890747"/>
            <a:ext cx="1882246" cy="553998"/>
          </a:xfrm>
          <a:prstGeom prst="rect">
            <a:avLst/>
          </a:prstGeom>
          <a:noFill/>
        </p:spPr>
        <p:txBody>
          <a:bodyPr wrap="square" rtlCol="0">
            <a:spAutoFit/>
          </a:bodyPr>
          <a:lstStyle/>
          <a:p>
            <a:pPr algn="ctr"/>
            <a:r>
              <a:rPr lang="en-US" sz="3000" b="1" dirty="0" err="1">
                <a:solidFill>
                  <a:srgbClr val="29AFB4"/>
                </a:solidFill>
                <a:latin typeface="Calibri" panose="020F0502020204030204" pitchFamily="34" charset="0"/>
                <a:cs typeface="Calibri" panose="020F0502020204030204" pitchFamily="34" charset="0"/>
              </a:rPr>
              <a:t>Conseq</a:t>
            </a:r>
            <a:r>
              <a:rPr lang="en-US" sz="3000" b="1" dirty="0">
                <a:solidFill>
                  <a:srgbClr val="29AFB4"/>
                </a:solidFill>
                <a:latin typeface="Calibri" panose="020F0502020204030204" pitchFamily="34" charset="0"/>
                <a:cs typeface="Calibri" panose="020F0502020204030204" pitchFamily="34" charset="0"/>
              </a:rPr>
              <a:t>.</a:t>
            </a:r>
          </a:p>
        </p:txBody>
      </p:sp>
      <p:sp>
        <p:nvSpPr>
          <p:cNvPr id="36" name="!!Rectangle 57">
            <a:extLst>
              <a:ext uri="{FF2B5EF4-FFF2-40B4-BE49-F238E27FC236}">
                <a16:creationId xmlns:a16="http://schemas.microsoft.com/office/drawing/2014/main" id="{ECC79087-D397-AD57-09BD-DDC94BC8F579}"/>
              </a:ext>
            </a:extLst>
          </p:cNvPr>
          <p:cNvSpPr/>
          <p:nvPr/>
        </p:nvSpPr>
        <p:spPr>
          <a:xfrm rot="5400000" flipV="1">
            <a:off x="5204635" y="4681143"/>
            <a:ext cx="400774" cy="10251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9" name="Rechteck 96">
            <a:extLst>
              <a:ext uri="{FF2B5EF4-FFF2-40B4-BE49-F238E27FC236}">
                <a16:creationId xmlns:a16="http://schemas.microsoft.com/office/drawing/2014/main" id="{51D1BB2B-36DD-70FD-371B-5D2292C7883F}"/>
              </a:ext>
            </a:extLst>
          </p:cNvPr>
          <p:cNvSpPr/>
          <p:nvPr/>
        </p:nvSpPr>
        <p:spPr>
          <a:xfrm>
            <a:off x="4932791" y="3694072"/>
            <a:ext cx="908293" cy="762464"/>
          </a:xfrm>
          <a:prstGeom prst="rect">
            <a:avLst/>
          </a:prstGeom>
          <a:pattFill prst="wdDnDiag">
            <a:fgClr>
              <a:srgbClr val="AEAEAE"/>
            </a:fgClr>
            <a:bgClr>
              <a:srgbClr val="29AFB4"/>
            </a:bgClr>
          </a:patt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43" name="Straight Arrow Connector 42">
            <a:extLst>
              <a:ext uri="{FF2B5EF4-FFF2-40B4-BE49-F238E27FC236}">
                <a16:creationId xmlns:a16="http://schemas.microsoft.com/office/drawing/2014/main" id="{48A84251-BC97-DBEE-7036-100883E6C194}"/>
              </a:ext>
            </a:extLst>
          </p:cNvPr>
          <p:cNvCxnSpPr>
            <a:cxnSpLocks/>
          </p:cNvCxnSpPr>
          <p:nvPr/>
        </p:nvCxnSpPr>
        <p:spPr>
          <a:xfrm>
            <a:off x="6530178" y="2991061"/>
            <a:ext cx="0" cy="703011"/>
          </a:xfrm>
          <a:prstGeom prst="straightConnector1">
            <a:avLst/>
          </a:prstGeom>
          <a:ln w="63500">
            <a:solidFill>
              <a:srgbClr val="F6C96B"/>
            </a:solidFill>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46" name="Straight Arrow Connector 45">
            <a:extLst>
              <a:ext uri="{FF2B5EF4-FFF2-40B4-BE49-F238E27FC236}">
                <a16:creationId xmlns:a16="http://schemas.microsoft.com/office/drawing/2014/main" id="{04ABA81D-51A9-0F97-B176-708A8B7D9437}"/>
              </a:ext>
            </a:extLst>
          </p:cNvPr>
          <p:cNvCxnSpPr>
            <a:cxnSpLocks/>
          </p:cNvCxnSpPr>
          <p:nvPr/>
        </p:nvCxnSpPr>
        <p:spPr>
          <a:xfrm>
            <a:off x="8450294" y="2606359"/>
            <a:ext cx="0" cy="1087713"/>
          </a:xfrm>
          <a:prstGeom prst="straightConnector1">
            <a:avLst/>
          </a:prstGeom>
          <a:ln w="63500">
            <a:solidFill>
              <a:srgbClr val="F6C96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50" name="Textfeld 98">
            <a:extLst>
              <a:ext uri="{FF2B5EF4-FFF2-40B4-BE49-F238E27FC236}">
                <a16:creationId xmlns:a16="http://schemas.microsoft.com/office/drawing/2014/main" id="{43B2B716-AFB7-7FF6-80F4-C11A708EDBBF}"/>
              </a:ext>
            </a:extLst>
          </p:cNvPr>
          <p:cNvSpPr txBox="1"/>
          <p:nvPr/>
        </p:nvSpPr>
        <p:spPr>
          <a:xfrm rot="16200000">
            <a:off x="5808523" y="3077413"/>
            <a:ext cx="899605" cy="477054"/>
          </a:xfrm>
          <a:prstGeom prst="rect">
            <a:avLst/>
          </a:prstGeom>
          <a:noFill/>
        </p:spPr>
        <p:txBody>
          <a:bodyPr wrap="square" rtlCol="0">
            <a:spAutoFit/>
          </a:bodyPr>
          <a:lstStyle/>
          <a:p>
            <a:pPr algn="ctr"/>
            <a:r>
              <a:rPr lang="en-US" sz="2500" b="1" dirty="0">
                <a:solidFill>
                  <a:srgbClr val="F6C96B"/>
                </a:solidFill>
                <a:latin typeface="Calibri" panose="020F0502020204030204" pitchFamily="34" charset="0"/>
                <a:cs typeface="Calibri" panose="020F0502020204030204" pitchFamily="34" charset="0"/>
              </a:rPr>
              <a:t>CPS</a:t>
            </a:r>
            <a:r>
              <a:rPr lang="en-US" sz="2500" b="1" baseline="30000" dirty="0">
                <a:solidFill>
                  <a:srgbClr val="F38139"/>
                </a:solidFill>
                <a:latin typeface="Calibri" panose="020F0502020204030204" pitchFamily="34" charset="0"/>
                <a:cs typeface="Calibri" panose="020F0502020204030204" pitchFamily="34" charset="0"/>
              </a:rPr>
              <a:t>E</a:t>
            </a:r>
            <a:endParaRPr lang="en-US" sz="2500" b="1" dirty="0">
              <a:solidFill>
                <a:srgbClr val="F38139"/>
              </a:solidFill>
              <a:latin typeface="Calibri" panose="020F0502020204030204" pitchFamily="34" charset="0"/>
              <a:cs typeface="Calibri" panose="020F0502020204030204" pitchFamily="34" charset="0"/>
            </a:endParaRPr>
          </a:p>
        </p:txBody>
      </p:sp>
      <p:sp>
        <p:nvSpPr>
          <p:cNvPr id="51" name="Textfeld 98">
            <a:extLst>
              <a:ext uri="{FF2B5EF4-FFF2-40B4-BE49-F238E27FC236}">
                <a16:creationId xmlns:a16="http://schemas.microsoft.com/office/drawing/2014/main" id="{D0080700-F728-1ACE-814F-40F1BE8E826F}"/>
              </a:ext>
            </a:extLst>
          </p:cNvPr>
          <p:cNvSpPr txBox="1"/>
          <p:nvPr/>
        </p:nvSpPr>
        <p:spPr>
          <a:xfrm rot="16200000">
            <a:off x="7751975" y="2834954"/>
            <a:ext cx="918841" cy="477054"/>
          </a:xfrm>
          <a:prstGeom prst="rect">
            <a:avLst/>
          </a:prstGeom>
          <a:noFill/>
        </p:spPr>
        <p:txBody>
          <a:bodyPr wrap="square" rtlCol="0">
            <a:spAutoFit/>
          </a:bodyPr>
          <a:lstStyle/>
          <a:p>
            <a:pPr algn="ctr"/>
            <a:r>
              <a:rPr lang="en-US" sz="2500" b="1" dirty="0">
                <a:solidFill>
                  <a:srgbClr val="F6C96B"/>
                </a:solidFill>
                <a:latin typeface="Calibri" panose="020F0502020204030204" pitchFamily="34" charset="0"/>
                <a:cs typeface="Calibri" panose="020F0502020204030204" pitchFamily="34" charset="0"/>
              </a:rPr>
              <a:t>CPS</a:t>
            </a:r>
            <a:r>
              <a:rPr lang="en-US" sz="2500" b="1" baseline="30000" dirty="0">
                <a:solidFill>
                  <a:srgbClr val="ED007D"/>
                </a:solidFill>
                <a:latin typeface="Calibri" panose="020F0502020204030204" pitchFamily="34" charset="0"/>
                <a:cs typeface="Calibri" panose="020F0502020204030204" pitchFamily="34" charset="0"/>
              </a:rPr>
              <a:t>R</a:t>
            </a:r>
            <a:endParaRPr lang="en-US" sz="2500" b="1" dirty="0">
              <a:solidFill>
                <a:srgbClr val="ED007D"/>
              </a:solidFill>
              <a:latin typeface="Calibri" panose="020F0502020204030204" pitchFamily="34" charset="0"/>
              <a:cs typeface="Calibri" panose="020F0502020204030204" pitchFamily="34" charset="0"/>
            </a:endParaRPr>
          </a:p>
        </p:txBody>
      </p:sp>
      <p:sp>
        <p:nvSpPr>
          <p:cNvPr id="53" name="TextBox 52">
            <a:extLst>
              <a:ext uri="{FF2B5EF4-FFF2-40B4-BE49-F238E27FC236}">
                <a16:creationId xmlns:a16="http://schemas.microsoft.com/office/drawing/2014/main" id="{9CCD2AB1-E724-68B8-16EF-744CB7000BFA}"/>
              </a:ext>
            </a:extLst>
          </p:cNvPr>
          <p:cNvSpPr txBox="1"/>
          <p:nvPr/>
        </p:nvSpPr>
        <p:spPr>
          <a:xfrm>
            <a:off x="6886288" y="1286490"/>
            <a:ext cx="2926570" cy="477054"/>
          </a:xfrm>
          <a:prstGeom prst="rect">
            <a:avLst/>
          </a:prstGeom>
          <a:noFill/>
        </p:spPr>
        <p:txBody>
          <a:bodyPr wrap="square" rtlCol="0">
            <a:spAutoFit/>
          </a:bodyPr>
          <a:lstStyle/>
          <a:p>
            <a:r>
              <a:rPr lang="en-DE" sz="2500" i="1" dirty="0">
                <a:solidFill>
                  <a:schemeClr val="bg1"/>
                </a:solidFill>
                <a:latin typeface="Calibri" panose="020F0502020204030204" pitchFamily="34" charset="0"/>
                <a:cs typeface="Calibri" panose="020F0502020204030204" pitchFamily="34" charset="0"/>
              </a:rPr>
              <a:t>Reminder on the CPS</a:t>
            </a:r>
          </a:p>
        </p:txBody>
      </p:sp>
      <p:cxnSp>
        <p:nvCxnSpPr>
          <p:cNvPr id="27" name="Straight Arrow Connector 26">
            <a:extLst>
              <a:ext uri="{FF2B5EF4-FFF2-40B4-BE49-F238E27FC236}">
                <a16:creationId xmlns:a16="http://schemas.microsoft.com/office/drawing/2014/main" id="{74876F29-709E-DF61-2CA5-D9506BD90F29}"/>
              </a:ext>
            </a:extLst>
          </p:cNvPr>
          <p:cNvCxnSpPr>
            <a:cxnSpLocks/>
          </p:cNvCxnSpPr>
          <p:nvPr/>
        </p:nvCxnSpPr>
        <p:spPr>
          <a:xfrm>
            <a:off x="4799432" y="2351547"/>
            <a:ext cx="0" cy="1320188"/>
          </a:xfrm>
          <a:prstGeom prst="straightConnector1">
            <a:avLst/>
          </a:prstGeom>
          <a:ln w="63500">
            <a:solidFill>
              <a:srgbClr val="F6C96B"/>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2" name="Slide Number Placeholder 1">
            <a:extLst>
              <a:ext uri="{FF2B5EF4-FFF2-40B4-BE49-F238E27FC236}">
                <a16:creationId xmlns:a16="http://schemas.microsoft.com/office/drawing/2014/main" id="{61320247-4860-6E8C-24DD-C5B8B5D53821}"/>
              </a:ext>
            </a:extLst>
          </p:cNvPr>
          <p:cNvSpPr>
            <a:spLocks noGrp="1"/>
          </p:cNvSpPr>
          <p:nvPr>
            <p:ph type="sldNum" sz="quarter" idx="4"/>
          </p:nvPr>
        </p:nvSpPr>
        <p:spPr/>
        <p:txBody>
          <a:bodyPr/>
          <a:lstStyle/>
          <a:p>
            <a:fld id="{F8325A8C-A62D-5E4B-8AAC-68DD587E4A7D}" type="slidenum">
              <a:rPr lang="de-DE" smtClean="0"/>
              <a:t>15</a:t>
            </a:fld>
            <a:endParaRPr lang="de-DE" dirty="0"/>
          </a:p>
        </p:txBody>
      </p:sp>
    </p:spTree>
    <p:extLst>
      <p:ext uri="{BB962C8B-B14F-4D97-AF65-F5344CB8AC3E}">
        <p14:creationId xmlns:p14="http://schemas.microsoft.com/office/powerpoint/2010/main" val="509897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8"/>
                                        </p:tgtEl>
                                        <p:attrNameLst>
                                          <p:attrName>style.visibility</p:attrName>
                                        </p:attrNameLst>
                                      </p:cBhvr>
                                      <p:to>
                                        <p:strVal val="visible"/>
                                      </p:to>
                                    </p:set>
                                    <p:animEffect transition="in" filter="fade">
                                      <p:cBhvr>
                                        <p:cTn id="21" dur="1000"/>
                                        <p:tgtEl>
                                          <p:spTgt spid="28"/>
                                        </p:tgtEl>
                                      </p:cBhvr>
                                    </p:animEffect>
                                  </p:childTnLst>
                                </p:cTn>
                              </p:par>
                              <p:par>
                                <p:cTn id="22" presetID="10" presetClass="entr" presetSubtype="0" fill="hold" nodeType="with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fade">
                                      <p:cBhvr>
                                        <p:cTn id="24" dur="1000"/>
                                        <p:tgtEl>
                                          <p:spTgt spid="27"/>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39"/>
                                        </p:tgtEl>
                                        <p:attrNameLst>
                                          <p:attrName>style.visibility</p:attrName>
                                        </p:attrNameLst>
                                      </p:cBhvr>
                                      <p:to>
                                        <p:strVal val="visible"/>
                                      </p:to>
                                    </p:set>
                                    <p:animEffect transition="in" filter="fade">
                                      <p:cBhvr>
                                        <p:cTn id="27" dur="1000"/>
                                        <p:tgtEl>
                                          <p:spTgt spid="3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1000"/>
                                        <p:tgtEl>
                                          <p:spTgt spid="50"/>
                                        </p:tgtEl>
                                      </p:cBhvr>
                                    </p:animEffect>
                                  </p:childTnLst>
                                </p:cTn>
                              </p:par>
                              <p:par>
                                <p:cTn id="31" presetID="10" presetClass="entr" presetSubtype="0" fill="hold" nodeType="withEffect">
                                  <p:stCondLst>
                                    <p:cond delay="0"/>
                                  </p:stCondLst>
                                  <p:childTnLst>
                                    <p:set>
                                      <p:cBhvr>
                                        <p:cTn id="32" dur="1" fill="hold">
                                          <p:stCondLst>
                                            <p:cond delay="0"/>
                                          </p:stCondLst>
                                        </p:cTn>
                                        <p:tgtEl>
                                          <p:spTgt spid="43"/>
                                        </p:tgtEl>
                                        <p:attrNameLst>
                                          <p:attrName>style.visibility</p:attrName>
                                        </p:attrNameLst>
                                      </p:cBhvr>
                                      <p:to>
                                        <p:strVal val="visible"/>
                                      </p:to>
                                    </p:set>
                                    <p:animEffect transition="in" filter="fade">
                                      <p:cBhvr>
                                        <p:cTn id="33" dur="1000"/>
                                        <p:tgtEl>
                                          <p:spTgt spid="4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33"/>
                                        </p:tgtEl>
                                        <p:attrNameLst>
                                          <p:attrName>style.visibility</p:attrName>
                                        </p:attrNameLst>
                                      </p:cBhvr>
                                      <p:to>
                                        <p:strVal val="visible"/>
                                      </p:to>
                                    </p:set>
                                    <p:animEffect transition="in" filter="fade">
                                      <p:cBhvr>
                                        <p:cTn id="36" dur="1000"/>
                                        <p:tgtEl>
                                          <p:spTgt spid="33"/>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51"/>
                                        </p:tgtEl>
                                        <p:attrNameLst>
                                          <p:attrName>style.visibility</p:attrName>
                                        </p:attrNameLst>
                                      </p:cBhvr>
                                      <p:to>
                                        <p:strVal val="visible"/>
                                      </p:to>
                                    </p:set>
                                    <p:animEffect transition="in" filter="fade">
                                      <p:cBhvr>
                                        <p:cTn id="39" dur="1000"/>
                                        <p:tgtEl>
                                          <p:spTgt spid="51"/>
                                        </p:tgtEl>
                                      </p:cBhvr>
                                    </p:animEffect>
                                  </p:childTnLst>
                                </p:cTn>
                              </p:par>
                              <p:par>
                                <p:cTn id="40" presetID="10" presetClass="entr" presetSubtype="0" fill="hold" nodeType="withEffect">
                                  <p:stCondLst>
                                    <p:cond delay="0"/>
                                  </p:stCondLst>
                                  <p:childTnLst>
                                    <p:set>
                                      <p:cBhvr>
                                        <p:cTn id="41" dur="1" fill="hold">
                                          <p:stCondLst>
                                            <p:cond delay="0"/>
                                          </p:stCondLst>
                                        </p:cTn>
                                        <p:tgtEl>
                                          <p:spTgt spid="46"/>
                                        </p:tgtEl>
                                        <p:attrNameLst>
                                          <p:attrName>style.visibility</p:attrName>
                                        </p:attrNameLst>
                                      </p:cBhvr>
                                      <p:to>
                                        <p:strVal val="visible"/>
                                      </p:to>
                                    </p:set>
                                    <p:animEffect transition="in" filter="fade">
                                      <p:cBhvr>
                                        <p:cTn id="42" dur="1000"/>
                                        <p:tgtEl>
                                          <p:spTgt spid="4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fade">
                                      <p:cBhvr>
                                        <p:cTn id="45" dur="1000"/>
                                        <p:tgtEl>
                                          <p:spTgt spid="25"/>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xit" presetSubtype="0" fill="hold" grpId="0" nodeType="clickEffect">
                                  <p:stCondLst>
                                    <p:cond delay="0"/>
                                  </p:stCondLst>
                                  <p:childTnLst>
                                    <p:set>
                                      <p:cBhvr>
                                        <p:cTn id="49" dur="1" fill="hold">
                                          <p:stCondLst>
                                            <p:cond delay="0"/>
                                          </p:stCondLst>
                                        </p:cTn>
                                        <p:tgtEl>
                                          <p:spTgt spid="12"/>
                                        </p:tgtEl>
                                        <p:attrNameLst>
                                          <p:attrName>style.visibility</p:attrName>
                                        </p:attrNameLst>
                                      </p:cBhvr>
                                      <p:to>
                                        <p:strVal val="hidden"/>
                                      </p:to>
                                    </p:set>
                                  </p:childTnLst>
                                </p:cTn>
                              </p:par>
                              <p:par>
                                <p:cTn id="50" presetID="1" presetClass="exit" presetSubtype="0" fill="hold" grpId="1" nodeType="withEffect">
                                  <p:stCondLst>
                                    <p:cond delay="0"/>
                                  </p:stCondLst>
                                  <p:childTnLst>
                                    <p:set>
                                      <p:cBhvr>
                                        <p:cTn id="51" dur="1" fill="hold">
                                          <p:stCondLst>
                                            <p:cond delay="0"/>
                                          </p:stCondLst>
                                        </p:cTn>
                                        <p:tgtEl>
                                          <p:spTgt spid="16"/>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17"/>
                                        </p:tgtEl>
                                        <p:attrNameLst>
                                          <p:attrName>style.visibility</p:attrName>
                                        </p:attrNameLst>
                                      </p:cBhvr>
                                      <p:to>
                                        <p:strVal val="hidden"/>
                                      </p:to>
                                    </p:set>
                                  </p:childTnLst>
                                </p:cTn>
                              </p:par>
                              <p:par>
                                <p:cTn id="54" presetID="1" presetClass="exit" presetSubtype="0" fill="hold" grpId="0" nodeType="withEffect">
                                  <p:stCondLst>
                                    <p:cond delay="0"/>
                                  </p:stCondLst>
                                  <p:childTnLst>
                                    <p:set>
                                      <p:cBhvr>
                                        <p:cTn id="55" dur="1" fill="hold">
                                          <p:stCondLst>
                                            <p:cond delay="0"/>
                                          </p:stCondLst>
                                        </p:cTn>
                                        <p:tgtEl>
                                          <p:spTgt spid="18"/>
                                        </p:tgtEl>
                                        <p:attrNameLst>
                                          <p:attrName>style.visibility</p:attrName>
                                        </p:attrNameLst>
                                      </p:cBhvr>
                                      <p:to>
                                        <p:strVal val="hidden"/>
                                      </p:to>
                                    </p:set>
                                  </p:childTnLst>
                                </p:cTn>
                              </p:par>
                              <p:par>
                                <p:cTn id="56" presetID="1" presetClass="exit"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hidden"/>
                                      </p:to>
                                    </p:set>
                                  </p:childTnLst>
                                </p:cTn>
                              </p:par>
                              <p:par>
                                <p:cTn id="58" presetID="1" presetClass="exit" presetSubtype="0" fill="hold" grpId="1" nodeType="withEffect">
                                  <p:stCondLst>
                                    <p:cond delay="0"/>
                                  </p:stCondLst>
                                  <p:childTnLst>
                                    <p:set>
                                      <p:cBhvr>
                                        <p:cTn id="59" dur="1" fill="hold">
                                          <p:stCondLst>
                                            <p:cond delay="0"/>
                                          </p:stCondLst>
                                        </p:cTn>
                                        <p:tgtEl>
                                          <p:spTgt spid="20"/>
                                        </p:tgtEl>
                                        <p:attrNameLst>
                                          <p:attrName>style.visibility</p:attrName>
                                        </p:attrNameLst>
                                      </p:cBhvr>
                                      <p:to>
                                        <p:strVal val="hidden"/>
                                      </p:to>
                                    </p:set>
                                  </p:childTnLst>
                                </p:cTn>
                              </p:par>
                              <p:par>
                                <p:cTn id="60" presetID="1" presetClass="exit" presetSubtype="0" fill="hold" grpId="1" nodeType="withEffect">
                                  <p:stCondLst>
                                    <p:cond delay="0"/>
                                  </p:stCondLst>
                                  <p:childTnLst>
                                    <p:set>
                                      <p:cBhvr>
                                        <p:cTn id="61" dur="1" fill="hold">
                                          <p:stCondLst>
                                            <p:cond delay="0"/>
                                          </p:stCondLst>
                                        </p:cTn>
                                        <p:tgtEl>
                                          <p:spTgt spid="21">
                                            <p:txEl>
                                              <p:pRg st="0" end="0"/>
                                            </p:txEl>
                                          </p:spTgt>
                                        </p:tgtEl>
                                        <p:attrNameLst>
                                          <p:attrName>style.visibility</p:attrName>
                                        </p:attrNameLst>
                                      </p:cBhvr>
                                      <p:to>
                                        <p:strVal val="hidden"/>
                                      </p:to>
                                    </p:set>
                                  </p:childTnLst>
                                </p:cTn>
                              </p:par>
                              <p:par>
                                <p:cTn id="62" presetID="1" presetClass="exit" presetSubtype="0" fill="hold" grpId="0" nodeType="withEffect">
                                  <p:stCondLst>
                                    <p:cond delay="0"/>
                                  </p:stCondLst>
                                  <p:childTnLst>
                                    <p:set>
                                      <p:cBhvr>
                                        <p:cTn id="63" dur="1" fill="hold">
                                          <p:stCondLst>
                                            <p:cond delay="0"/>
                                          </p:stCondLst>
                                        </p:cTn>
                                        <p:tgtEl>
                                          <p:spTgt spid="22"/>
                                        </p:tgtEl>
                                        <p:attrNameLst>
                                          <p:attrName>style.visibility</p:attrName>
                                        </p:attrNameLst>
                                      </p:cBhvr>
                                      <p:to>
                                        <p:strVal val="hidden"/>
                                      </p:to>
                                    </p:set>
                                  </p:childTnLst>
                                </p:cTn>
                              </p:par>
                              <p:par>
                                <p:cTn id="64" presetID="1" presetClass="exit" presetSubtype="0" fill="hold" grpId="0" nodeType="withEffect">
                                  <p:stCondLst>
                                    <p:cond delay="0"/>
                                  </p:stCondLst>
                                  <p:childTnLst>
                                    <p:set>
                                      <p:cBhvr>
                                        <p:cTn id="65" dur="1" fill="hold">
                                          <p:stCondLst>
                                            <p:cond delay="0"/>
                                          </p:stCondLst>
                                        </p:cTn>
                                        <p:tgtEl>
                                          <p:spTgt spid="23"/>
                                        </p:tgtEl>
                                        <p:attrNameLst>
                                          <p:attrName>style.visibility</p:attrName>
                                        </p:attrNameLst>
                                      </p:cBhvr>
                                      <p:to>
                                        <p:strVal val="hidden"/>
                                      </p:to>
                                    </p:set>
                                  </p:childTnLst>
                                </p:cTn>
                              </p:par>
                              <p:par>
                                <p:cTn id="66" presetID="1" presetClass="exit" presetSubtype="0" fill="hold" grpId="0" nodeType="withEffect">
                                  <p:stCondLst>
                                    <p:cond delay="0"/>
                                  </p:stCondLst>
                                  <p:childTnLst>
                                    <p:set>
                                      <p:cBhvr>
                                        <p:cTn id="67" dur="1" fill="hold">
                                          <p:stCondLst>
                                            <p:cond delay="0"/>
                                          </p:stCondLst>
                                        </p:cTn>
                                        <p:tgtEl>
                                          <p:spTgt spid="24"/>
                                        </p:tgtEl>
                                        <p:attrNameLst>
                                          <p:attrName>style.visibility</p:attrName>
                                        </p:attrNameLst>
                                      </p:cBhvr>
                                      <p:to>
                                        <p:strVal val="hidden"/>
                                      </p:to>
                                    </p:set>
                                  </p:childTnLst>
                                </p:cTn>
                              </p:par>
                              <p:par>
                                <p:cTn id="68" presetID="1" presetClass="exit" presetSubtype="0" fill="hold" grpId="1" nodeType="withEffect">
                                  <p:stCondLst>
                                    <p:cond delay="0"/>
                                  </p:stCondLst>
                                  <p:childTnLst>
                                    <p:set>
                                      <p:cBhvr>
                                        <p:cTn id="69" dur="1" fill="hold">
                                          <p:stCondLst>
                                            <p:cond delay="0"/>
                                          </p:stCondLst>
                                        </p:cTn>
                                        <p:tgtEl>
                                          <p:spTgt spid="25"/>
                                        </p:tgtEl>
                                        <p:attrNameLst>
                                          <p:attrName>style.visibility</p:attrName>
                                        </p:attrNameLst>
                                      </p:cBhvr>
                                      <p:to>
                                        <p:strVal val="hidden"/>
                                      </p:to>
                                    </p:set>
                                  </p:childTnLst>
                                </p:cTn>
                              </p:par>
                              <p:par>
                                <p:cTn id="70" presetID="1" presetClass="exit" presetSubtype="0" fill="hold" grpId="1" nodeType="withEffect">
                                  <p:stCondLst>
                                    <p:cond delay="0"/>
                                  </p:stCondLst>
                                  <p:childTnLst>
                                    <p:set>
                                      <p:cBhvr>
                                        <p:cTn id="71" dur="1" fill="hold">
                                          <p:stCondLst>
                                            <p:cond delay="0"/>
                                          </p:stCondLst>
                                        </p:cTn>
                                        <p:tgtEl>
                                          <p:spTgt spid="28"/>
                                        </p:tgtEl>
                                        <p:attrNameLst>
                                          <p:attrName>style.visibility</p:attrName>
                                        </p:attrNameLst>
                                      </p:cBhvr>
                                      <p:to>
                                        <p:strVal val="hidden"/>
                                      </p:to>
                                    </p:set>
                                  </p:childTnLst>
                                </p:cTn>
                              </p:par>
                              <p:par>
                                <p:cTn id="72" presetID="1" presetClass="exit" presetSubtype="0" fill="hold" grpId="0" nodeType="withEffect">
                                  <p:stCondLst>
                                    <p:cond delay="0"/>
                                  </p:stCondLst>
                                  <p:childTnLst>
                                    <p:set>
                                      <p:cBhvr>
                                        <p:cTn id="73" dur="1" fill="hold">
                                          <p:stCondLst>
                                            <p:cond delay="0"/>
                                          </p:stCondLst>
                                        </p:cTn>
                                        <p:tgtEl>
                                          <p:spTgt spid="29"/>
                                        </p:tgtEl>
                                        <p:attrNameLst>
                                          <p:attrName>style.visibility</p:attrName>
                                        </p:attrNameLst>
                                      </p:cBhvr>
                                      <p:to>
                                        <p:strVal val="hidden"/>
                                      </p:to>
                                    </p:set>
                                  </p:childTnLst>
                                </p:cTn>
                              </p:par>
                              <p:par>
                                <p:cTn id="74" presetID="1" presetClass="exit" presetSubtype="0" fill="hold" grpId="1" nodeType="withEffect">
                                  <p:stCondLst>
                                    <p:cond delay="0"/>
                                  </p:stCondLst>
                                  <p:childTnLst>
                                    <p:set>
                                      <p:cBhvr>
                                        <p:cTn id="75" dur="1" fill="hold">
                                          <p:stCondLst>
                                            <p:cond delay="0"/>
                                          </p:stCondLst>
                                        </p:cTn>
                                        <p:tgtEl>
                                          <p:spTgt spid="30"/>
                                        </p:tgtEl>
                                        <p:attrNameLst>
                                          <p:attrName>style.visibility</p:attrName>
                                        </p:attrNameLst>
                                      </p:cBhvr>
                                      <p:to>
                                        <p:strVal val="hidden"/>
                                      </p:to>
                                    </p:set>
                                  </p:childTnLst>
                                </p:cTn>
                              </p:par>
                              <p:par>
                                <p:cTn id="76" presetID="1" presetClass="exit" presetSubtype="0" fill="hold" grpId="0" nodeType="withEffect">
                                  <p:stCondLst>
                                    <p:cond delay="0"/>
                                  </p:stCondLst>
                                  <p:childTnLst>
                                    <p:set>
                                      <p:cBhvr>
                                        <p:cTn id="77" dur="1" fill="hold">
                                          <p:stCondLst>
                                            <p:cond delay="0"/>
                                          </p:stCondLst>
                                        </p:cTn>
                                        <p:tgtEl>
                                          <p:spTgt spid="31"/>
                                        </p:tgtEl>
                                        <p:attrNameLst>
                                          <p:attrName>style.visibility</p:attrName>
                                        </p:attrNameLst>
                                      </p:cBhvr>
                                      <p:to>
                                        <p:strVal val="hidden"/>
                                      </p:to>
                                    </p:set>
                                  </p:childTnLst>
                                </p:cTn>
                              </p:par>
                              <p:par>
                                <p:cTn id="78" presetID="1" presetClass="exit" presetSubtype="0" fill="hold" grpId="0" nodeType="withEffect">
                                  <p:stCondLst>
                                    <p:cond delay="0"/>
                                  </p:stCondLst>
                                  <p:childTnLst>
                                    <p:set>
                                      <p:cBhvr>
                                        <p:cTn id="79" dur="1" fill="hold">
                                          <p:stCondLst>
                                            <p:cond delay="0"/>
                                          </p:stCondLst>
                                        </p:cTn>
                                        <p:tgtEl>
                                          <p:spTgt spid="32"/>
                                        </p:tgtEl>
                                        <p:attrNameLst>
                                          <p:attrName>style.visibility</p:attrName>
                                        </p:attrNameLst>
                                      </p:cBhvr>
                                      <p:to>
                                        <p:strVal val="hidden"/>
                                      </p:to>
                                    </p:set>
                                  </p:childTnLst>
                                </p:cTn>
                              </p:par>
                              <p:par>
                                <p:cTn id="80" presetID="1" presetClass="exit" presetSubtype="0" fill="hold" grpId="1" nodeType="withEffect">
                                  <p:stCondLst>
                                    <p:cond delay="0"/>
                                  </p:stCondLst>
                                  <p:childTnLst>
                                    <p:set>
                                      <p:cBhvr>
                                        <p:cTn id="81" dur="1" fill="hold">
                                          <p:stCondLst>
                                            <p:cond delay="0"/>
                                          </p:stCondLst>
                                        </p:cTn>
                                        <p:tgtEl>
                                          <p:spTgt spid="33"/>
                                        </p:tgtEl>
                                        <p:attrNameLst>
                                          <p:attrName>style.visibility</p:attrName>
                                        </p:attrNameLst>
                                      </p:cBhvr>
                                      <p:to>
                                        <p:strVal val="hidden"/>
                                      </p:to>
                                    </p:set>
                                  </p:childTnLst>
                                </p:cTn>
                              </p:par>
                              <p:par>
                                <p:cTn id="82" presetID="1" presetClass="exit" presetSubtype="0" fill="hold" grpId="1" nodeType="withEffect">
                                  <p:stCondLst>
                                    <p:cond delay="0"/>
                                  </p:stCondLst>
                                  <p:childTnLst>
                                    <p:set>
                                      <p:cBhvr>
                                        <p:cTn id="83" dur="1" fill="hold">
                                          <p:stCondLst>
                                            <p:cond delay="0"/>
                                          </p:stCondLst>
                                        </p:cTn>
                                        <p:tgtEl>
                                          <p:spTgt spid="34"/>
                                        </p:tgtEl>
                                        <p:attrNameLst>
                                          <p:attrName>style.visibility</p:attrName>
                                        </p:attrNameLst>
                                      </p:cBhvr>
                                      <p:to>
                                        <p:strVal val="hidden"/>
                                      </p:to>
                                    </p:set>
                                  </p:childTnLst>
                                </p:cTn>
                              </p:par>
                              <p:par>
                                <p:cTn id="84" presetID="1" presetClass="exit" presetSubtype="0" fill="hold" grpId="0" nodeType="withEffect">
                                  <p:stCondLst>
                                    <p:cond delay="0"/>
                                  </p:stCondLst>
                                  <p:childTnLst>
                                    <p:set>
                                      <p:cBhvr>
                                        <p:cTn id="85" dur="1" fill="hold">
                                          <p:stCondLst>
                                            <p:cond delay="0"/>
                                          </p:stCondLst>
                                        </p:cTn>
                                        <p:tgtEl>
                                          <p:spTgt spid="35"/>
                                        </p:tgtEl>
                                        <p:attrNameLst>
                                          <p:attrName>style.visibility</p:attrName>
                                        </p:attrNameLst>
                                      </p:cBhvr>
                                      <p:to>
                                        <p:strVal val="hidden"/>
                                      </p:to>
                                    </p:set>
                                  </p:childTnLst>
                                </p:cTn>
                              </p:par>
                              <p:par>
                                <p:cTn id="86" presetID="1" presetClass="exit" presetSubtype="0" fill="hold" grpId="0" nodeType="withEffect">
                                  <p:stCondLst>
                                    <p:cond delay="0"/>
                                  </p:stCondLst>
                                  <p:childTnLst>
                                    <p:set>
                                      <p:cBhvr>
                                        <p:cTn id="87" dur="1" fill="hold">
                                          <p:stCondLst>
                                            <p:cond delay="0"/>
                                          </p:stCondLst>
                                        </p:cTn>
                                        <p:tgtEl>
                                          <p:spTgt spid="36"/>
                                        </p:tgtEl>
                                        <p:attrNameLst>
                                          <p:attrName>style.visibility</p:attrName>
                                        </p:attrNameLst>
                                      </p:cBhvr>
                                      <p:to>
                                        <p:strVal val="hidden"/>
                                      </p:to>
                                    </p:set>
                                  </p:childTnLst>
                                </p:cTn>
                              </p:par>
                              <p:par>
                                <p:cTn id="88" presetID="1" presetClass="exit" presetSubtype="0" fill="hold" grpId="1" nodeType="withEffect">
                                  <p:stCondLst>
                                    <p:cond delay="0"/>
                                  </p:stCondLst>
                                  <p:childTnLst>
                                    <p:set>
                                      <p:cBhvr>
                                        <p:cTn id="89" dur="1" fill="hold">
                                          <p:stCondLst>
                                            <p:cond delay="0"/>
                                          </p:stCondLst>
                                        </p:cTn>
                                        <p:tgtEl>
                                          <p:spTgt spid="39"/>
                                        </p:tgtEl>
                                        <p:attrNameLst>
                                          <p:attrName>style.visibility</p:attrName>
                                        </p:attrNameLst>
                                      </p:cBhvr>
                                      <p:to>
                                        <p:strVal val="hidden"/>
                                      </p:to>
                                    </p:set>
                                  </p:childTnLst>
                                </p:cTn>
                              </p:par>
                              <p:par>
                                <p:cTn id="90" presetID="1" presetClass="exit" presetSubtype="0" fill="hold" nodeType="withEffect">
                                  <p:stCondLst>
                                    <p:cond delay="0"/>
                                  </p:stCondLst>
                                  <p:childTnLst>
                                    <p:set>
                                      <p:cBhvr>
                                        <p:cTn id="91" dur="1" fill="hold">
                                          <p:stCondLst>
                                            <p:cond delay="0"/>
                                          </p:stCondLst>
                                        </p:cTn>
                                        <p:tgtEl>
                                          <p:spTgt spid="43"/>
                                        </p:tgtEl>
                                        <p:attrNameLst>
                                          <p:attrName>style.visibility</p:attrName>
                                        </p:attrNameLst>
                                      </p:cBhvr>
                                      <p:to>
                                        <p:strVal val="hidden"/>
                                      </p:to>
                                    </p:set>
                                  </p:childTnLst>
                                </p:cTn>
                              </p:par>
                              <p:par>
                                <p:cTn id="92" presetID="1" presetClass="exit" presetSubtype="0" fill="hold" nodeType="withEffect">
                                  <p:stCondLst>
                                    <p:cond delay="0"/>
                                  </p:stCondLst>
                                  <p:childTnLst>
                                    <p:set>
                                      <p:cBhvr>
                                        <p:cTn id="93" dur="1" fill="hold">
                                          <p:stCondLst>
                                            <p:cond delay="0"/>
                                          </p:stCondLst>
                                        </p:cTn>
                                        <p:tgtEl>
                                          <p:spTgt spid="46"/>
                                        </p:tgtEl>
                                        <p:attrNameLst>
                                          <p:attrName>style.visibility</p:attrName>
                                        </p:attrNameLst>
                                      </p:cBhvr>
                                      <p:to>
                                        <p:strVal val="hidden"/>
                                      </p:to>
                                    </p:set>
                                  </p:childTnLst>
                                </p:cTn>
                              </p:par>
                              <p:par>
                                <p:cTn id="94" presetID="1" presetClass="exit" presetSubtype="0" fill="hold" grpId="1" nodeType="withEffect">
                                  <p:stCondLst>
                                    <p:cond delay="0"/>
                                  </p:stCondLst>
                                  <p:childTnLst>
                                    <p:set>
                                      <p:cBhvr>
                                        <p:cTn id="95" dur="1" fill="hold">
                                          <p:stCondLst>
                                            <p:cond delay="0"/>
                                          </p:stCondLst>
                                        </p:cTn>
                                        <p:tgtEl>
                                          <p:spTgt spid="50"/>
                                        </p:tgtEl>
                                        <p:attrNameLst>
                                          <p:attrName>style.visibility</p:attrName>
                                        </p:attrNameLst>
                                      </p:cBhvr>
                                      <p:to>
                                        <p:strVal val="hidden"/>
                                      </p:to>
                                    </p:set>
                                  </p:childTnLst>
                                </p:cTn>
                              </p:par>
                              <p:par>
                                <p:cTn id="96" presetID="1" presetClass="exit" presetSubtype="0" fill="hold" grpId="1" nodeType="withEffect">
                                  <p:stCondLst>
                                    <p:cond delay="0"/>
                                  </p:stCondLst>
                                  <p:childTnLst>
                                    <p:set>
                                      <p:cBhvr>
                                        <p:cTn id="97" dur="1" fill="hold">
                                          <p:stCondLst>
                                            <p:cond delay="0"/>
                                          </p:stCondLst>
                                        </p:cTn>
                                        <p:tgtEl>
                                          <p:spTgt spid="51"/>
                                        </p:tgtEl>
                                        <p:attrNameLst>
                                          <p:attrName>style.visibility</p:attrName>
                                        </p:attrNameLst>
                                      </p:cBhvr>
                                      <p:to>
                                        <p:strVal val="hidden"/>
                                      </p:to>
                                    </p:set>
                                  </p:childTnLst>
                                </p:cTn>
                              </p:par>
                              <p:par>
                                <p:cTn id="98" presetID="1" presetClass="exit" presetSubtype="0" fill="hold" grpId="0" nodeType="withEffect">
                                  <p:stCondLst>
                                    <p:cond delay="0"/>
                                  </p:stCondLst>
                                  <p:childTnLst>
                                    <p:set>
                                      <p:cBhvr>
                                        <p:cTn id="99" dur="1" fill="hold">
                                          <p:stCondLst>
                                            <p:cond delay="0"/>
                                          </p:stCondLst>
                                        </p:cTn>
                                        <p:tgtEl>
                                          <p:spTgt spid="53"/>
                                        </p:tgtEl>
                                        <p:attrNameLst>
                                          <p:attrName>style.visibility</p:attrName>
                                        </p:attrNameLst>
                                      </p:cBhvr>
                                      <p:to>
                                        <p:strVal val="hidden"/>
                                      </p:to>
                                    </p:set>
                                  </p:childTnLst>
                                </p:cTn>
                              </p:par>
                              <p:par>
                                <p:cTn id="100" presetID="1" presetClass="exit" presetSubtype="0" fill="hold" nodeType="withEffect">
                                  <p:stCondLst>
                                    <p:cond delay="0"/>
                                  </p:stCondLst>
                                  <p:childTnLst>
                                    <p:set>
                                      <p:cBhvr>
                                        <p:cTn id="101" dur="1" fill="hold">
                                          <p:stCondLst>
                                            <p:cond delay="0"/>
                                          </p:stCondLst>
                                        </p:cTn>
                                        <p:tgtEl>
                                          <p:spTgt spid="2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6" grpId="0" animBg="1"/>
      <p:bldP spid="16" grpId="1" animBg="1"/>
      <p:bldP spid="17" grpId="0"/>
      <p:bldP spid="18" grpId="0" animBg="1"/>
      <p:bldP spid="19" grpId="0" animBg="1"/>
      <p:bldP spid="20" grpId="0" animBg="1"/>
      <p:bldP spid="20" grpId="1" animBg="1"/>
      <p:bldP spid="21" grpId="1" build="allAtOnce"/>
      <p:bldP spid="22" grpId="0" animBg="1"/>
      <p:bldP spid="23" grpId="0" animBg="1"/>
      <p:bldP spid="24" grpId="0"/>
      <p:bldP spid="25" grpId="0" animBg="1"/>
      <p:bldP spid="25" grpId="1" animBg="1"/>
      <p:bldP spid="28" grpId="0"/>
      <p:bldP spid="28" grpId="1"/>
      <p:bldP spid="29" grpId="0" animBg="1"/>
      <p:bldP spid="30" grpId="0" animBg="1"/>
      <p:bldP spid="30" grpId="1" animBg="1"/>
      <p:bldP spid="31" grpId="0"/>
      <p:bldP spid="32" grpId="0" animBg="1"/>
      <p:bldP spid="33" grpId="0" animBg="1"/>
      <p:bldP spid="33" grpId="1" animBg="1"/>
      <p:bldP spid="34" grpId="0" animBg="1"/>
      <p:bldP spid="34" grpId="1" animBg="1"/>
      <p:bldP spid="35" grpId="0"/>
      <p:bldP spid="36" grpId="0" animBg="1"/>
      <p:bldP spid="39" grpId="0" animBg="1"/>
      <p:bldP spid="39" grpId="1" animBg="1"/>
      <p:bldP spid="50" grpId="0"/>
      <p:bldP spid="50" grpId="1"/>
      <p:bldP spid="51" grpId="0"/>
      <p:bldP spid="51" grpId="1"/>
      <p:bldP spid="53"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9A0A4C78-3DFD-7E4B-ABDD-904A731358B7}"/>
            </a:ext>
          </a:extLst>
        </p:cNvPr>
        <p:cNvGrpSpPr/>
        <p:nvPr/>
      </p:nvGrpSpPr>
      <p:grpSpPr>
        <a:xfrm>
          <a:off x="0" y="0"/>
          <a:ext cx="0" cy="0"/>
          <a:chOff x="0" y="0"/>
          <a:chExt cx="0" cy="0"/>
        </a:xfrm>
      </p:grpSpPr>
      <p:sp>
        <p:nvSpPr>
          <p:cNvPr id="37" name="!!Textfeld 98">
            <a:extLst>
              <a:ext uri="{FF2B5EF4-FFF2-40B4-BE49-F238E27FC236}">
                <a16:creationId xmlns:a16="http://schemas.microsoft.com/office/drawing/2014/main" id="{CC7F6B75-45F9-FFE2-FAF8-6A6506D4457F}"/>
              </a:ext>
            </a:extLst>
          </p:cNvPr>
          <p:cNvSpPr txBox="1"/>
          <p:nvPr/>
        </p:nvSpPr>
        <p:spPr>
          <a:xfrm>
            <a:off x="546826" y="174874"/>
            <a:ext cx="8471042"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Evaluating the </a:t>
            </a:r>
            <a:r>
              <a:rPr lang="en-US" sz="3500" b="1" dirty="0">
                <a:solidFill>
                  <a:srgbClr val="F6C96B"/>
                </a:solidFill>
                <a:latin typeface="Calibri" panose="020F0502020204030204" pitchFamily="34" charset="0"/>
                <a:cs typeface="Calibri" panose="020F0502020204030204" pitchFamily="34" charset="0"/>
              </a:rPr>
              <a:t>Preference Shift</a:t>
            </a:r>
            <a:endParaRPr lang="en-US" sz="3500" b="1" dirty="0">
              <a:solidFill>
                <a:schemeClr val="bg1"/>
              </a:solidFill>
              <a:latin typeface="Calibri" panose="020F0502020204030204" pitchFamily="34" charset="0"/>
              <a:cs typeface="Calibri" panose="020F0502020204030204" pitchFamily="34" charset="0"/>
            </a:endParaRPr>
          </a:p>
        </p:txBody>
      </p:sp>
      <p:pic>
        <p:nvPicPr>
          <p:cNvPr id="2" name="Picture 1">
            <a:extLst>
              <a:ext uri="{FF2B5EF4-FFF2-40B4-BE49-F238E27FC236}">
                <a16:creationId xmlns:a16="http://schemas.microsoft.com/office/drawing/2014/main" id="{CFAC14F1-B381-0B75-A3DB-DF0041587CAE}"/>
              </a:ext>
            </a:extLst>
          </p:cNvPr>
          <p:cNvPicPr>
            <a:picLocks noChangeAspect="1"/>
          </p:cNvPicPr>
          <p:nvPr/>
        </p:nvPicPr>
        <p:blipFill>
          <a:blip r:embed="rId3"/>
          <a:stretch>
            <a:fillRect/>
          </a:stretch>
        </p:blipFill>
        <p:spPr>
          <a:xfrm>
            <a:off x="8755441" y="97574"/>
            <a:ext cx="3351622" cy="1924745"/>
          </a:xfrm>
          <a:prstGeom prst="rect">
            <a:avLst/>
          </a:prstGeom>
        </p:spPr>
      </p:pic>
      <p:sp>
        <p:nvSpPr>
          <p:cNvPr id="3" name="Rounded Rectangle 49">
            <a:extLst>
              <a:ext uri="{FF2B5EF4-FFF2-40B4-BE49-F238E27FC236}">
                <a16:creationId xmlns:a16="http://schemas.microsoft.com/office/drawing/2014/main" id="{93844018-398F-8F41-5846-E9B1315AFA22}"/>
              </a:ext>
            </a:extLst>
          </p:cNvPr>
          <p:cNvSpPr/>
          <p:nvPr/>
        </p:nvSpPr>
        <p:spPr>
          <a:xfrm>
            <a:off x="216408" y="1053409"/>
            <a:ext cx="7965542" cy="5558342"/>
          </a:xfrm>
          <a:custGeom>
            <a:avLst/>
            <a:gdLst>
              <a:gd name="csX0" fmla="*/ 0 w 7965542"/>
              <a:gd name="csY0" fmla="*/ 582181 h 5558342"/>
              <a:gd name="csX1" fmla="*/ 582181 w 7965542"/>
              <a:gd name="csY1" fmla="*/ 0 h 5558342"/>
              <a:gd name="csX2" fmla="*/ 1058264 w 7965542"/>
              <a:gd name="csY2" fmla="*/ 0 h 5558342"/>
              <a:gd name="csX3" fmla="*/ 1738382 w 7965542"/>
              <a:gd name="csY3" fmla="*/ 0 h 5558342"/>
              <a:gd name="csX4" fmla="*/ 2554523 w 7965542"/>
              <a:gd name="csY4" fmla="*/ 0 h 5558342"/>
              <a:gd name="csX5" fmla="*/ 3302653 w 7965542"/>
              <a:gd name="csY5" fmla="*/ 0 h 5558342"/>
              <a:gd name="csX6" fmla="*/ 3914759 w 7965542"/>
              <a:gd name="csY6" fmla="*/ 0 h 5558342"/>
              <a:gd name="csX7" fmla="*/ 4662889 w 7965542"/>
              <a:gd name="csY7" fmla="*/ 0 h 5558342"/>
              <a:gd name="csX8" fmla="*/ 5206983 w 7965542"/>
              <a:gd name="csY8" fmla="*/ 0 h 5558342"/>
              <a:gd name="csX9" fmla="*/ 5887101 w 7965542"/>
              <a:gd name="csY9" fmla="*/ 0 h 5558342"/>
              <a:gd name="csX10" fmla="*/ 6363184 w 7965542"/>
              <a:gd name="csY10" fmla="*/ 0 h 5558342"/>
              <a:gd name="csX11" fmla="*/ 7383361 w 7965542"/>
              <a:gd name="csY11" fmla="*/ 0 h 5558342"/>
              <a:gd name="csX12" fmla="*/ 7965542 w 7965542"/>
              <a:gd name="csY12" fmla="*/ 582181 h 5558342"/>
              <a:gd name="csX13" fmla="*/ 7965542 w 7965542"/>
              <a:gd name="csY13" fmla="*/ 1297772 h 5558342"/>
              <a:gd name="csX14" fmla="*/ 7965542 w 7965542"/>
              <a:gd name="csY14" fmla="*/ 1837604 h 5558342"/>
              <a:gd name="csX15" fmla="*/ 7965542 w 7965542"/>
              <a:gd name="csY15" fmla="*/ 2465315 h 5558342"/>
              <a:gd name="csX16" fmla="*/ 7965542 w 7965542"/>
              <a:gd name="csY16" fmla="*/ 3136967 h 5558342"/>
              <a:gd name="csX17" fmla="*/ 7965542 w 7965542"/>
              <a:gd name="csY17" fmla="*/ 3852558 h 5558342"/>
              <a:gd name="csX18" fmla="*/ 7965542 w 7965542"/>
              <a:gd name="csY18" fmla="*/ 4976161 h 5558342"/>
              <a:gd name="csX19" fmla="*/ 7383361 w 7965542"/>
              <a:gd name="csY19" fmla="*/ 5558342 h 5558342"/>
              <a:gd name="csX20" fmla="*/ 6907278 w 7965542"/>
              <a:gd name="csY20" fmla="*/ 5558342 h 5558342"/>
              <a:gd name="csX21" fmla="*/ 6159149 w 7965542"/>
              <a:gd name="csY21" fmla="*/ 5558342 h 5558342"/>
              <a:gd name="csX22" fmla="*/ 5547042 w 7965542"/>
              <a:gd name="csY22" fmla="*/ 5558342 h 5558342"/>
              <a:gd name="csX23" fmla="*/ 5002948 w 7965542"/>
              <a:gd name="csY23" fmla="*/ 5558342 h 5558342"/>
              <a:gd name="csX24" fmla="*/ 4526865 w 7965542"/>
              <a:gd name="csY24" fmla="*/ 5558342 h 5558342"/>
              <a:gd name="csX25" fmla="*/ 3982771 w 7965542"/>
              <a:gd name="csY25" fmla="*/ 5558342 h 5558342"/>
              <a:gd name="csX26" fmla="*/ 3438677 w 7965542"/>
              <a:gd name="csY26" fmla="*/ 5558342 h 5558342"/>
              <a:gd name="csX27" fmla="*/ 2758559 w 7965542"/>
              <a:gd name="csY27" fmla="*/ 5558342 h 5558342"/>
              <a:gd name="csX28" fmla="*/ 2078441 w 7965542"/>
              <a:gd name="csY28" fmla="*/ 5558342 h 5558342"/>
              <a:gd name="csX29" fmla="*/ 1466334 w 7965542"/>
              <a:gd name="csY29" fmla="*/ 5558342 h 5558342"/>
              <a:gd name="csX30" fmla="*/ 582181 w 7965542"/>
              <a:gd name="csY30" fmla="*/ 5558342 h 5558342"/>
              <a:gd name="csX31" fmla="*/ 0 w 7965542"/>
              <a:gd name="csY31" fmla="*/ 4976161 h 5558342"/>
              <a:gd name="csX32" fmla="*/ 0 w 7965542"/>
              <a:gd name="csY32" fmla="*/ 4480269 h 5558342"/>
              <a:gd name="csX33" fmla="*/ 0 w 7965542"/>
              <a:gd name="csY33" fmla="*/ 3808618 h 5558342"/>
              <a:gd name="csX34" fmla="*/ 0 w 7965542"/>
              <a:gd name="csY34" fmla="*/ 3093027 h 5558342"/>
              <a:gd name="csX35" fmla="*/ 0 w 7965542"/>
              <a:gd name="csY35" fmla="*/ 2597135 h 5558342"/>
              <a:gd name="csX36" fmla="*/ 0 w 7965542"/>
              <a:gd name="csY36" fmla="*/ 1881544 h 5558342"/>
              <a:gd name="csX37" fmla="*/ 0 w 7965542"/>
              <a:gd name="csY37" fmla="*/ 1165953 h 5558342"/>
              <a:gd name="csX38" fmla="*/ 0 w 7965542"/>
              <a:gd name="csY38" fmla="*/ 582181 h 555834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Lst>
            <a:rect l="l" t="t" r="r" b="b"/>
            <a:pathLst>
              <a:path w="7965542" h="5558342" fill="none" extrusionOk="0">
                <a:moveTo>
                  <a:pt x="0" y="582181"/>
                </a:moveTo>
                <a:cubicBezTo>
                  <a:pt x="-41969" y="265683"/>
                  <a:pt x="273446" y="13439"/>
                  <a:pt x="582181" y="0"/>
                </a:cubicBezTo>
                <a:cubicBezTo>
                  <a:pt x="684878" y="2610"/>
                  <a:pt x="953019" y="19042"/>
                  <a:pt x="1058264" y="0"/>
                </a:cubicBezTo>
                <a:cubicBezTo>
                  <a:pt x="1163509" y="-19042"/>
                  <a:pt x="1578862" y="28744"/>
                  <a:pt x="1738382" y="0"/>
                </a:cubicBezTo>
                <a:cubicBezTo>
                  <a:pt x="1897902" y="-28744"/>
                  <a:pt x="2251469" y="5400"/>
                  <a:pt x="2554523" y="0"/>
                </a:cubicBezTo>
                <a:cubicBezTo>
                  <a:pt x="2857577" y="-5400"/>
                  <a:pt x="3073953" y="-13876"/>
                  <a:pt x="3302653" y="0"/>
                </a:cubicBezTo>
                <a:cubicBezTo>
                  <a:pt x="3531353" y="13876"/>
                  <a:pt x="3645519" y="-886"/>
                  <a:pt x="3914759" y="0"/>
                </a:cubicBezTo>
                <a:cubicBezTo>
                  <a:pt x="4183999" y="886"/>
                  <a:pt x="4399842" y="-4268"/>
                  <a:pt x="4662889" y="0"/>
                </a:cubicBezTo>
                <a:cubicBezTo>
                  <a:pt x="4925936" y="4268"/>
                  <a:pt x="4962299" y="-275"/>
                  <a:pt x="5206983" y="0"/>
                </a:cubicBezTo>
                <a:cubicBezTo>
                  <a:pt x="5451667" y="275"/>
                  <a:pt x="5595412" y="21114"/>
                  <a:pt x="5887101" y="0"/>
                </a:cubicBezTo>
                <a:cubicBezTo>
                  <a:pt x="6178790" y="-21114"/>
                  <a:pt x="6158990" y="22234"/>
                  <a:pt x="6363184" y="0"/>
                </a:cubicBezTo>
                <a:cubicBezTo>
                  <a:pt x="6567378" y="-22234"/>
                  <a:pt x="7160719" y="15522"/>
                  <a:pt x="7383361" y="0"/>
                </a:cubicBezTo>
                <a:cubicBezTo>
                  <a:pt x="7720883" y="-56170"/>
                  <a:pt x="7930149" y="197740"/>
                  <a:pt x="7965542" y="582181"/>
                </a:cubicBezTo>
                <a:cubicBezTo>
                  <a:pt x="7991257" y="898897"/>
                  <a:pt x="7960813" y="1145140"/>
                  <a:pt x="7965542" y="1297772"/>
                </a:cubicBezTo>
                <a:cubicBezTo>
                  <a:pt x="7970271" y="1450404"/>
                  <a:pt x="7968329" y="1583425"/>
                  <a:pt x="7965542" y="1837604"/>
                </a:cubicBezTo>
                <a:cubicBezTo>
                  <a:pt x="7962755" y="2091783"/>
                  <a:pt x="7956667" y="2277786"/>
                  <a:pt x="7965542" y="2465315"/>
                </a:cubicBezTo>
                <a:cubicBezTo>
                  <a:pt x="7974417" y="2652844"/>
                  <a:pt x="7994763" y="2968600"/>
                  <a:pt x="7965542" y="3136967"/>
                </a:cubicBezTo>
                <a:cubicBezTo>
                  <a:pt x="7936321" y="3305334"/>
                  <a:pt x="7962967" y="3543060"/>
                  <a:pt x="7965542" y="3852558"/>
                </a:cubicBezTo>
                <a:cubicBezTo>
                  <a:pt x="7968117" y="4162056"/>
                  <a:pt x="7941105" y="4640564"/>
                  <a:pt x="7965542" y="4976161"/>
                </a:cubicBezTo>
                <a:cubicBezTo>
                  <a:pt x="7971158" y="5308611"/>
                  <a:pt x="7740581" y="5548294"/>
                  <a:pt x="7383361" y="5558342"/>
                </a:cubicBezTo>
                <a:cubicBezTo>
                  <a:pt x="7158256" y="5538765"/>
                  <a:pt x="7052761" y="5571510"/>
                  <a:pt x="6907278" y="5558342"/>
                </a:cubicBezTo>
                <a:cubicBezTo>
                  <a:pt x="6761795" y="5545174"/>
                  <a:pt x="6525344" y="5544162"/>
                  <a:pt x="6159149" y="5558342"/>
                </a:cubicBezTo>
                <a:cubicBezTo>
                  <a:pt x="5792954" y="5572522"/>
                  <a:pt x="5724889" y="5552479"/>
                  <a:pt x="5547042" y="5558342"/>
                </a:cubicBezTo>
                <a:cubicBezTo>
                  <a:pt x="5369195" y="5564205"/>
                  <a:pt x="5264951" y="5570665"/>
                  <a:pt x="5002948" y="5558342"/>
                </a:cubicBezTo>
                <a:cubicBezTo>
                  <a:pt x="4740945" y="5546019"/>
                  <a:pt x="4695511" y="5543146"/>
                  <a:pt x="4526865" y="5558342"/>
                </a:cubicBezTo>
                <a:cubicBezTo>
                  <a:pt x="4358219" y="5573538"/>
                  <a:pt x="4248657" y="5564835"/>
                  <a:pt x="3982771" y="5558342"/>
                </a:cubicBezTo>
                <a:cubicBezTo>
                  <a:pt x="3716885" y="5551849"/>
                  <a:pt x="3667032" y="5583243"/>
                  <a:pt x="3438677" y="5558342"/>
                </a:cubicBezTo>
                <a:cubicBezTo>
                  <a:pt x="3210322" y="5533441"/>
                  <a:pt x="2964687" y="5558291"/>
                  <a:pt x="2758559" y="5558342"/>
                </a:cubicBezTo>
                <a:cubicBezTo>
                  <a:pt x="2552431" y="5558393"/>
                  <a:pt x="2256009" y="5558771"/>
                  <a:pt x="2078441" y="5558342"/>
                </a:cubicBezTo>
                <a:cubicBezTo>
                  <a:pt x="1900873" y="5557913"/>
                  <a:pt x="1740109" y="5572203"/>
                  <a:pt x="1466334" y="5558342"/>
                </a:cubicBezTo>
                <a:cubicBezTo>
                  <a:pt x="1192559" y="5544481"/>
                  <a:pt x="837781" y="5526310"/>
                  <a:pt x="582181" y="5558342"/>
                </a:cubicBezTo>
                <a:cubicBezTo>
                  <a:pt x="243776" y="5560195"/>
                  <a:pt x="8126" y="5307594"/>
                  <a:pt x="0" y="4976161"/>
                </a:cubicBezTo>
                <a:cubicBezTo>
                  <a:pt x="-1776" y="4735672"/>
                  <a:pt x="21103" y="4703640"/>
                  <a:pt x="0" y="4480269"/>
                </a:cubicBezTo>
                <a:cubicBezTo>
                  <a:pt x="-21103" y="4256898"/>
                  <a:pt x="32546" y="3955581"/>
                  <a:pt x="0" y="3808618"/>
                </a:cubicBezTo>
                <a:cubicBezTo>
                  <a:pt x="-32546" y="3661655"/>
                  <a:pt x="5643" y="3249813"/>
                  <a:pt x="0" y="3093027"/>
                </a:cubicBezTo>
                <a:cubicBezTo>
                  <a:pt x="-5643" y="2936241"/>
                  <a:pt x="-13747" y="2820392"/>
                  <a:pt x="0" y="2597135"/>
                </a:cubicBezTo>
                <a:cubicBezTo>
                  <a:pt x="13747" y="2373878"/>
                  <a:pt x="16297" y="2222141"/>
                  <a:pt x="0" y="1881544"/>
                </a:cubicBezTo>
                <a:cubicBezTo>
                  <a:pt x="-16297" y="1540947"/>
                  <a:pt x="3036" y="1352379"/>
                  <a:pt x="0" y="1165953"/>
                </a:cubicBezTo>
                <a:cubicBezTo>
                  <a:pt x="-3036" y="979527"/>
                  <a:pt x="-15262" y="825808"/>
                  <a:pt x="0" y="582181"/>
                </a:cubicBezTo>
                <a:close/>
              </a:path>
              <a:path w="7965542" h="5558342" stroke="0" extrusionOk="0">
                <a:moveTo>
                  <a:pt x="0" y="582181"/>
                </a:moveTo>
                <a:cubicBezTo>
                  <a:pt x="-37401" y="237581"/>
                  <a:pt x="238751" y="8219"/>
                  <a:pt x="582181" y="0"/>
                </a:cubicBezTo>
                <a:cubicBezTo>
                  <a:pt x="887686" y="-4574"/>
                  <a:pt x="1006613" y="9279"/>
                  <a:pt x="1398323" y="0"/>
                </a:cubicBezTo>
                <a:cubicBezTo>
                  <a:pt x="1790033" y="-9279"/>
                  <a:pt x="1845223" y="-4234"/>
                  <a:pt x="2010429" y="0"/>
                </a:cubicBezTo>
                <a:cubicBezTo>
                  <a:pt x="2175635" y="4234"/>
                  <a:pt x="2362391" y="2146"/>
                  <a:pt x="2554523" y="0"/>
                </a:cubicBezTo>
                <a:cubicBezTo>
                  <a:pt x="2746655" y="-2146"/>
                  <a:pt x="2958061" y="-25894"/>
                  <a:pt x="3302653" y="0"/>
                </a:cubicBezTo>
                <a:cubicBezTo>
                  <a:pt x="3647245" y="25894"/>
                  <a:pt x="3689799" y="21870"/>
                  <a:pt x="3914759" y="0"/>
                </a:cubicBezTo>
                <a:cubicBezTo>
                  <a:pt x="4139719" y="-21870"/>
                  <a:pt x="4395448" y="745"/>
                  <a:pt x="4730901" y="0"/>
                </a:cubicBezTo>
                <a:cubicBezTo>
                  <a:pt x="5066354" y="-745"/>
                  <a:pt x="5064921" y="-12046"/>
                  <a:pt x="5274995" y="0"/>
                </a:cubicBezTo>
                <a:cubicBezTo>
                  <a:pt x="5485069" y="12046"/>
                  <a:pt x="5837096" y="1577"/>
                  <a:pt x="6091137" y="0"/>
                </a:cubicBezTo>
                <a:cubicBezTo>
                  <a:pt x="6345178" y="-1577"/>
                  <a:pt x="6463879" y="13211"/>
                  <a:pt x="6567219" y="0"/>
                </a:cubicBezTo>
                <a:cubicBezTo>
                  <a:pt x="6670559" y="-13211"/>
                  <a:pt x="7130507" y="-9019"/>
                  <a:pt x="7383361" y="0"/>
                </a:cubicBezTo>
                <a:cubicBezTo>
                  <a:pt x="7733261" y="42231"/>
                  <a:pt x="7969051" y="296994"/>
                  <a:pt x="7965542" y="582181"/>
                </a:cubicBezTo>
                <a:cubicBezTo>
                  <a:pt x="7989102" y="684402"/>
                  <a:pt x="7949217" y="943175"/>
                  <a:pt x="7965542" y="1078073"/>
                </a:cubicBezTo>
                <a:cubicBezTo>
                  <a:pt x="7981867" y="1212971"/>
                  <a:pt x="7989029" y="1568677"/>
                  <a:pt x="7965542" y="1793664"/>
                </a:cubicBezTo>
                <a:cubicBezTo>
                  <a:pt x="7942055" y="2018651"/>
                  <a:pt x="7968542" y="2073465"/>
                  <a:pt x="7965542" y="2333496"/>
                </a:cubicBezTo>
                <a:cubicBezTo>
                  <a:pt x="7962542" y="2593527"/>
                  <a:pt x="7951651" y="2751973"/>
                  <a:pt x="7965542" y="2961207"/>
                </a:cubicBezTo>
                <a:cubicBezTo>
                  <a:pt x="7979433" y="3170441"/>
                  <a:pt x="7958288" y="3360829"/>
                  <a:pt x="7965542" y="3676798"/>
                </a:cubicBezTo>
                <a:cubicBezTo>
                  <a:pt x="7972796" y="3992767"/>
                  <a:pt x="7935297" y="4119093"/>
                  <a:pt x="7965542" y="4304510"/>
                </a:cubicBezTo>
                <a:cubicBezTo>
                  <a:pt x="7995787" y="4489927"/>
                  <a:pt x="7977155" y="4727978"/>
                  <a:pt x="7965542" y="4976161"/>
                </a:cubicBezTo>
                <a:cubicBezTo>
                  <a:pt x="7942852" y="5298625"/>
                  <a:pt x="7739901" y="5495230"/>
                  <a:pt x="7383361" y="5558342"/>
                </a:cubicBezTo>
                <a:cubicBezTo>
                  <a:pt x="7209407" y="5583611"/>
                  <a:pt x="6867984" y="5556315"/>
                  <a:pt x="6635231" y="5558342"/>
                </a:cubicBezTo>
                <a:cubicBezTo>
                  <a:pt x="6402478" y="5560370"/>
                  <a:pt x="6274334" y="5545297"/>
                  <a:pt x="6091137" y="5558342"/>
                </a:cubicBezTo>
                <a:cubicBezTo>
                  <a:pt x="5907940" y="5571387"/>
                  <a:pt x="5731752" y="5585811"/>
                  <a:pt x="5411019" y="5558342"/>
                </a:cubicBezTo>
                <a:cubicBezTo>
                  <a:pt x="5090286" y="5530873"/>
                  <a:pt x="5156898" y="5551390"/>
                  <a:pt x="4934936" y="5558342"/>
                </a:cubicBezTo>
                <a:cubicBezTo>
                  <a:pt x="4712974" y="5565294"/>
                  <a:pt x="4631174" y="5539685"/>
                  <a:pt x="4458854" y="5558342"/>
                </a:cubicBezTo>
                <a:cubicBezTo>
                  <a:pt x="4286534" y="5576999"/>
                  <a:pt x="3950895" y="5541514"/>
                  <a:pt x="3778736" y="5558342"/>
                </a:cubicBezTo>
                <a:cubicBezTo>
                  <a:pt x="3606577" y="5575170"/>
                  <a:pt x="3477051" y="5555468"/>
                  <a:pt x="3234641" y="5558342"/>
                </a:cubicBezTo>
                <a:cubicBezTo>
                  <a:pt x="2992231" y="5561216"/>
                  <a:pt x="2844452" y="5553845"/>
                  <a:pt x="2486511" y="5558342"/>
                </a:cubicBezTo>
                <a:cubicBezTo>
                  <a:pt x="2128570" y="5562840"/>
                  <a:pt x="2094110" y="5578543"/>
                  <a:pt x="1942417" y="5558342"/>
                </a:cubicBezTo>
                <a:cubicBezTo>
                  <a:pt x="1790724" y="5538141"/>
                  <a:pt x="1439649" y="5595332"/>
                  <a:pt x="1194287" y="5558342"/>
                </a:cubicBezTo>
                <a:cubicBezTo>
                  <a:pt x="948925" y="5521353"/>
                  <a:pt x="737943" y="5575269"/>
                  <a:pt x="582181" y="5558342"/>
                </a:cubicBezTo>
                <a:cubicBezTo>
                  <a:pt x="283506" y="5518662"/>
                  <a:pt x="-58003" y="5275456"/>
                  <a:pt x="0" y="4976161"/>
                </a:cubicBezTo>
                <a:cubicBezTo>
                  <a:pt x="15390" y="4770365"/>
                  <a:pt x="15962" y="4628344"/>
                  <a:pt x="0" y="4392389"/>
                </a:cubicBezTo>
                <a:cubicBezTo>
                  <a:pt x="-15962" y="4156434"/>
                  <a:pt x="23877" y="4031235"/>
                  <a:pt x="0" y="3852558"/>
                </a:cubicBezTo>
                <a:cubicBezTo>
                  <a:pt x="-23877" y="3673881"/>
                  <a:pt x="5857" y="3435455"/>
                  <a:pt x="0" y="3180906"/>
                </a:cubicBezTo>
                <a:cubicBezTo>
                  <a:pt x="-5857" y="2926357"/>
                  <a:pt x="1431" y="2827184"/>
                  <a:pt x="0" y="2641074"/>
                </a:cubicBezTo>
                <a:cubicBezTo>
                  <a:pt x="-1431" y="2454964"/>
                  <a:pt x="-18059" y="2328465"/>
                  <a:pt x="0" y="2145182"/>
                </a:cubicBezTo>
                <a:cubicBezTo>
                  <a:pt x="18059" y="1961899"/>
                  <a:pt x="19126" y="1777353"/>
                  <a:pt x="0" y="1605351"/>
                </a:cubicBezTo>
                <a:cubicBezTo>
                  <a:pt x="-19126" y="1433349"/>
                  <a:pt x="29833" y="830602"/>
                  <a:pt x="0" y="582181"/>
                </a:cubicBezTo>
                <a:close/>
              </a:path>
            </a:pathLst>
          </a:custGeom>
          <a:solidFill>
            <a:srgbClr val="F1F4F9"/>
          </a:solidFill>
          <a:ln w="139700">
            <a:solidFill>
              <a:srgbClr val="F1F4F9"/>
            </a:solidFill>
            <a:extLst>
              <a:ext uri="{C807C97D-BFC1-408E-A445-0C87EB9F89A2}">
                <ask:lineSketchStyleProps xmlns:ask="http://schemas.microsoft.com/office/drawing/2018/sketchyshapes" sd="1219033472">
                  <a:prstGeom prst="roundRect">
                    <a:avLst>
                      <a:gd name="adj" fmla="val 10474"/>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nvGrpSpPr>
          <p:cNvPr id="4" name="Gruppieren 8991">
            <a:extLst>
              <a:ext uri="{FF2B5EF4-FFF2-40B4-BE49-F238E27FC236}">
                <a16:creationId xmlns:a16="http://schemas.microsoft.com/office/drawing/2014/main" id="{E5AF47F3-F6E0-92FC-E9AC-CB12B68F4720}"/>
              </a:ext>
            </a:extLst>
          </p:cNvPr>
          <p:cNvGrpSpPr/>
          <p:nvPr/>
        </p:nvGrpSpPr>
        <p:grpSpPr>
          <a:xfrm>
            <a:off x="119807" y="1089034"/>
            <a:ext cx="7982861" cy="5558342"/>
            <a:chOff x="-18790159" y="21287233"/>
            <a:chExt cx="15633189" cy="10492158"/>
          </a:xfrm>
        </p:grpSpPr>
        <p:grpSp>
          <p:nvGrpSpPr>
            <p:cNvPr id="5" name="Gruppieren 8963">
              <a:extLst>
                <a:ext uri="{FF2B5EF4-FFF2-40B4-BE49-F238E27FC236}">
                  <a16:creationId xmlns:a16="http://schemas.microsoft.com/office/drawing/2014/main" id="{42A67BE7-0DD2-DE20-6E6C-50A2FA9BFFCA}"/>
                </a:ext>
              </a:extLst>
            </p:cNvPr>
            <p:cNvGrpSpPr/>
            <p:nvPr/>
          </p:nvGrpSpPr>
          <p:grpSpPr>
            <a:xfrm>
              <a:off x="-3633823" y="22035217"/>
              <a:ext cx="476853" cy="7984073"/>
              <a:chOff x="9570808" y="1329997"/>
              <a:chExt cx="242922" cy="4067060"/>
            </a:xfrm>
          </p:grpSpPr>
          <p:pic>
            <p:nvPicPr>
              <p:cNvPr id="8" name="Picture 2">
                <a:extLst>
                  <a:ext uri="{FF2B5EF4-FFF2-40B4-BE49-F238E27FC236}">
                    <a16:creationId xmlns:a16="http://schemas.microsoft.com/office/drawing/2014/main" id="{8F6EA357-1DEB-7277-2516-BB7243E542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rot="16200000">
                <a:off x="9452280" y="4951651"/>
                <a:ext cx="568547" cy="154352"/>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a:extLst>
                  <a:ext uri="{FF2B5EF4-FFF2-40B4-BE49-F238E27FC236}">
                    <a16:creationId xmlns:a16="http://schemas.microsoft.com/office/drawing/2014/main" id="{DDC6443B-C771-701A-E7D0-B37DA748BF9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rot="16200000">
                <a:off x="9417431" y="1633771"/>
                <a:ext cx="598827" cy="12101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8" descr="Qwen - Wikipedia">
                <a:extLst>
                  <a:ext uri="{FF2B5EF4-FFF2-40B4-BE49-F238E27FC236}">
                    <a16:creationId xmlns:a16="http://schemas.microsoft.com/office/drawing/2014/main" id="{F6D657D4-A163-182B-339D-2CF5C6777F5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6200000">
                <a:off x="9471948" y="3050886"/>
                <a:ext cx="509084" cy="14964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2" descr="Brand assets | Mistral AI">
                <a:extLst>
                  <a:ext uri="{FF2B5EF4-FFF2-40B4-BE49-F238E27FC236}">
                    <a16:creationId xmlns:a16="http://schemas.microsoft.com/office/drawing/2014/main" id="{1DF38451-7C07-1F1A-62CB-B53A2079939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9385242" y="2360632"/>
                <a:ext cx="677189" cy="106780"/>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4">
                <a:extLst>
                  <a:ext uri="{FF2B5EF4-FFF2-40B4-BE49-F238E27FC236}">
                    <a16:creationId xmlns:a16="http://schemas.microsoft.com/office/drawing/2014/main" id="{3781FC9B-FB1D-9689-B8DA-984827AB6C82}"/>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rot="16200000">
                <a:off x="9466249" y="3744235"/>
                <a:ext cx="537809" cy="114074"/>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6">
                <a:extLst>
                  <a:ext uri="{FF2B5EF4-FFF2-40B4-BE49-F238E27FC236}">
                    <a16:creationId xmlns:a16="http://schemas.microsoft.com/office/drawing/2014/main" id="{52E84E15-239D-63ED-2BE3-CCA48B83F57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rot="16200000">
                <a:off x="9493913" y="4346722"/>
                <a:ext cx="474559" cy="53388"/>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Gerade Verbindung 8971">
                <a:extLst>
                  <a:ext uri="{FF2B5EF4-FFF2-40B4-BE49-F238E27FC236}">
                    <a16:creationId xmlns:a16="http://schemas.microsoft.com/office/drawing/2014/main" id="{3DADB6C5-EC92-B79C-3722-79A367A0E16E}"/>
                  </a:ext>
                </a:extLst>
              </p:cNvPr>
              <p:cNvCxnSpPr>
                <a:cxnSpLocks/>
              </p:cNvCxnSpPr>
              <p:nvPr/>
            </p:nvCxnSpPr>
            <p:spPr>
              <a:xfrm>
                <a:off x="9619085" y="1329997"/>
                <a:ext cx="0" cy="4060080"/>
              </a:xfrm>
              <a:prstGeom prst="line">
                <a:avLst/>
              </a:prstGeom>
              <a:ln w="1270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26" name="Gerade Verbindung 8972">
                <a:extLst>
                  <a:ext uri="{FF2B5EF4-FFF2-40B4-BE49-F238E27FC236}">
                    <a16:creationId xmlns:a16="http://schemas.microsoft.com/office/drawing/2014/main" id="{926CF335-DA4C-BDFB-ED30-F1A11B1196AF}"/>
                  </a:ext>
                </a:extLst>
              </p:cNvPr>
              <p:cNvCxnSpPr>
                <a:cxnSpLocks/>
              </p:cNvCxnSpPr>
              <p:nvPr/>
            </p:nvCxnSpPr>
            <p:spPr>
              <a:xfrm>
                <a:off x="9574477" y="2047628"/>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38" name="Gerade Verbindung 8973">
                <a:extLst>
                  <a:ext uri="{FF2B5EF4-FFF2-40B4-BE49-F238E27FC236}">
                    <a16:creationId xmlns:a16="http://schemas.microsoft.com/office/drawing/2014/main" id="{8B3F38F7-C74E-D986-1DB6-7D1B60263C75}"/>
                  </a:ext>
                </a:extLst>
              </p:cNvPr>
              <p:cNvCxnSpPr>
                <a:cxnSpLocks/>
              </p:cNvCxnSpPr>
              <p:nvPr/>
            </p:nvCxnSpPr>
            <p:spPr>
              <a:xfrm>
                <a:off x="9570808" y="2788222"/>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1" name="Gerade Verbindung 8974">
                <a:extLst>
                  <a:ext uri="{FF2B5EF4-FFF2-40B4-BE49-F238E27FC236}">
                    <a16:creationId xmlns:a16="http://schemas.microsoft.com/office/drawing/2014/main" id="{2A491A7E-F29A-3A21-F0C2-EABBCD7F5291}"/>
                  </a:ext>
                </a:extLst>
              </p:cNvPr>
              <p:cNvCxnSpPr>
                <a:cxnSpLocks/>
              </p:cNvCxnSpPr>
              <p:nvPr/>
            </p:nvCxnSpPr>
            <p:spPr>
              <a:xfrm>
                <a:off x="9574298" y="3525580"/>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2" name="Gerade Verbindung 8975">
                <a:extLst>
                  <a:ext uri="{FF2B5EF4-FFF2-40B4-BE49-F238E27FC236}">
                    <a16:creationId xmlns:a16="http://schemas.microsoft.com/office/drawing/2014/main" id="{4597EDAB-F787-8573-5C80-7791316AA043}"/>
                  </a:ext>
                </a:extLst>
              </p:cNvPr>
              <p:cNvCxnSpPr>
                <a:cxnSpLocks/>
              </p:cNvCxnSpPr>
              <p:nvPr/>
            </p:nvCxnSpPr>
            <p:spPr>
              <a:xfrm>
                <a:off x="9574298" y="4093387"/>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4" name="Gerade Verbindung 8976">
                <a:extLst>
                  <a:ext uri="{FF2B5EF4-FFF2-40B4-BE49-F238E27FC236}">
                    <a16:creationId xmlns:a16="http://schemas.microsoft.com/office/drawing/2014/main" id="{F44952C0-0884-2908-111A-328522B3A8F3}"/>
                  </a:ext>
                </a:extLst>
              </p:cNvPr>
              <p:cNvCxnSpPr>
                <a:cxnSpLocks/>
              </p:cNvCxnSpPr>
              <p:nvPr/>
            </p:nvCxnSpPr>
            <p:spPr>
              <a:xfrm>
                <a:off x="9574477" y="4670473"/>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5" name="Gerade Verbindung 8977">
                <a:extLst>
                  <a:ext uri="{FF2B5EF4-FFF2-40B4-BE49-F238E27FC236}">
                    <a16:creationId xmlns:a16="http://schemas.microsoft.com/office/drawing/2014/main" id="{F2E51DB2-115C-D9D0-737B-93363ECCE7CB}"/>
                  </a:ext>
                </a:extLst>
              </p:cNvPr>
              <p:cNvCxnSpPr>
                <a:cxnSpLocks/>
              </p:cNvCxnSpPr>
              <p:nvPr/>
            </p:nvCxnSpPr>
            <p:spPr>
              <a:xfrm>
                <a:off x="9575784" y="5397057"/>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47" name="Gerade Verbindung 8978">
                <a:extLst>
                  <a:ext uri="{FF2B5EF4-FFF2-40B4-BE49-F238E27FC236}">
                    <a16:creationId xmlns:a16="http://schemas.microsoft.com/office/drawing/2014/main" id="{73C993E5-8897-01B4-966D-6CAFF797529B}"/>
                  </a:ext>
                </a:extLst>
              </p:cNvPr>
              <p:cNvCxnSpPr>
                <a:cxnSpLocks/>
              </p:cNvCxnSpPr>
              <p:nvPr/>
            </p:nvCxnSpPr>
            <p:spPr>
              <a:xfrm>
                <a:off x="9574296" y="1329997"/>
                <a:ext cx="90000" cy="0"/>
              </a:xfrm>
              <a:prstGeom prst="line">
                <a:avLst/>
              </a:prstGeom>
              <a:ln w="19050">
                <a:solidFill>
                  <a:schemeClr val="tx1"/>
                </a:solidFill>
              </a:ln>
              <a:effectLst/>
            </p:spPr>
            <p:style>
              <a:lnRef idx="2">
                <a:schemeClr val="accent1"/>
              </a:lnRef>
              <a:fillRef idx="0">
                <a:schemeClr val="accent1"/>
              </a:fillRef>
              <a:effectRef idx="1">
                <a:schemeClr val="accent1"/>
              </a:effectRef>
              <a:fontRef idx="minor">
                <a:schemeClr val="tx1"/>
              </a:fontRef>
            </p:style>
          </p:cxnSp>
        </p:grpSp>
        <p:pic>
          <p:nvPicPr>
            <p:cNvPr id="6" name="Grafik 8964">
              <a:extLst>
                <a:ext uri="{FF2B5EF4-FFF2-40B4-BE49-F238E27FC236}">
                  <a16:creationId xmlns:a16="http://schemas.microsoft.com/office/drawing/2014/main" id="{0F940B0C-2E8C-4BDE-50BB-FB15005C3F99}"/>
                </a:ext>
              </a:extLst>
            </p:cNvPr>
            <p:cNvPicPr>
              <a:picLocks noChangeAspect="1"/>
            </p:cNvPicPr>
            <p:nvPr/>
          </p:nvPicPr>
          <p:blipFill>
            <a:blip>
              <a:extLst>
                <a:ext uri="{96DAC541-7B7A-43D3-8B79-37D633B846F1}">
                  <asvg:svgBlip xmlns:asvg="http://schemas.microsoft.com/office/drawing/2016/SVG/main" r:embed="rId10"/>
                </a:ext>
              </a:extLst>
            </a:blip>
            <a:srcRect b="6173"/>
            <a:stretch>
              <a:fillRect/>
            </a:stretch>
          </p:blipFill>
          <p:spPr>
            <a:xfrm>
              <a:off x="-18790159" y="21287233"/>
              <a:ext cx="15257130" cy="9745218"/>
            </a:xfrm>
            <a:prstGeom prst="rect">
              <a:avLst/>
            </a:prstGeom>
          </p:spPr>
        </p:pic>
        <p:sp>
          <p:nvSpPr>
            <p:cNvPr id="7" name="Textfeld 8990">
              <a:extLst>
                <a:ext uri="{FF2B5EF4-FFF2-40B4-BE49-F238E27FC236}">
                  <a16:creationId xmlns:a16="http://schemas.microsoft.com/office/drawing/2014/main" id="{B409D2D4-D9B7-5FA2-2BBC-27AA773A2A15}"/>
                </a:ext>
              </a:extLst>
            </p:cNvPr>
            <p:cNvSpPr txBox="1"/>
            <p:nvPr/>
          </p:nvSpPr>
          <p:spPr>
            <a:xfrm>
              <a:off x="-15731041" y="31068444"/>
              <a:ext cx="12264572" cy="710947"/>
            </a:xfrm>
            <a:prstGeom prst="rect">
              <a:avLst/>
            </a:prstGeom>
            <a:noFill/>
          </p:spPr>
          <p:txBody>
            <a:bodyPr wrap="square" rtlCol="0">
              <a:spAutoFit/>
            </a:bodyPr>
            <a:lstStyle/>
            <a:p>
              <a:pPr algn="ctr"/>
              <a:r>
                <a:rPr lang="de-DE" sz="2000" dirty="0" err="1">
                  <a:solidFill>
                    <a:srgbClr val="262626"/>
                  </a:solidFill>
                  <a:latin typeface="Arial" panose="020B0604020202020204" pitchFamily="34" charset="0"/>
                  <a:cs typeface="Arial" panose="020B0604020202020204" pitchFamily="34" charset="0"/>
                </a:rPr>
                <a:t>Contextual</a:t>
              </a:r>
              <a:r>
                <a:rPr lang="de-DE" sz="2000" dirty="0">
                  <a:solidFill>
                    <a:srgbClr val="262626"/>
                  </a:solidFill>
                  <a:latin typeface="Arial" panose="020B0604020202020204" pitchFamily="34" charset="0"/>
                  <a:cs typeface="Arial" panose="020B0604020202020204" pitchFamily="34" charset="0"/>
                </a:rPr>
                <a:t> Preference Shift (95% CI)</a:t>
              </a:r>
            </a:p>
          </p:txBody>
        </p:sp>
      </p:grpSp>
      <p:sp>
        <p:nvSpPr>
          <p:cNvPr id="49" name="!!Rounded Rectangle 48">
            <a:extLst>
              <a:ext uri="{FF2B5EF4-FFF2-40B4-BE49-F238E27FC236}">
                <a16:creationId xmlns:a16="http://schemas.microsoft.com/office/drawing/2014/main" id="{E0A5859C-D9C9-D56D-C4C4-84430C87EE0A}"/>
              </a:ext>
            </a:extLst>
          </p:cNvPr>
          <p:cNvSpPr/>
          <p:nvPr/>
        </p:nvSpPr>
        <p:spPr>
          <a:xfrm>
            <a:off x="8412541" y="2531070"/>
            <a:ext cx="3694522" cy="1355128"/>
          </a:xfrm>
          <a:custGeom>
            <a:avLst/>
            <a:gdLst>
              <a:gd name="csX0" fmla="*/ 0 w 3694522"/>
              <a:gd name="csY0" fmla="*/ 225859 h 1355128"/>
              <a:gd name="csX1" fmla="*/ 225859 w 3694522"/>
              <a:gd name="csY1" fmla="*/ 0 h 1355128"/>
              <a:gd name="csX2" fmla="*/ 906848 w 3694522"/>
              <a:gd name="csY2" fmla="*/ 0 h 1355128"/>
              <a:gd name="csX3" fmla="*/ 1490553 w 3694522"/>
              <a:gd name="csY3" fmla="*/ 0 h 1355128"/>
              <a:gd name="csX4" fmla="*/ 2139113 w 3694522"/>
              <a:gd name="csY4" fmla="*/ 0 h 1355128"/>
              <a:gd name="csX5" fmla="*/ 2690390 w 3694522"/>
              <a:gd name="csY5" fmla="*/ 0 h 1355128"/>
              <a:gd name="csX6" fmla="*/ 3468663 w 3694522"/>
              <a:gd name="csY6" fmla="*/ 0 h 1355128"/>
              <a:gd name="csX7" fmla="*/ 3694522 w 3694522"/>
              <a:gd name="csY7" fmla="*/ 225859 h 1355128"/>
              <a:gd name="csX8" fmla="*/ 3694522 w 3694522"/>
              <a:gd name="csY8" fmla="*/ 686598 h 1355128"/>
              <a:gd name="csX9" fmla="*/ 3694522 w 3694522"/>
              <a:gd name="csY9" fmla="*/ 1129269 h 1355128"/>
              <a:gd name="csX10" fmla="*/ 3468663 w 3694522"/>
              <a:gd name="csY10" fmla="*/ 1355128 h 1355128"/>
              <a:gd name="csX11" fmla="*/ 2820102 w 3694522"/>
              <a:gd name="csY11" fmla="*/ 1355128 h 1355128"/>
              <a:gd name="csX12" fmla="*/ 2236397 w 3694522"/>
              <a:gd name="csY12" fmla="*/ 1355128 h 1355128"/>
              <a:gd name="csX13" fmla="*/ 1685121 w 3694522"/>
              <a:gd name="csY13" fmla="*/ 1355128 h 1355128"/>
              <a:gd name="csX14" fmla="*/ 1101416 w 3694522"/>
              <a:gd name="csY14" fmla="*/ 1355128 h 1355128"/>
              <a:gd name="csX15" fmla="*/ 225859 w 3694522"/>
              <a:gd name="csY15" fmla="*/ 1355128 h 1355128"/>
              <a:gd name="csX16" fmla="*/ 0 w 3694522"/>
              <a:gd name="csY16" fmla="*/ 1129269 h 1355128"/>
              <a:gd name="csX17" fmla="*/ 0 w 3694522"/>
              <a:gd name="csY17" fmla="*/ 695632 h 1355128"/>
              <a:gd name="csX18" fmla="*/ 0 w 3694522"/>
              <a:gd name="csY18" fmla="*/ 225859 h 135512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694522" h="1355128" fill="none" extrusionOk="0">
                <a:moveTo>
                  <a:pt x="0" y="225859"/>
                </a:moveTo>
                <a:cubicBezTo>
                  <a:pt x="-13703" y="101685"/>
                  <a:pt x="105458" y="-7818"/>
                  <a:pt x="225859" y="0"/>
                </a:cubicBezTo>
                <a:cubicBezTo>
                  <a:pt x="518873" y="-18159"/>
                  <a:pt x="589977" y="26213"/>
                  <a:pt x="906848" y="0"/>
                </a:cubicBezTo>
                <a:cubicBezTo>
                  <a:pt x="1223719" y="-26213"/>
                  <a:pt x="1342902" y="25800"/>
                  <a:pt x="1490553" y="0"/>
                </a:cubicBezTo>
                <a:cubicBezTo>
                  <a:pt x="1638204" y="-25800"/>
                  <a:pt x="1942337" y="24158"/>
                  <a:pt x="2139113" y="0"/>
                </a:cubicBezTo>
                <a:cubicBezTo>
                  <a:pt x="2335889" y="-24158"/>
                  <a:pt x="2571879" y="2202"/>
                  <a:pt x="2690390" y="0"/>
                </a:cubicBezTo>
                <a:cubicBezTo>
                  <a:pt x="2808901" y="-2202"/>
                  <a:pt x="3228570" y="-37863"/>
                  <a:pt x="3468663" y="0"/>
                </a:cubicBezTo>
                <a:cubicBezTo>
                  <a:pt x="3585619" y="15621"/>
                  <a:pt x="3688083" y="92577"/>
                  <a:pt x="3694522" y="225859"/>
                </a:cubicBezTo>
                <a:cubicBezTo>
                  <a:pt x="3700087" y="343212"/>
                  <a:pt x="3684291" y="544455"/>
                  <a:pt x="3694522" y="686598"/>
                </a:cubicBezTo>
                <a:cubicBezTo>
                  <a:pt x="3704753" y="828741"/>
                  <a:pt x="3683761" y="963312"/>
                  <a:pt x="3694522" y="1129269"/>
                </a:cubicBezTo>
                <a:cubicBezTo>
                  <a:pt x="3688768" y="1271946"/>
                  <a:pt x="3588328" y="1339152"/>
                  <a:pt x="3468663" y="1355128"/>
                </a:cubicBezTo>
                <a:cubicBezTo>
                  <a:pt x="3311018" y="1352106"/>
                  <a:pt x="3075851" y="1385038"/>
                  <a:pt x="2820102" y="1355128"/>
                </a:cubicBezTo>
                <a:cubicBezTo>
                  <a:pt x="2564353" y="1325218"/>
                  <a:pt x="2373803" y="1349781"/>
                  <a:pt x="2236397" y="1355128"/>
                </a:cubicBezTo>
                <a:cubicBezTo>
                  <a:pt x="2098991" y="1360475"/>
                  <a:pt x="1834813" y="1368143"/>
                  <a:pt x="1685121" y="1355128"/>
                </a:cubicBezTo>
                <a:cubicBezTo>
                  <a:pt x="1535429" y="1342113"/>
                  <a:pt x="1231315" y="1341519"/>
                  <a:pt x="1101416" y="1355128"/>
                </a:cubicBezTo>
                <a:cubicBezTo>
                  <a:pt x="971518" y="1368737"/>
                  <a:pt x="444786" y="1378403"/>
                  <a:pt x="225859" y="1355128"/>
                </a:cubicBezTo>
                <a:cubicBezTo>
                  <a:pt x="113367" y="1351887"/>
                  <a:pt x="-726" y="1259039"/>
                  <a:pt x="0" y="1129269"/>
                </a:cubicBezTo>
                <a:cubicBezTo>
                  <a:pt x="20208" y="918079"/>
                  <a:pt x="16263" y="821820"/>
                  <a:pt x="0" y="695632"/>
                </a:cubicBezTo>
                <a:cubicBezTo>
                  <a:pt x="-16263" y="569444"/>
                  <a:pt x="-14113" y="422279"/>
                  <a:pt x="0" y="225859"/>
                </a:cubicBezTo>
                <a:close/>
              </a:path>
              <a:path w="3694522" h="1355128" stroke="0" extrusionOk="0">
                <a:moveTo>
                  <a:pt x="0" y="225859"/>
                </a:moveTo>
                <a:cubicBezTo>
                  <a:pt x="-21875" y="87628"/>
                  <a:pt x="78571" y="8464"/>
                  <a:pt x="225859" y="0"/>
                </a:cubicBezTo>
                <a:cubicBezTo>
                  <a:pt x="406528" y="11160"/>
                  <a:pt x="601231" y="31523"/>
                  <a:pt x="939276" y="0"/>
                </a:cubicBezTo>
                <a:cubicBezTo>
                  <a:pt x="1277321" y="-31523"/>
                  <a:pt x="1419794" y="6459"/>
                  <a:pt x="1555409" y="0"/>
                </a:cubicBezTo>
                <a:cubicBezTo>
                  <a:pt x="1691024" y="-6459"/>
                  <a:pt x="1855230" y="-10299"/>
                  <a:pt x="2139113" y="0"/>
                </a:cubicBezTo>
                <a:cubicBezTo>
                  <a:pt x="2422996" y="10299"/>
                  <a:pt x="2546836" y="-10169"/>
                  <a:pt x="2820102" y="0"/>
                </a:cubicBezTo>
                <a:cubicBezTo>
                  <a:pt x="3093368" y="10169"/>
                  <a:pt x="3209886" y="10987"/>
                  <a:pt x="3468663" y="0"/>
                </a:cubicBezTo>
                <a:cubicBezTo>
                  <a:pt x="3595343" y="-3160"/>
                  <a:pt x="3681326" y="112717"/>
                  <a:pt x="3694522" y="225859"/>
                </a:cubicBezTo>
                <a:cubicBezTo>
                  <a:pt x="3672034" y="417908"/>
                  <a:pt x="3702685" y="531487"/>
                  <a:pt x="3694522" y="677564"/>
                </a:cubicBezTo>
                <a:cubicBezTo>
                  <a:pt x="3686359" y="823641"/>
                  <a:pt x="3687047" y="909020"/>
                  <a:pt x="3694522" y="1129269"/>
                </a:cubicBezTo>
                <a:cubicBezTo>
                  <a:pt x="3690907" y="1253800"/>
                  <a:pt x="3595419" y="1349595"/>
                  <a:pt x="3468663" y="1355128"/>
                </a:cubicBezTo>
                <a:cubicBezTo>
                  <a:pt x="3257722" y="1356079"/>
                  <a:pt x="3063626" y="1384907"/>
                  <a:pt x="2787674" y="1355128"/>
                </a:cubicBezTo>
                <a:cubicBezTo>
                  <a:pt x="2511722" y="1325349"/>
                  <a:pt x="2231551" y="1387929"/>
                  <a:pt x="2074257" y="1355128"/>
                </a:cubicBezTo>
                <a:cubicBezTo>
                  <a:pt x="1916963" y="1322327"/>
                  <a:pt x="1618194" y="1329332"/>
                  <a:pt x="1360840" y="1355128"/>
                </a:cubicBezTo>
                <a:cubicBezTo>
                  <a:pt x="1103486" y="1380924"/>
                  <a:pt x="682943" y="1328614"/>
                  <a:pt x="225859" y="1355128"/>
                </a:cubicBezTo>
                <a:cubicBezTo>
                  <a:pt x="96457" y="1350734"/>
                  <a:pt x="-5486" y="1245807"/>
                  <a:pt x="0" y="1129269"/>
                </a:cubicBezTo>
                <a:cubicBezTo>
                  <a:pt x="15555" y="992582"/>
                  <a:pt x="17546" y="771989"/>
                  <a:pt x="0" y="668530"/>
                </a:cubicBezTo>
                <a:cubicBezTo>
                  <a:pt x="-17546" y="565071"/>
                  <a:pt x="6634" y="369132"/>
                  <a:pt x="0" y="225859"/>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52" name="TextBox 51">
            <a:extLst>
              <a:ext uri="{FF2B5EF4-FFF2-40B4-BE49-F238E27FC236}">
                <a16:creationId xmlns:a16="http://schemas.microsoft.com/office/drawing/2014/main" id="{3855D1AA-F585-FC07-9D80-029764B9BF93}"/>
              </a:ext>
            </a:extLst>
          </p:cNvPr>
          <p:cNvSpPr txBox="1"/>
          <p:nvPr/>
        </p:nvSpPr>
        <p:spPr>
          <a:xfrm>
            <a:off x="8472416" y="2568766"/>
            <a:ext cx="3611352" cy="923330"/>
          </a:xfrm>
          <a:prstGeom prst="rect">
            <a:avLst/>
          </a:prstGeom>
          <a:noFill/>
        </p:spPr>
        <p:txBody>
          <a:bodyPr wrap="square">
            <a:spAutoFit/>
          </a:bodyPr>
          <a:lstStyle/>
          <a:p>
            <a:pPr algn="ctr"/>
            <a:r>
              <a:rPr lang="en-DE" sz="1800" b="1" dirty="0">
                <a:solidFill>
                  <a:schemeClr val="bg1"/>
                </a:solidFill>
                <a:latin typeface="Calibri" panose="020F0502020204030204" pitchFamily="34" charset="0"/>
                <a:cs typeface="Calibri" panose="020F0502020204030204" pitchFamily="34" charset="0"/>
              </a:rPr>
              <a:t>LLMs’ moral judgment is </a:t>
            </a:r>
            <a:br>
              <a:rPr lang="en-DE" sz="1800" b="1" dirty="0">
                <a:solidFill>
                  <a:schemeClr val="bg1"/>
                </a:solidFill>
                <a:latin typeface="Calibri" panose="020F0502020204030204" pitchFamily="34" charset="0"/>
                <a:cs typeface="Calibri" panose="020F0502020204030204" pitchFamily="34" charset="0"/>
              </a:rPr>
            </a:br>
            <a:r>
              <a:rPr lang="en-DE" sz="1800" b="1" dirty="0">
                <a:solidFill>
                  <a:srgbClr val="F6C96B"/>
                </a:solidFill>
                <a:latin typeface="Calibri" panose="020F0502020204030204" pitchFamily="34" charset="0"/>
                <a:cs typeface="Calibri" panose="020F0502020204030204" pitchFamily="34" charset="0"/>
              </a:rPr>
              <a:t>context-sensitive</a:t>
            </a:r>
          </a:p>
          <a:p>
            <a:pPr marL="285750" indent="-285750">
              <a:buFont typeface="Wingdings" pitchFamily="2" charset="2"/>
              <a:buChar char="à"/>
            </a:pPr>
            <a:r>
              <a:rPr lang="en-US" dirty="0">
                <a:solidFill>
                  <a:schemeClr val="bg1"/>
                </a:solidFill>
                <a:latin typeface="Calibri" panose="020F0502020204030204" pitchFamily="34" charset="0"/>
                <a:cs typeface="Calibri" panose="020F0502020204030204" pitchFamily="34" charset="0"/>
                <a:sym typeface="Wingdings" pitchFamily="2" charset="2"/>
              </a:rPr>
              <a:t>M</a:t>
            </a:r>
            <a:r>
              <a:rPr lang="en-DE" dirty="0">
                <a:solidFill>
                  <a:schemeClr val="bg1"/>
                </a:solidFill>
                <a:latin typeface="Calibri" panose="020F0502020204030204" pitchFamily="34" charset="0"/>
                <a:cs typeface="Calibri" panose="020F0502020204030204" pitchFamily="34" charset="0"/>
                <a:sym typeface="Wingdings" pitchFamily="2" charset="2"/>
              </a:rPr>
              <a:t>ost models shift by 5-15 p.p.</a:t>
            </a:r>
            <a:r>
              <a:rPr lang="en-DE" dirty="0">
                <a:solidFill>
                  <a:srgbClr val="F6C96B"/>
                </a:solidFill>
                <a:latin typeface="Calibri" panose="020F0502020204030204" pitchFamily="34" charset="0"/>
                <a:cs typeface="Calibri" panose="020F0502020204030204" pitchFamily="34" charset="0"/>
                <a:sym typeface="Wingdings" pitchFamily="2" charset="2"/>
              </a:rPr>
              <a:t> </a:t>
            </a:r>
          </a:p>
        </p:txBody>
      </p:sp>
      <p:sp>
        <p:nvSpPr>
          <p:cNvPr id="60" name="!!Rounded Rectangle 59">
            <a:extLst>
              <a:ext uri="{FF2B5EF4-FFF2-40B4-BE49-F238E27FC236}">
                <a16:creationId xmlns:a16="http://schemas.microsoft.com/office/drawing/2014/main" id="{2A8EE659-7677-C783-84EC-5A4A074EF803}"/>
              </a:ext>
            </a:extLst>
          </p:cNvPr>
          <p:cNvSpPr/>
          <p:nvPr/>
        </p:nvSpPr>
        <p:spPr>
          <a:xfrm>
            <a:off x="8412541" y="4136392"/>
            <a:ext cx="3694522" cy="1858984"/>
          </a:xfrm>
          <a:custGeom>
            <a:avLst/>
            <a:gdLst>
              <a:gd name="csX0" fmla="*/ 0 w 3694522"/>
              <a:gd name="csY0" fmla="*/ 309837 h 1858984"/>
              <a:gd name="csX1" fmla="*/ 309837 w 3694522"/>
              <a:gd name="csY1" fmla="*/ 0 h 1858984"/>
              <a:gd name="csX2" fmla="*/ 955555 w 3694522"/>
              <a:gd name="csY2" fmla="*/ 0 h 1858984"/>
              <a:gd name="csX3" fmla="*/ 1509028 w 3694522"/>
              <a:gd name="csY3" fmla="*/ 0 h 1858984"/>
              <a:gd name="csX4" fmla="*/ 2123997 w 3694522"/>
              <a:gd name="csY4" fmla="*/ 0 h 1858984"/>
              <a:gd name="csX5" fmla="*/ 2646721 w 3694522"/>
              <a:gd name="csY5" fmla="*/ 0 h 1858984"/>
              <a:gd name="csX6" fmla="*/ 3384685 w 3694522"/>
              <a:gd name="csY6" fmla="*/ 0 h 1858984"/>
              <a:gd name="csX7" fmla="*/ 3694522 w 3694522"/>
              <a:gd name="csY7" fmla="*/ 309837 h 1858984"/>
              <a:gd name="csX8" fmla="*/ 3694522 w 3694522"/>
              <a:gd name="csY8" fmla="*/ 941885 h 1858984"/>
              <a:gd name="csX9" fmla="*/ 3694522 w 3694522"/>
              <a:gd name="csY9" fmla="*/ 1549147 h 1858984"/>
              <a:gd name="csX10" fmla="*/ 3384685 w 3694522"/>
              <a:gd name="csY10" fmla="*/ 1858984 h 1858984"/>
              <a:gd name="csX11" fmla="*/ 2769715 w 3694522"/>
              <a:gd name="csY11" fmla="*/ 1858984 h 1858984"/>
              <a:gd name="csX12" fmla="*/ 2216243 w 3694522"/>
              <a:gd name="csY12" fmla="*/ 1858984 h 1858984"/>
              <a:gd name="csX13" fmla="*/ 1693519 w 3694522"/>
              <a:gd name="csY13" fmla="*/ 1858984 h 1858984"/>
              <a:gd name="csX14" fmla="*/ 1140046 w 3694522"/>
              <a:gd name="csY14" fmla="*/ 1858984 h 1858984"/>
              <a:gd name="csX15" fmla="*/ 309837 w 3694522"/>
              <a:gd name="csY15" fmla="*/ 1858984 h 1858984"/>
              <a:gd name="csX16" fmla="*/ 0 w 3694522"/>
              <a:gd name="csY16" fmla="*/ 1549147 h 1858984"/>
              <a:gd name="csX17" fmla="*/ 0 w 3694522"/>
              <a:gd name="csY17" fmla="*/ 954278 h 1858984"/>
              <a:gd name="csX18" fmla="*/ 0 w 3694522"/>
              <a:gd name="csY18" fmla="*/ 309837 h 185898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694522" h="1858984" fill="none" extrusionOk="0">
                <a:moveTo>
                  <a:pt x="0" y="309837"/>
                </a:moveTo>
                <a:cubicBezTo>
                  <a:pt x="-12123" y="139218"/>
                  <a:pt x="154037" y="-27612"/>
                  <a:pt x="309837" y="0"/>
                </a:cubicBezTo>
                <a:cubicBezTo>
                  <a:pt x="547038" y="-14788"/>
                  <a:pt x="652426" y="-4975"/>
                  <a:pt x="955555" y="0"/>
                </a:cubicBezTo>
                <a:cubicBezTo>
                  <a:pt x="1258684" y="4975"/>
                  <a:pt x="1263231" y="10105"/>
                  <a:pt x="1509028" y="0"/>
                </a:cubicBezTo>
                <a:cubicBezTo>
                  <a:pt x="1754825" y="-10105"/>
                  <a:pt x="1866588" y="18507"/>
                  <a:pt x="2123997" y="0"/>
                </a:cubicBezTo>
                <a:cubicBezTo>
                  <a:pt x="2381406" y="-18507"/>
                  <a:pt x="2390820" y="5515"/>
                  <a:pt x="2646721" y="0"/>
                </a:cubicBezTo>
                <a:cubicBezTo>
                  <a:pt x="2902622" y="-5515"/>
                  <a:pt x="3047221" y="-20879"/>
                  <a:pt x="3384685" y="0"/>
                </a:cubicBezTo>
                <a:cubicBezTo>
                  <a:pt x="3545355" y="20974"/>
                  <a:pt x="3680821" y="120539"/>
                  <a:pt x="3694522" y="309837"/>
                </a:cubicBezTo>
                <a:cubicBezTo>
                  <a:pt x="3718767" y="525480"/>
                  <a:pt x="3689543" y="632151"/>
                  <a:pt x="3694522" y="941885"/>
                </a:cubicBezTo>
                <a:cubicBezTo>
                  <a:pt x="3699501" y="1251619"/>
                  <a:pt x="3711038" y="1272612"/>
                  <a:pt x="3694522" y="1549147"/>
                </a:cubicBezTo>
                <a:cubicBezTo>
                  <a:pt x="3691322" y="1730242"/>
                  <a:pt x="3550789" y="1843196"/>
                  <a:pt x="3384685" y="1858984"/>
                </a:cubicBezTo>
                <a:cubicBezTo>
                  <a:pt x="3130557" y="1868585"/>
                  <a:pt x="3029576" y="1846085"/>
                  <a:pt x="2769715" y="1858984"/>
                </a:cubicBezTo>
                <a:cubicBezTo>
                  <a:pt x="2509854" y="1871884"/>
                  <a:pt x="2351983" y="1843877"/>
                  <a:pt x="2216243" y="1858984"/>
                </a:cubicBezTo>
                <a:cubicBezTo>
                  <a:pt x="2080503" y="1874091"/>
                  <a:pt x="1889005" y="1878901"/>
                  <a:pt x="1693519" y="1858984"/>
                </a:cubicBezTo>
                <a:cubicBezTo>
                  <a:pt x="1498033" y="1839067"/>
                  <a:pt x="1354612" y="1854209"/>
                  <a:pt x="1140046" y="1858984"/>
                </a:cubicBezTo>
                <a:cubicBezTo>
                  <a:pt x="925480" y="1863759"/>
                  <a:pt x="492409" y="1863539"/>
                  <a:pt x="309837" y="1858984"/>
                </a:cubicBezTo>
                <a:cubicBezTo>
                  <a:pt x="164038" y="1852283"/>
                  <a:pt x="-4037" y="1748231"/>
                  <a:pt x="0" y="1549147"/>
                </a:cubicBezTo>
                <a:cubicBezTo>
                  <a:pt x="2437" y="1257163"/>
                  <a:pt x="-16314" y="1183007"/>
                  <a:pt x="0" y="954278"/>
                </a:cubicBezTo>
                <a:cubicBezTo>
                  <a:pt x="16314" y="725549"/>
                  <a:pt x="-1590" y="497732"/>
                  <a:pt x="0" y="309837"/>
                </a:cubicBezTo>
                <a:close/>
              </a:path>
              <a:path w="3694522" h="1858984" stroke="0" extrusionOk="0">
                <a:moveTo>
                  <a:pt x="0" y="309837"/>
                </a:moveTo>
                <a:cubicBezTo>
                  <a:pt x="-18094" y="127558"/>
                  <a:pt x="111156" y="10345"/>
                  <a:pt x="309837" y="0"/>
                </a:cubicBezTo>
                <a:cubicBezTo>
                  <a:pt x="485456" y="-9184"/>
                  <a:pt x="799509" y="1329"/>
                  <a:pt x="986304" y="0"/>
                </a:cubicBezTo>
                <a:cubicBezTo>
                  <a:pt x="1173099" y="-1329"/>
                  <a:pt x="1311235" y="-14519"/>
                  <a:pt x="1570525" y="0"/>
                </a:cubicBezTo>
                <a:cubicBezTo>
                  <a:pt x="1829815" y="14519"/>
                  <a:pt x="1910348" y="16614"/>
                  <a:pt x="2123997" y="0"/>
                </a:cubicBezTo>
                <a:cubicBezTo>
                  <a:pt x="2337646" y="-16614"/>
                  <a:pt x="2623497" y="29873"/>
                  <a:pt x="2769715" y="0"/>
                </a:cubicBezTo>
                <a:cubicBezTo>
                  <a:pt x="2915933" y="-29873"/>
                  <a:pt x="3113335" y="-997"/>
                  <a:pt x="3384685" y="0"/>
                </a:cubicBezTo>
                <a:cubicBezTo>
                  <a:pt x="3574306" y="-30111"/>
                  <a:pt x="3670213" y="160081"/>
                  <a:pt x="3694522" y="309837"/>
                </a:cubicBezTo>
                <a:cubicBezTo>
                  <a:pt x="3707525" y="582863"/>
                  <a:pt x="3701011" y="783748"/>
                  <a:pt x="3694522" y="929492"/>
                </a:cubicBezTo>
                <a:cubicBezTo>
                  <a:pt x="3688033" y="1075237"/>
                  <a:pt x="3679214" y="1263028"/>
                  <a:pt x="3694522" y="1549147"/>
                </a:cubicBezTo>
                <a:cubicBezTo>
                  <a:pt x="3668624" y="1718784"/>
                  <a:pt x="3567111" y="1827976"/>
                  <a:pt x="3384685" y="1858984"/>
                </a:cubicBezTo>
                <a:cubicBezTo>
                  <a:pt x="3094131" y="1831044"/>
                  <a:pt x="2882089" y="1852225"/>
                  <a:pt x="2738967" y="1858984"/>
                </a:cubicBezTo>
                <a:cubicBezTo>
                  <a:pt x="2595845" y="1865743"/>
                  <a:pt x="2301218" y="1829757"/>
                  <a:pt x="2062500" y="1858984"/>
                </a:cubicBezTo>
                <a:cubicBezTo>
                  <a:pt x="1823782" y="1888211"/>
                  <a:pt x="1619232" y="1840048"/>
                  <a:pt x="1386034" y="1858984"/>
                </a:cubicBezTo>
                <a:cubicBezTo>
                  <a:pt x="1152836" y="1877920"/>
                  <a:pt x="544983" y="1896408"/>
                  <a:pt x="309837" y="1858984"/>
                </a:cubicBezTo>
                <a:cubicBezTo>
                  <a:pt x="123638" y="1844775"/>
                  <a:pt x="-4882" y="1712967"/>
                  <a:pt x="0" y="1549147"/>
                </a:cubicBezTo>
                <a:cubicBezTo>
                  <a:pt x="26163" y="1248774"/>
                  <a:pt x="10662" y="1085489"/>
                  <a:pt x="0" y="917099"/>
                </a:cubicBezTo>
                <a:cubicBezTo>
                  <a:pt x="-10662" y="748709"/>
                  <a:pt x="-28647" y="451443"/>
                  <a:pt x="0" y="309837"/>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61" name="TextBox 60">
            <a:extLst>
              <a:ext uri="{FF2B5EF4-FFF2-40B4-BE49-F238E27FC236}">
                <a16:creationId xmlns:a16="http://schemas.microsoft.com/office/drawing/2014/main" id="{FE83A124-2FDF-73B4-7DBF-25E3566D6565}"/>
              </a:ext>
            </a:extLst>
          </p:cNvPr>
          <p:cNvSpPr txBox="1"/>
          <p:nvPr/>
        </p:nvSpPr>
        <p:spPr>
          <a:xfrm>
            <a:off x="8472416" y="4203905"/>
            <a:ext cx="3611352" cy="646331"/>
          </a:xfrm>
          <a:prstGeom prst="rect">
            <a:avLst/>
          </a:prstGeom>
          <a:noFill/>
        </p:spPr>
        <p:txBody>
          <a:bodyPr wrap="square">
            <a:spAutoFit/>
          </a:bodyPr>
          <a:lstStyle/>
          <a:p>
            <a:pPr algn="ctr"/>
            <a:r>
              <a:rPr lang="en-DE" sz="1800" b="1" dirty="0">
                <a:solidFill>
                  <a:schemeClr val="bg1"/>
                </a:solidFill>
                <a:latin typeface="Calibri" panose="020F0502020204030204" pitchFamily="34" charset="0"/>
                <a:cs typeface="Calibri" panose="020F0502020204030204" pitchFamily="34" charset="0"/>
              </a:rPr>
              <a:t>Opposite trends in </a:t>
            </a:r>
            <a:br>
              <a:rPr lang="en-DE" sz="1800" b="1" dirty="0">
                <a:solidFill>
                  <a:schemeClr val="bg1"/>
                </a:solidFill>
                <a:latin typeface="Calibri" panose="020F0502020204030204" pitchFamily="34" charset="0"/>
                <a:cs typeface="Calibri" panose="020F0502020204030204" pitchFamily="34" charset="0"/>
              </a:rPr>
            </a:br>
            <a:r>
              <a:rPr lang="en-DE" sz="1800" b="1" dirty="0">
                <a:solidFill>
                  <a:schemeClr val="bg1"/>
                </a:solidFill>
                <a:latin typeface="Calibri" panose="020F0502020204030204" pitchFamily="34" charset="0"/>
                <a:cs typeface="Calibri" panose="020F0502020204030204" pitchFamily="34" charset="0"/>
              </a:rPr>
              <a:t>open- vs closed-source models</a:t>
            </a:r>
            <a:endParaRPr lang="en-DE" sz="1800" b="1" dirty="0">
              <a:solidFill>
                <a:srgbClr val="F6C96B"/>
              </a:solidFill>
              <a:latin typeface="Calibri" panose="020F0502020204030204" pitchFamily="34" charset="0"/>
              <a:cs typeface="Calibri" panose="020F0502020204030204" pitchFamily="34" charset="0"/>
            </a:endParaRPr>
          </a:p>
        </p:txBody>
      </p:sp>
      <p:sp>
        <p:nvSpPr>
          <p:cNvPr id="63" name="TextBox 62">
            <a:extLst>
              <a:ext uri="{FF2B5EF4-FFF2-40B4-BE49-F238E27FC236}">
                <a16:creationId xmlns:a16="http://schemas.microsoft.com/office/drawing/2014/main" id="{208FD69D-2DC9-13DC-73EB-AF36AB5928F3}"/>
              </a:ext>
            </a:extLst>
          </p:cNvPr>
          <p:cNvSpPr txBox="1"/>
          <p:nvPr/>
        </p:nvSpPr>
        <p:spPr>
          <a:xfrm>
            <a:off x="8472416" y="3420834"/>
            <a:ext cx="3634647" cy="369332"/>
          </a:xfrm>
          <a:prstGeom prst="rect">
            <a:avLst/>
          </a:prstGeom>
          <a:noFill/>
        </p:spPr>
        <p:txBody>
          <a:bodyPr wrap="square">
            <a:spAutoFit/>
          </a:bodyPr>
          <a:lstStyle/>
          <a:p>
            <a:r>
              <a:rPr lang="en-DE" sz="1800" dirty="0">
                <a:solidFill>
                  <a:schemeClr val="bg1"/>
                </a:solidFill>
                <a:latin typeface="Calibri" panose="020F0502020204030204" pitchFamily="34" charset="0"/>
                <a:cs typeface="Calibri" panose="020F0502020204030204" pitchFamily="34" charset="0"/>
                <a:sym typeface="Wingdings" pitchFamily="2" charset="2"/>
              </a:rPr>
              <a:t> </a:t>
            </a:r>
            <a:r>
              <a:rPr lang="en-DE" sz="1800" b="1" dirty="0">
                <a:solidFill>
                  <a:srgbClr val="29AFB4"/>
                </a:solidFill>
                <a:latin typeface="Calibri" panose="020F0502020204030204" pitchFamily="34" charset="0"/>
                <a:cs typeface="Calibri" panose="020F0502020204030204" pitchFamily="34" charset="0"/>
                <a:sym typeface="Wingdings" pitchFamily="2" charset="2"/>
              </a:rPr>
              <a:t>Con</a:t>
            </a:r>
            <a:r>
              <a:rPr lang="en-DE" sz="1800" dirty="0">
                <a:solidFill>
                  <a:schemeClr val="bg1"/>
                </a:solidFill>
                <a:latin typeface="Calibri" panose="020F0502020204030204" pitchFamily="34" charset="0"/>
                <a:cs typeface="Calibri" panose="020F0502020204030204" pitchFamily="34" charset="0"/>
                <a:sym typeface="Wingdings" pitchFamily="2" charset="2"/>
              </a:rPr>
              <a:t> &gt; </a:t>
            </a:r>
            <a:r>
              <a:rPr lang="en-DE" sz="1800" b="1" dirty="0">
                <a:solidFill>
                  <a:srgbClr val="F38139"/>
                </a:solidFill>
                <a:latin typeface="Calibri" panose="020F0502020204030204" pitchFamily="34" charset="0"/>
                <a:cs typeface="Calibri" panose="020F0502020204030204" pitchFamily="34" charset="0"/>
                <a:sym typeface="Wingdings" pitchFamily="2" charset="2"/>
              </a:rPr>
              <a:t>Emo</a:t>
            </a:r>
            <a:r>
              <a:rPr lang="en-DE" sz="1800" dirty="0">
                <a:solidFill>
                  <a:schemeClr val="bg1"/>
                </a:solidFill>
                <a:latin typeface="Calibri" panose="020F0502020204030204" pitchFamily="34" charset="0"/>
                <a:cs typeface="Calibri" panose="020F0502020204030204" pitchFamily="34" charset="0"/>
                <a:sym typeface="Wingdings" pitchFamily="2" charset="2"/>
              </a:rPr>
              <a:t> &gt; </a:t>
            </a:r>
            <a:r>
              <a:rPr lang="en-DE" sz="1800" b="1" dirty="0">
                <a:solidFill>
                  <a:srgbClr val="ED007D"/>
                </a:solidFill>
                <a:latin typeface="Calibri" panose="020F0502020204030204" pitchFamily="34" charset="0"/>
                <a:cs typeface="Calibri" panose="020F0502020204030204" pitchFamily="34" charset="0"/>
                <a:sym typeface="Wingdings" pitchFamily="2" charset="2"/>
              </a:rPr>
              <a:t>Rel</a:t>
            </a:r>
            <a:r>
              <a:rPr lang="en-DE" sz="1800" dirty="0">
                <a:solidFill>
                  <a:schemeClr val="bg1"/>
                </a:solidFill>
                <a:latin typeface="Calibri" panose="020F0502020204030204" pitchFamily="34" charset="0"/>
                <a:cs typeface="Calibri" panose="020F0502020204030204" pitchFamily="34" charset="0"/>
                <a:sym typeface="Wingdings" pitchFamily="2" charset="2"/>
              </a:rPr>
              <a:t> for most models</a:t>
            </a:r>
            <a:endParaRPr lang="en-DE" sz="1800" dirty="0">
              <a:solidFill>
                <a:schemeClr val="bg1"/>
              </a:solidFill>
              <a:latin typeface="Calibri" panose="020F0502020204030204" pitchFamily="34" charset="0"/>
              <a:cs typeface="Calibri" panose="020F0502020204030204" pitchFamily="34" charset="0"/>
            </a:endParaRPr>
          </a:p>
        </p:txBody>
      </p:sp>
      <p:sp>
        <p:nvSpPr>
          <p:cNvPr id="65" name="TextBox 64">
            <a:extLst>
              <a:ext uri="{FF2B5EF4-FFF2-40B4-BE49-F238E27FC236}">
                <a16:creationId xmlns:a16="http://schemas.microsoft.com/office/drawing/2014/main" id="{2BBF9595-AB84-7156-54B6-56FAF5B776F3}"/>
              </a:ext>
            </a:extLst>
          </p:cNvPr>
          <p:cNvSpPr txBox="1"/>
          <p:nvPr/>
        </p:nvSpPr>
        <p:spPr>
          <a:xfrm>
            <a:off x="8472416" y="5352562"/>
            <a:ext cx="3599777" cy="646331"/>
          </a:xfrm>
          <a:prstGeom prst="rect">
            <a:avLst/>
          </a:prstGeom>
          <a:noFill/>
        </p:spPr>
        <p:txBody>
          <a:bodyPr wrap="square">
            <a:spAutoFit/>
          </a:bodyPr>
          <a:lstStyle/>
          <a:p>
            <a:pPr marL="285750" indent="-285750">
              <a:buFont typeface="Wingdings" pitchFamily="2" charset="2"/>
              <a:buChar char="à"/>
            </a:pPr>
            <a:r>
              <a:rPr lang="en-US" dirty="0">
                <a:solidFill>
                  <a:schemeClr val="bg1"/>
                </a:solidFill>
                <a:latin typeface="Calibri" panose="020F0502020204030204" pitchFamily="34" charset="0"/>
                <a:cs typeface="Calibri" panose="020F0502020204030204" pitchFamily="34" charset="0"/>
                <a:sym typeface="Wingdings" pitchFamily="2" charset="2"/>
              </a:rPr>
              <a:t>S</a:t>
            </a:r>
            <a:r>
              <a:rPr lang="en-DE" dirty="0">
                <a:solidFill>
                  <a:schemeClr val="bg1"/>
                </a:solidFill>
                <a:latin typeface="Calibri" panose="020F0502020204030204" pitchFamily="34" charset="0"/>
                <a:cs typeface="Calibri" panose="020F0502020204030204" pitchFamily="34" charset="0"/>
                <a:sym typeface="Wingdings" pitchFamily="2" charset="2"/>
              </a:rPr>
              <a:t>ensitivity </a:t>
            </a:r>
            <a:r>
              <a:rPr lang="en-DE" b="1" dirty="0">
                <a:solidFill>
                  <a:schemeClr val="accent2">
                    <a:lumMod val="40000"/>
                    <a:lumOff val="60000"/>
                  </a:schemeClr>
                </a:solidFill>
                <a:latin typeface="Calibri" panose="020F0502020204030204" pitchFamily="34" charset="0"/>
                <a:cs typeface="Calibri" panose="020F0502020204030204" pitchFamily="34" charset="0"/>
                <a:sym typeface="Wingdings" pitchFamily="2" charset="2"/>
              </a:rPr>
              <a:t>decreases</a:t>
            </a:r>
            <a:r>
              <a:rPr lang="en-DE" dirty="0">
                <a:solidFill>
                  <a:schemeClr val="bg1"/>
                </a:solidFill>
                <a:latin typeface="Calibri" panose="020F0502020204030204" pitchFamily="34" charset="0"/>
                <a:cs typeface="Calibri" panose="020F0502020204030204" pitchFamily="34" charset="0"/>
                <a:sym typeface="Wingdings" pitchFamily="2" charset="2"/>
              </a:rPr>
              <a:t> for newer closed-source models</a:t>
            </a:r>
          </a:p>
        </p:txBody>
      </p:sp>
      <p:sp>
        <p:nvSpPr>
          <p:cNvPr id="64" name="TextBox 63">
            <a:extLst>
              <a:ext uri="{FF2B5EF4-FFF2-40B4-BE49-F238E27FC236}">
                <a16:creationId xmlns:a16="http://schemas.microsoft.com/office/drawing/2014/main" id="{5E475D14-01DA-8EE6-3698-A4D409D38123}"/>
              </a:ext>
            </a:extLst>
          </p:cNvPr>
          <p:cNvSpPr txBox="1"/>
          <p:nvPr/>
        </p:nvSpPr>
        <p:spPr>
          <a:xfrm>
            <a:off x="8472416" y="4766153"/>
            <a:ext cx="3599777" cy="646331"/>
          </a:xfrm>
          <a:prstGeom prst="rect">
            <a:avLst/>
          </a:prstGeom>
          <a:noFill/>
        </p:spPr>
        <p:txBody>
          <a:bodyPr wrap="square">
            <a:spAutoFit/>
          </a:bodyPr>
          <a:lstStyle/>
          <a:p>
            <a:pPr marL="285750" indent="-285750">
              <a:buFont typeface="Wingdings" pitchFamily="2" charset="2"/>
              <a:buChar char="à"/>
            </a:pPr>
            <a:r>
              <a:rPr lang="en-US" dirty="0">
                <a:solidFill>
                  <a:schemeClr val="bg1"/>
                </a:solidFill>
                <a:latin typeface="Calibri" panose="020F0502020204030204" pitchFamily="34" charset="0"/>
                <a:cs typeface="Calibri" panose="020F0502020204030204" pitchFamily="34" charset="0"/>
                <a:sym typeface="Wingdings" pitchFamily="2" charset="2"/>
              </a:rPr>
              <a:t>S</a:t>
            </a:r>
            <a:r>
              <a:rPr lang="en-DE" dirty="0">
                <a:solidFill>
                  <a:schemeClr val="bg1"/>
                </a:solidFill>
                <a:latin typeface="Calibri" panose="020F0502020204030204" pitchFamily="34" charset="0"/>
                <a:cs typeface="Calibri" panose="020F0502020204030204" pitchFamily="34" charset="0"/>
                <a:sym typeface="Wingdings" pitchFamily="2" charset="2"/>
              </a:rPr>
              <a:t>ensitivity </a:t>
            </a:r>
            <a:r>
              <a:rPr lang="en-DE" b="1" dirty="0">
                <a:solidFill>
                  <a:schemeClr val="accent6">
                    <a:lumMod val="40000"/>
                    <a:lumOff val="60000"/>
                  </a:schemeClr>
                </a:solidFill>
                <a:latin typeface="Calibri" panose="020F0502020204030204" pitchFamily="34" charset="0"/>
                <a:cs typeface="Calibri" panose="020F0502020204030204" pitchFamily="34" charset="0"/>
                <a:sym typeface="Wingdings" pitchFamily="2" charset="2"/>
              </a:rPr>
              <a:t>increases</a:t>
            </a:r>
            <a:r>
              <a:rPr lang="en-DE" dirty="0">
                <a:solidFill>
                  <a:schemeClr val="bg1"/>
                </a:solidFill>
                <a:latin typeface="Calibri" panose="020F0502020204030204" pitchFamily="34" charset="0"/>
                <a:cs typeface="Calibri" panose="020F0502020204030204" pitchFamily="34" charset="0"/>
                <a:sym typeface="Wingdings" pitchFamily="2" charset="2"/>
              </a:rPr>
              <a:t> for newer open-source models</a:t>
            </a:r>
          </a:p>
        </p:txBody>
      </p:sp>
      <p:sp>
        <p:nvSpPr>
          <p:cNvPr id="68" name="Right Arrow 67">
            <a:extLst>
              <a:ext uri="{FF2B5EF4-FFF2-40B4-BE49-F238E27FC236}">
                <a16:creationId xmlns:a16="http://schemas.microsoft.com/office/drawing/2014/main" id="{CFE39DFC-2A2C-E5A7-1E6C-3C8A1F4FBE81}"/>
              </a:ext>
            </a:extLst>
          </p:cNvPr>
          <p:cNvSpPr/>
          <p:nvPr/>
        </p:nvSpPr>
        <p:spPr>
          <a:xfrm rot="3528208">
            <a:off x="2027499" y="1785236"/>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9" name="Right Arrow 68">
            <a:extLst>
              <a:ext uri="{FF2B5EF4-FFF2-40B4-BE49-F238E27FC236}">
                <a16:creationId xmlns:a16="http://schemas.microsoft.com/office/drawing/2014/main" id="{F97A7939-FA6C-B95A-E74E-537BFA423F0D}"/>
              </a:ext>
            </a:extLst>
          </p:cNvPr>
          <p:cNvSpPr/>
          <p:nvPr/>
        </p:nvSpPr>
        <p:spPr>
          <a:xfrm rot="3528208">
            <a:off x="2027499" y="3291334"/>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0" name="Right Arrow 69">
            <a:extLst>
              <a:ext uri="{FF2B5EF4-FFF2-40B4-BE49-F238E27FC236}">
                <a16:creationId xmlns:a16="http://schemas.microsoft.com/office/drawing/2014/main" id="{90171A46-1644-611C-F5C1-905E6C582644}"/>
              </a:ext>
            </a:extLst>
          </p:cNvPr>
          <p:cNvSpPr/>
          <p:nvPr/>
        </p:nvSpPr>
        <p:spPr>
          <a:xfrm rot="3528208">
            <a:off x="4589633" y="1632039"/>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1" name="Right Arrow 70">
            <a:extLst>
              <a:ext uri="{FF2B5EF4-FFF2-40B4-BE49-F238E27FC236}">
                <a16:creationId xmlns:a16="http://schemas.microsoft.com/office/drawing/2014/main" id="{4797D8D7-F439-74F4-C0AC-C91B43351904}"/>
              </a:ext>
            </a:extLst>
          </p:cNvPr>
          <p:cNvSpPr/>
          <p:nvPr/>
        </p:nvSpPr>
        <p:spPr>
          <a:xfrm rot="3528208">
            <a:off x="5031423" y="3944735"/>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2" name="Right Arrow 71">
            <a:extLst>
              <a:ext uri="{FF2B5EF4-FFF2-40B4-BE49-F238E27FC236}">
                <a16:creationId xmlns:a16="http://schemas.microsoft.com/office/drawing/2014/main" id="{A1F5C4E1-60E8-3290-5B6D-48A686F81B7F}"/>
              </a:ext>
            </a:extLst>
          </p:cNvPr>
          <p:cNvSpPr/>
          <p:nvPr/>
        </p:nvSpPr>
        <p:spPr>
          <a:xfrm rot="3528208">
            <a:off x="6941252" y="1680852"/>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3" name="Right Arrow 72">
            <a:extLst>
              <a:ext uri="{FF2B5EF4-FFF2-40B4-BE49-F238E27FC236}">
                <a16:creationId xmlns:a16="http://schemas.microsoft.com/office/drawing/2014/main" id="{2B7A50E0-2A97-8A51-FA4A-0E4E2F2A8F71}"/>
              </a:ext>
            </a:extLst>
          </p:cNvPr>
          <p:cNvSpPr/>
          <p:nvPr/>
        </p:nvSpPr>
        <p:spPr>
          <a:xfrm rot="3528208">
            <a:off x="6780996" y="2569844"/>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4" name="Right Arrow 73">
            <a:extLst>
              <a:ext uri="{FF2B5EF4-FFF2-40B4-BE49-F238E27FC236}">
                <a16:creationId xmlns:a16="http://schemas.microsoft.com/office/drawing/2014/main" id="{334D1D23-CF79-33FC-7E5B-B813B89FF9D5}"/>
              </a:ext>
            </a:extLst>
          </p:cNvPr>
          <p:cNvSpPr/>
          <p:nvPr/>
        </p:nvSpPr>
        <p:spPr>
          <a:xfrm rot="3528208">
            <a:off x="6780995" y="3227225"/>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75" name="Right Arrow 74">
            <a:extLst>
              <a:ext uri="{FF2B5EF4-FFF2-40B4-BE49-F238E27FC236}">
                <a16:creationId xmlns:a16="http://schemas.microsoft.com/office/drawing/2014/main" id="{EDD0AADC-22CB-502E-9164-ECC503A18B89}"/>
              </a:ext>
            </a:extLst>
          </p:cNvPr>
          <p:cNvSpPr/>
          <p:nvPr/>
        </p:nvSpPr>
        <p:spPr>
          <a:xfrm rot="3528208">
            <a:off x="7232613" y="3914421"/>
            <a:ext cx="447261" cy="262174"/>
          </a:xfrm>
          <a:prstGeom prst="rightArrow">
            <a:avLst>
              <a:gd name="adj1" fmla="val 46408"/>
              <a:gd name="adj2" fmla="val 58416"/>
            </a:avLst>
          </a:prstGeom>
          <a:solidFill>
            <a:schemeClr val="accent3">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3" name="Right Arrow 82">
            <a:extLst>
              <a:ext uri="{FF2B5EF4-FFF2-40B4-BE49-F238E27FC236}">
                <a16:creationId xmlns:a16="http://schemas.microsoft.com/office/drawing/2014/main" id="{FB8B50FB-90C4-1676-92B1-C42E6C7B708E}"/>
              </a:ext>
            </a:extLst>
          </p:cNvPr>
          <p:cNvSpPr/>
          <p:nvPr/>
        </p:nvSpPr>
        <p:spPr>
          <a:xfrm rot="7080000">
            <a:off x="7024720" y="4587120"/>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4" name="Right Arrow 83">
            <a:extLst>
              <a:ext uri="{FF2B5EF4-FFF2-40B4-BE49-F238E27FC236}">
                <a16:creationId xmlns:a16="http://schemas.microsoft.com/office/drawing/2014/main" id="{22CAD3D2-4E87-AB8C-5DB2-1FE7CF8ADC98}"/>
              </a:ext>
            </a:extLst>
          </p:cNvPr>
          <p:cNvSpPr/>
          <p:nvPr/>
        </p:nvSpPr>
        <p:spPr>
          <a:xfrm rot="7080000">
            <a:off x="7317966" y="5314753"/>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5" name="Right Arrow 84">
            <a:extLst>
              <a:ext uri="{FF2B5EF4-FFF2-40B4-BE49-F238E27FC236}">
                <a16:creationId xmlns:a16="http://schemas.microsoft.com/office/drawing/2014/main" id="{F47709AD-D722-F5E5-C9A9-B7D806F543F0}"/>
              </a:ext>
            </a:extLst>
          </p:cNvPr>
          <p:cNvSpPr/>
          <p:nvPr/>
        </p:nvSpPr>
        <p:spPr>
          <a:xfrm rot="7080000">
            <a:off x="5015511" y="4569228"/>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6" name="Right Arrow 85">
            <a:extLst>
              <a:ext uri="{FF2B5EF4-FFF2-40B4-BE49-F238E27FC236}">
                <a16:creationId xmlns:a16="http://schemas.microsoft.com/office/drawing/2014/main" id="{36782336-2858-CE63-73C6-25E13CC03B78}"/>
              </a:ext>
            </a:extLst>
          </p:cNvPr>
          <p:cNvSpPr/>
          <p:nvPr/>
        </p:nvSpPr>
        <p:spPr>
          <a:xfrm rot="7080000">
            <a:off x="4071694" y="5087220"/>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7" name="Right Arrow 86">
            <a:extLst>
              <a:ext uri="{FF2B5EF4-FFF2-40B4-BE49-F238E27FC236}">
                <a16:creationId xmlns:a16="http://schemas.microsoft.com/office/drawing/2014/main" id="{643BDEC9-7C20-7C8C-37E0-D1042769BFCC}"/>
              </a:ext>
            </a:extLst>
          </p:cNvPr>
          <p:cNvSpPr/>
          <p:nvPr/>
        </p:nvSpPr>
        <p:spPr>
          <a:xfrm rot="7080000">
            <a:off x="2393778" y="4551399"/>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88" name="Right Arrow 87">
            <a:extLst>
              <a:ext uri="{FF2B5EF4-FFF2-40B4-BE49-F238E27FC236}">
                <a16:creationId xmlns:a16="http://schemas.microsoft.com/office/drawing/2014/main" id="{05E13FAF-21B4-4CA2-0032-F3BB69FD70CF}"/>
              </a:ext>
            </a:extLst>
          </p:cNvPr>
          <p:cNvSpPr/>
          <p:nvPr/>
        </p:nvSpPr>
        <p:spPr>
          <a:xfrm rot="7080000">
            <a:off x="2034734" y="5119888"/>
            <a:ext cx="447261" cy="262174"/>
          </a:xfrm>
          <a:prstGeom prst="rightArrow">
            <a:avLst>
              <a:gd name="adj1" fmla="val 46408"/>
              <a:gd name="adj2" fmla="val 58416"/>
            </a:avLst>
          </a:prstGeom>
          <a:solidFill>
            <a:srgbClr val="F6C6AD">
              <a:alpha val="9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2" name="Slide Number Placeholder 11">
            <a:extLst>
              <a:ext uri="{FF2B5EF4-FFF2-40B4-BE49-F238E27FC236}">
                <a16:creationId xmlns:a16="http://schemas.microsoft.com/office/drawing/2014/main" id="{1B7EAB8B-FA37-2C49-C805-6453D4A9DC26}"/>
              </a:ext>
            </a:extLst>
          </p:cNvPr>
          <p:cNvSpPr>
            <a:spLocks noGrp="1"/>
          </p:cNvSpPr>
          <p:nvPr>
            <p:ph type="sldNum" sz="quarter" idx="4"/>
          </p:nvPr>
        </p:nvSpPr>
        <p:spPr/>
        <p:txBody>
          <a:bodyPr/>
          <a:lstStyle/>
          <a:p>
            <a:fld id="{F8325A8C-A62D-5E4B-8AAC-68DD587E4A7D}" type="slidenum">
              <a:rPr lang="de-DE" smtClean="0"/>
              <a:t>16</a:t>
            </a:fld>
            <a:endParaRPr lang="de-DE" dirty="0"/>
          </a:p>
        </p:txBody>
      </p:sp>
    </p:spTree>
    <p:extLst>
      <p:ext uri="{BB962C8B-B14F-4D97-AF65-F5344CB8AC3E}">
        <p14:creationId xmlns:p14="http://schemas.microsoft.com/office/powerpoint/2010/main" val="222200190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9"/>
                                        </p:tgtEl>
                                        <p:attrNameLst>
                                          <p:attrName>style.visibility</p:attrName>
                                        </p:attrNameLst>
                                      </p:cBhvr>
                                      <p:to>
                                        <p:strVal val="visible"/>
                                      </p:to>
                                    </p:set>
                                    <p:animEffect transition="in" filter="fade">
                                      <p:cBhvr>
                                        <p:cTn id="15" dur="1000"/>
                                        <p:tgtEl>
                                          <p:spTgt spid="49"/>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2"/>
                                        </p:tgtEl>
                                        <p:attrNameLst>
                                          <p:attrName>style.visibility</p:attrName>
                                        </p:attrNameLst>
                                      </p:cBhvr>
                                      <p:to>
                                        <p:strVal val="visible"/>
                                      </p:to>
                                    </p:set>
                                    <p:animEffect transition="in" filter="fade">
                                      <p:cBhvr>
                                        <p:cTn id="18" dur="1000"/>
                                        <p:tgtEl>
                                          <p:spTgt spid="5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63"/>
                                        </p:tgtEl>
                                        <p:attrNameLst>
                                          <p:attrName>style.visibility</p:attrName>
                                        </p:attrNameLst>
                                      </p:cBhvr>
                                      <p:to>
                                        <p:strVal val="visible"/>
                                      </p:to>
                                    </p:set>
                                    <p:animEffect transition="in" filter="fade">
                                      <p:cBhvr>
                                        <p:cTn id="23" dur="1000"/>
                                        <p:tgtEl>
                                          <p:spTgt spid="63"/>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0"/>
                                  </p:stCondLst>
                                  <p:childTnLst>
                                    <p:set>
                                      <p:cBhvr>
                                        <p:cTn id="27" dur="1" fill="hold">
                                          <p:stCondLst>
                                            <p:cond delay="0"/>
                                          </p:stCondLst>
                                        </p:cTn>
                                        <p:tgtEl>
                                          <p:spTgt spid="60"/>
                                        </p:tgtEl>
                                        <p:attrNameLst>
                                          <p:attrName>style.visibility</p:attrName>
                                        </p:attrNameLst>
                                      </p:cBhvr>
                                      <p:to>
                                        <p:strVal val="visible"/>
                                      </p:to>
                                    </p:set>
                                    <p:animEffect transition="in" filter="fade">
                                      <p:cBhvr>
                                        <p:cTn id="28" dur="1000"/>
                                        <p:tgtEl>
                                          <p:spTgt spid="60"/>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61"/>
                                        </p:tgtEl>
                                        <p:attrNameLst>
                                          <p:attrName>style.visibility</p:attrName>
                                        </p:attrNameLst>
                                      </p:cBhvr>
                                      <p:to>
                                        <p:strVal val="visible"/>
                                      </p:to>
                                    </p:set>
                                    <p:animEffect transition="in" filter="fade">
                                      <p:cBhvr>
                                        <p:cTn id="31" dur="10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grpId="0" nodeType="clickEffect">
                                  <p:stCondLst>
                                    <p:cond delay="0"/>
                                  </p:stCondLst>
                                  <p:childTnLst>
                                    <p:set>
                                      <p:cBhvr>
                                        <p:cTn id="35" dur="1" fill="hold">
                                          <p:stCondLst>
                                            <p:cond delay="0"/>
                                          </p:stCondLst>
                                        </p:cTn>
                                        <p:tgtEl>
                                          <p:spTgt spid="64"/>
                                        </p:tgtEl>
                                        <p:attrNameLst>
                                          <p:attrName>style.visibility</p:attrName>
                                        </p:attrNameLst>
                                      </p:cBhvr>
                                      <p:to>
                                        <p:strVal val="visible"/>
                                      </p:to>
                                    </p:set>
                                    <p:animEffect transition="in" filter="fade">
                                      <p:cBhvr>
                                        <p:cTn id="36" dur="1000"/>
                                        <p:tgtEl>
                                          <p:spTgt spid="6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75"/>
                                        </p:tgtEl>
                                        <p:attrNameLst>
                                          <p:attrName>style.visibility</p:attrName>
                                        </p:attrNameLst>
                                      </p:cBhvr>
                                      <p:to>
                                        <p:strVal val="visible"/>
                                      </p:to>
                                    </p:set>
                                    <p:animEffect transition="in" filter="fade">
                                      <p:cBhvr>
                                        <p:cTn id="39" dur="1000"/>
                                        <p:tgtEl>
                                          <p:spTgt spid="7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74"/>
                                        </p:tgtEl>
                                        <p:attrNameLst>
                                          <p:attrName>style.visibility</p:attrName>
                                        </p:attrNameLst>
                                      </p:cBhvr>
                                      <p:to>
                                        <p:strVal val="visible"/>
                                      </p:to>
                                    </p:set>
                                    <p:animEffect transition="in" filter="fade">
                                      <p:cBhvr>
                                        <p:cTn id="42" dur="1000"/>
                                        <p:tgtEl>
                                          <p:spTgt spid="74"/>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73"/>
                                        </p:tgtEl>
                                        <p:attrNameLst>
                                          <p:attrName>style.visibility</p:attrName>
                                        </p:attrNameLst>
                                      </p:cBhvr>
                                      <p:to>
                                        <p:strVal val="visible"/>
                                      </p:to>
                                    </p:set>
                                    <p:animEffect transition="in" filter="fade">
                                      <p:cBhvr>
                                        <p:cTn id="45" dur="1000"/>
                                        <p:tgtEl>
                                          <p:spTgt spid="7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72"/>
                                        </p:tgtEl>
                                        <p:attrNameLst>
                                          <p:attrName>style.visibility</p:attrName>
                                        </p:attrNameLst>
                                      </p:cBhvr>
                                      <p:to>
                                        <p:strVal val="visible"/>
                                      </p:to>
                                    </p:set>
                                    <p:animEffect transition="in" filter="fade">
                                      <p:cBhvr>
                                        <p:cTn id="48" dur="1000"/>
                                        <p:tgtEl>
                                          <p:spTgt spid="72"/>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70"/>
                                        </p:tgtEl>
                                        <p:attrNameLst>
                                          <p:attrName>style.visibility</p:attrName>
                                        </p:attrNameLst>
                                      </p:cBhvr>
                                      <p:to>
                                        <p:strVal val="visible"/>
                                      </p:to>
                                    </p:set>
                                    <p:animEffect transition="in" filter="fade">
                                      <p:cBhvr>
                                        <p:cTn id="51" dur="1000"/>
                                        <p:tgtEl>
                                          <p:spTgt spid="7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71"/>
                                        </p:tgtEl>
                                        <p:attrNameLst>
                                          <p:attrName>style.visibility</p:attrName>
                                        </p:attrNameLst>
                                      </p:cBhvr>
                                      <p:to>
                                        <p:strVal val="visible"/>
                                      </p:to>
                                    </p:set>
                                    <p:animEffect transition="in" filter="fade">
                                      <p:cBhvr>
                                        <p:cTn id="54" dur="1000"/>
                                        <p:tgtEl>
                                          <p:spTgt spid="7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69"/>
                                        </p:tgtEl>
                                        <p:attrNameLst>
                                          <p:attrName>style.visibility</p:attrName>
                                        </p:attrNameLst>
                                      </p:cBhvr>
                                      <p:to>
                                        <p:strVal val="visible"/>
                                      </p:to>
                                    </p:set>
                                    <p:animEffect transition="in" filter="fade">
                                      <p:cBhvr>
                                        <p:cTn id="57" dur="1000"/>
                                        <p:tgtEl>
                                          <p:spTgt spid="69"/>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68"/>
                                        </p:tgtEl>
                                        <p:attrNameLst>
                                          <p:attrName>style.visibility</p:attrName>
                                        </p:attrNameLst>
                                      </p:cBhvr>
                                      <p:to>
                                        <p:strVal val="visible"/>
                                      </p:to>
                                    </p:set>
                                    <p:animEffect transition="in" filter="fade">
                                      <p:cBhvr>
                                        <p:cTn id="60" dur="1000"/>
                                        <p:tgtEl>
                                          <p:spTgt spid="68"/>
                                        </p:tgtEl>
                                      </p:cBhvr>
                                    </p:animEffect>
                                  </p:childTnLst>
                                </p:cTn>
                              </p:par>
                            </p:childTnLst>
                          </p:cTn>
                        </p:par>
                      </p:childTnLst>
                    </p:cTn>
                  </p:par>
                  <p:par>
                    <p:cTn id="61" fill="hold">
                      <p:stCondLst>
                        <p:cond delay="indefinite"/>
                      </p:stCondLst>
                      <p:childTnLst>
                        <p:par>
                          <p:cTn id="62" fill="hold">
                            <p:stCondLst>
                              <p:cond delay="0"/>
                            </p:stCondLst>
                            <p:childTnLst>
                              <p:par>
                                <p:cTn id="63" presetID="10" presetClass="entr" presetSubtype="0" fill="hold" grpId="0" nodeType="clickEffect">
                                  <p:stCondLst>
                                    <p:cond delay="0"/>
                                  </p:stCondLst>
                                  <p:childTnLst>
                                    <p:set>
                                      <p:cBhvr>
                                        <p:cTn id="64" dur="1" fill="hold">
                                          <p:stCondLst>
                                            <p:cond delay="0"/>
                                          </p:stCondLst>
                                        </p:cTn>
                                        <p:tgtEl>
                                          <p:spTgt spid="83"/>
                                        </p:tgtEl>
                                        <p:attrNameLst>
                                          <p:attrName>style.visibility</p:attrName>
                                        </p:attrNameLst>
                                      </p:cBhvr>
                                      <p:to>
                                        <p:strVal val="visible"/>
                                      </p:to>
                                    </p:set>
                                    <p:animEffect transition="in" filter="fade">
                                      <p:cBhvr>
                                        <p:cTn id="65" dur="1000"/>
                                        <p:tgtEl>
                                          <p:spTgt spid="83"/>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84"/>
                                        </p:tgtEl>
                                        <p:attrNameLst>
                                          <p:attrName>style.visibility</p:attrName>
                                        </p:attrNameLst>
                                      </p:cBhvr>
                                      <p:to>
                                        <p:strVal val="visible"/>
                                      </p:to>
                                    </p:set>
                                    <p:animEffect transition="in" filter="fade">
                                      <p:cBhvr>
                                        <p:cTn id="68" dur="1000"/>
                                        <p:tgtEl>
                                          <p:spTgt spid="84"/>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5"/>
                                        </p:tgtEl>
                                        <p:attrNameLst>
                                          <p:attrName>style.visibility</p:attrName>
                                        </p:attrNameLst>
                                      </p:cBhvr>
                                      <p:to>
                                        <p:strVal val="visible"/>
                                      </p:to>
                                    </p:set>
                                    <p:animEffect transition="in" filter="fade">
                                      <p:cBhvr>
                                        <p:cTn id="71" dur="1000"/>
                                        <p:tgtEl>
                                          <p:spTgt spid="85"/>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86"/>
                                        </p:tgtEl>
                                        <p:attrNameLst>
                                          <p:attrName>style.visibility</p:attrName>
                                        </p:attrNameLst>
                                      </p:cBhvr>
                                      <p:to>
                                        <p:strVal val="visible"/>
                                      </p:to>
                                    </p:set>
                                    <p:animEffect transition="in" filter="fade">
                                      <p:cBhvr>
                                        <p:cTn id="74" dur="1000"/>
                                        <p:tgtEl>
                                          <p:spTgt spid="86"/>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87"/>
                                        </p:tgtEl>
                                        <p:attrNameLst>
                                          <p:attrName>style.visibility</p:attrName>
                                        </p:attrNameLst>
                                      </p:cBhvr>
                                      <p:to>
                                        <p:strVal val="visible"/>
                                      </p:to>
                                    </p:set>
                                    <p:animEffect transition="in" filter="fade">
                                      <p:cBhvr>
                                        <p:cTn id="77" dur="1000"/>
                                        <p:tgtEl>
                                          <p:spTgt spid="87"/>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88"/>
                                        </p:tgtEl>
                                        <p:attrNameLst>
                                          <p:attrName>style.visibility</p:attrName>
                                        </p:attrNameLst>
                                      </p:cBhvr>
                                      <p:to>
                                        <p:strVal val="visible"/>
                                      </p:to>
                                    </p:set>
                                    <p:animEffect transition="in" filter="fade">
                                      <p:cBhvr>
                                        <p:cTn id="80" dur="1000"/>
                                        <p:tgtEl>
                                          <p:spTgt spid="88"/>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65"/>
                                        </p:tgtEl>
                                        <p:attrNameLst>
                                          <p:attrName>style.visibility</p:attrName>
                                        </p:attrNameLst>
                                      </p:cBhvr>
                                      <p:to>
                                        <p:strVal val="visible"/>
                                      </p:to>
                                    </p:set>
                                    <p:animEffect transition="in" filter="fade">
                                      <p:cBhvr>
                                        <p:cTn id="83" dur="100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9" grpId="0" animBg="1"/>
      <p:bldP spid="52" grpId="0"/>
      <p:bldP spid="60" grpId="0" animBg="1"/>
      <p:bldP spid="61" grpId="0"/>
      <p:bldP spid="63" grpId="0"/>
      <p:bldP spid="65" grpId="0"/>
      <p:bldP spid="64" grpId="0"/>
      <p:bldP spid="68" grpId="0" animBg="1"/>
      <p:bldP spid="69" grpId="0" animBg="1"/>
      <p:bldP spid="70" grpId="0" animBg="1"/>
      <p:bldP spid="71" grpId="0" animBg="1"/>
      <p:bldP spid="72" grpId="0" animBg="1"/>
      <p:bldP spid="73" grpId="0" animBg="1"/>
      <p:bldP spid="74" grpId="0" animBg="1"/>
      <p:bldP spid="75" grpId="0" animBg="1"/>
      <p:bldP spid="83" grpId="0" animBg="1"/>
      <p:bldP spid="84" grpId="0" animBg="1"/>
      <p:bldP spid="85" grpId="0" animBg="1"/>
      <p:bldP spid="86" grpId="0" animBg="1"/>
      <p:bldP spid="87" grpId="0" animBg="1"/>
      <p:bldP spid="88"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CD10A199-4F05-0A51-A254-C51754E89823}"/>
            </a:ext>
          </a:extLst>
        </p:cNvPr>
        <p:cNvGrpSpPr/>
        <p:nvPr/>
      </p:nvGrpSpPr>
      <p:grpSpPr>
        <a:xfrm>
          <a:off x="0" y="0"/>
          <a:ext cx="0" cy="0"/>
          <a:chOff x="0" y="0"/>
          <a:chExt cx="0" cy="0"/>
        </a:xfrm>
      </p:grpSpPr>
      <p:pic>
        <p:nvPicPr>
          <p:cNvPr id="2" name="Picture 1">
            <a:extLst>
              <a:ext uri="{FF2B5EF4-FFF2-40B4-BE49-F238E27FC236}">
                <a16:creationId xmlns:a16="http://schemas.microsoft.com/office/drawing/2014/main" id="{73453DC5-CCF2-6C0A-7A15-4319B1B2F708}"/>
              </a:ext>
            </a:extLst>
          </p:cNvPr>
          <p:cNvPicPr>
            <a:picLocks noChangeAspect="1"/>
          </p:cNvPicPr>
          <p:nvPr/>
        </p:nvPicPr>
        <p:blipFill>
          <a:blip r:embed="rId3"/>
          <a:stretch>
            <a:fillRect/>
          </a:stretch>
        </p:blipFill>
        <p:spPr>
          <a:xfrm>
            <a:off x="7236154" y="403798"/>
            <a:ext cx="4191854" cy="2407267"/>
          </a:xfrm>
          <a:prstGeom prst="rect">
            <a:avLst/>
          </a:prstGeom>
        </p:spPr>
      </p:pic>
      <p:sp>
        <p:nvSpPr>
          <p:cNvPr id="3" name="TextBox 2">
            <a:extLst>
              <a:ext uri="{FF2B5EF4-FFF2-40B4-BE49-F238E27FC236}">
                <a16:creationId xmlns:a16="http://schemas.microsoft.com/office/drawing/2014/main" id="{202E9A3B-B932-1BE4-598D-7A022C7DBD75}"/>
              </a:ext>
            </a:extLst>
          </p:cNvPr>
          <p:cNvSpPr txBox="1"/>
          <p:nvPr/>
        </p:nvSpPr>
        <p:spPr>
          <a:xfrm>
            <a:off x="1222695" y="3516086"/>
            <a:ext cx="9768380" cy="477054"/>
          </a:xfrm>
          <a:prstGeom prst="rect">
            <a:avLst/>
          </a:prstGeom>
          <a:noFill/>
        </p:spPr>
        <p:txBody>
          <a:bodyPr wrap="none" rtlCol="0">
            <a:spAutoFit/>
          </a:bodyPr>
          <a:lstStyle/>
          <a:p>
            <a:pPr algn="ctr"/>
            <a:r>
              <a:rPr lang="en-US" sz="2500" b="1" dirty="0">
                <a:solidFill>
                  <a:srgbClr val="F6C96B"/>
                </a:solidFill>
                <a:latin typeface="Calibri" panose="020F0502020204030204" pitchFamily="34" charset="0"/>
                <a:cs typeface="Calibri" panose="020F0502020204030204" pitchFamily="34" charset="0"/>
              </a:rPr>
              <a:t>CPS = P</a:t>
            </a:r>
            <a:r>
              <a:rPr lang="en-DE" sz="2500" b="1" dirty="0">
                <a:solidFill>
                  <a:srgbClr val="F6C96B"/>
                </a:solidFill>
                <a:latin typeface="Calibri" panose="020F0502020204030204" pitchFamily="34" charset="0"/>
                <a:cs typeface="Calibri" panose="020F0502020204030204" pitchFamily="34" charset="0"/>
              </a:rPr>
              <a:t>(rule-violating action | variation) – P(rule-violating action | base)</a:t>
            </a:r>
          </a:p>
        </p:txBody>
      </p:sp>
      <p:sp>
        <p:nvSpPr>
          <p:cNvPr id="4" name="TextBox 3">
            <a:extLst>
              <a:ext uri="{FF2B5EF4-FFF2-40B4-BE49-F238E27FC236}">
                <a16:creationId xmlns:a16="http://schemas.microsoft.com/office/drawing/2014/main" id="{6C18AFCA-3660-6218-A766-F16678D35B66}"/>
              </a:ext>
            </a:extLst>
          </p:cNvPr>
          <p:cNvSpPr txBox="1"/>
          <p:nvPr/>
        </p:nvSpPr>
        <p:spPr>
          <a:xfrm>
            <a:off x="2510869" y="4169582"/>
            <a:ext cx="7192033" cy="430887"/>
          </a:xfrm>
          <a:prstGeom prst="rect">
            <a:avLst/>
          </a:prstGeom>
          <a:noFill/>
        </p:spPr>
        <p:txBody>
          <a:bodyPr wrap="none" rtlCol="0">
            <a:spAutoFit/>
          </a:bodyPr>
          <a:lstStyle/>
          <a:p>
            <a:pPr algn="ctr"/>
            <a:r>
              <a:rPr lang="en-US" sz="2200" dirty="0">
                <a:solidFill>
                  <a:schemeClr val="bg1"/>
                </a:solidFill>
                <a:latin typeface="Calibri" panose="020F0502020204030204" pitchFamily="34" charset="0"/>
                <a:cs typeface="Calibri" panose="020F0502020204030204" pitchFamily="34" charset="0"/>
              </a:rPr>
              <a:t>T</a:t>
            </a:r>
            <a:r>
              <a:rPr lang="en-DE" sz="2200" dirty="0">
                <a:solidFill>
                  <a:schemeClr val="bg1"/>
                </a:solidFill>
                <a:latin typeface="Calibri" panose="020F0502020204030204" pitchFamily="34" charset="0"/>
                <a:cs typeface="Calibri" panose="020F0502020204030204" pitchFamily="34" charset="0"/>
              </a:rPr>
              <a:t>aking the difference in the CPS removes the base preference</a:t>
            </a:r>
          </a:p>
        </p:txBody>
      </p:sp>
      <p:sp>
        <p:nvSpPr>
          <p:cNvPr id="10" name="TextBox 9">
            <a:extLst>
              <a:ext uri="{FF2B5EF4-FFF2-40B4-BE49-F238E27FC236}">
                <a16:creationId xmlns:a16="http://schemas.microsoft.com/office/drawing/2014/main" id="{85DD96F3-A914-16CA-6E61-2C74131296F9}"/>
              </a:ext>
            </a:extLst>
          </p:cNvPr>
          <p:cNvSpPr txBox="1"/>
          <p:nvPr/>
        </p:nvSpPr>
        <p:spPr>
          <a:xfrm>
            <a:off x="97969" y="5342675"/>
            <a:ext cx="12017832" cy="972702"/>
          </a:xfrm>
          <a:prstGeom prst="rect">
            <a:avLst/>
          </a:prstGeom>
          <a:noFill/>
        </p:spPr>
        <p:txBody>
          <a:bodyPr wrap="square">
            <a:spAutoFit/>
          </a:bodyPr>
          <a:lstStyle/>
          <a:p>
            <a:pPr marL="342900" indent="-342900">
              <a:lnSpc>
                <a:spcPct val="150000"/>
              </a:lnSpc>
              <a:buFont typeface="Wingdings" pitchFamily="2" charset="2"/>
              <a:buChar char="à"/>
            </a:pPr>
            <a:r>
              <a:rPr lang="en-US" sz="2200" b="1" dirty="0">
                <a:solidFill>
                  <a:schemeClr val="bg1"/>
                </a:solidFill>
                <a:latin typeface="Calibri" panose="020F0502020204030204" pitchFamily="34" charset="0"/>
                <a:cs typeface="Calibri" panose="020F0502020204030204" pitchFamily="34" charset="0"/>
                <a:sym typeface="Wingdings" pitchFamily="2" charset="2"/>
              </a:rPr>
              <a:t>D</a:t>
            </a:r>
            <a:r>
              <a:rPr lang="en-DE" sz="2200" b="1" dirty="0">
                <a:solidFill>
                  <a:schemeClr val="bg1"/>
                </a:solidFill>
                <a:latin typeface="Calibri" panose="020F0502020204030204" pitchFamily="34" charset="0"/>
                <a:cs typeface="Calibri" panose="020F0502020204030204" pitchFamily="34" charset="0"/>
                <a:sym typeface="Wingdings" pitchFamily="2" charset="2"/>
              </a:rPr>
              <a:t>o models that were very confident in the base case shift more or less than unconfident models?</a:t>
            </a:r>
            <a:br>
              <a:rPr lang="en-DE" sz="2200" b="1" dirty="0">
                <a:solidFill>
                  <a:schemeClr val="bg1"/>
                </a:solidFill>
                <a:latin typeface="Calibri" panose="020F0502020204030204" pitchFamily="34" charset="0"/>
                <a:cs typeface="Calibri" panose="020F0502020204030204" pitchFamily="34" charset="0"/>
                <a:sym typeface="Wingdings" pitchFamily="2" charset="2"/>
              </a:rPr>
            </a:br>
            <a:r>
              <a:rPr lang="en-DE" dirty="0">
                <a:solidFill>
                  <a:schemeClr val="bg1">
                    <a:lumMod val="75000"/>
                  </a:schemeClr>
                </a:solidFill>
                <a:latin typeface="Calibri" panose="020F0502020204030204" pitchFamily="34" charset="0"/>
                <a:cs typeface="Calibri" panose="020F0502020204030204" pitchFamily="34" charset="0"/>
                <a:sym typeface="Wingdings" pitchFamily="2" charset="2"/>
              </a:rPr>
              <a:t>More intuitively: do rule-adherent models stay rule-adherent for the variations?</a:t>
            </a:r>
            <a:endParaRPr lang="en-DE" dirty="0">
              <a:solidFill>
                <a:schemeClr val="bg1">
                  <a:lumMod val="75000"/>
                </a:schemeClr>
              </a:solidFill>
              <a:latin typeface="Calibri" panose="020F0502020204030204" pitchFamily="34" charset="0"/>
              <a:cs typeface="Calibri" panose="020F0502020204030204" pitchFamily="34" charset="0"/>
            </a:endParaRPr>
          </a:p>
        </p:txBody>
      </p:sp>
      <p:grpSp>
        <p:nvGrpSpPr>
          <p:cNvPr id="59" name="Group 58">
            <a:extLst>
              <a:ext uri="{FF2B5EF4-FFF2-40B4-BE49-F238E27FC236}">
                <a16:creationId xmlns:a16="http://schemas.microsoft.com/office/drawing/2014/main" id="{7A4E5F92-E6A6-3AD5-236E-406DB56C3A3A}"/>
              </a:ext>
            </a:extLst>
          </p:cNvPr>
          <p:cNvGrpSpPr/>
          <p:nvPr/>
        </p:nvGrpSpPr>
        <p:grpSpPr>
          <a:xfrm>
            <a:off x="251347" y="403799"/>
            <a:ext cx="8430889" cy="4803999"/>
            <a:chOff x="251347" y="403799"/>
            <a:chExt cx="8430889" cy="4803999"/>
          </a:xfrm>
        </p:grpSpPr>
        <p:sp>
          <p:nvSpPr>
            <p:cNvPr id="11" name="TextBox 10">
              <a:extLst>
                <a:ext uri="{FF2B5EF4-FFF2-40B4-BE49-F238E27FC236}">
                  <a16:creationId xmlns:a16="http://schemas.microsoft.com/office/drawing/2014/main" id="{441206C6-D6D9-609A-63F6-D8A20E63C0DF}"/>
                </a:ext>
              </a:extLst>
            </p:cNvPr>
            <p:cNvSpPr txBox="1"/>
            <p:nvPr/>
          </p:nvSpPr>
          <p:spPr>
            <a:xfrm>
              <a:off x="3509793" y="4776911"/>
              <a:ext cx="5172443" cy="430887"/>
            </a:xfrm>
            <a:prstGeom prst="rect">
              <a:avLst/>
            </a:prstGeom>
            <a:noFill/>
          </p:spPr>
          <p:txBody>
            <a:bodyPr wrap="none" rtlCol="0">
              <a:spAutoFit/>
            </a:bodyPr>
            <a:lstStyle/>
            <a:p>
              <a:pPr algn="ctr"/>
              <a:r>
                <a:rPr lang="en-US" sz="2200" dirty="0">
                  <a:solidFill>
                    <a:schemeClr val="bg1"/>
                  </a:solidFill>
                  <a:latin typeface="Calibri" panose="020F0502020204030204" pitchFamily="34" charset="0"/>
                  <a:cs typeface="Calibri" panose="020F0502020204030204" pitchFamily="34" charset="0"/>
                </a:rPr>
                <a:t>Models had very different base confidences</a:t>
              </a:r>
              <a:endParaRPr lang="en-DE" sz="2200" dirty="0">
                <a:solidFill>
                  <a:schemeClr val="bg1"/>
                </a:solidFill>
                <a:latin typeface="Calibri" panose="020F0502020204030204" pitchFamily="34" charset="0"/>
                <a:cs typeface="Calibri" panose="020F0502020204030204" pitchFamily="34" charset="0"/>
              </a:endParaRPr>
            </a:p>
          </p:txBody>
        </p:sp>
        <p:sp>
          <p:nvSpPr>
            <p:cNvPr id="13" name="Rounded Rectangle 49">
              <a:extLst>
                <a:ext uri="{FF2B5EF4-FFF2-40B4-BE49-F238E27FC236}">
                  <a16:creationId xmlns:a16="http://schemas.microsoft.com/office/drawing/2014/main" id="{198A5BBC-87EA-9ED9-2651-7FD46D652136}"/>
                </a:ext>
              </a:extLst>
            </p:cNvPr>
            <p:cNvSpPr/>
            <p:nvPr/>
          </p:nvSpPr>
          <p:spPr>
            <a:xfrm>
              <a:off x="251347" y="403799"/>
              <a:ext cx="6470221" cy="2407267"/>
            </a:xfrm>
            <a:custGeom>
              <a:avLst/>
              <a:gdLst>
                <a:gd name="csX0" fmla="*/ 0 w 6470221"/>
                <a:gd name="csY0" fmla="*/ 307143 h 2407267"/>
                <a:gd name="csX1" fmla="*/ 307143 w 6470221"/>
                <a:gd name="csY1" fmla="*/ 0 h 2407267"/>
                <a:gd name="csX2" fmla="*/ 957802 w 6470221"/>
                <a:gd name="csY2" fmla="*/ 0 h 2407267"/>
                <a:gd name="csX3" fmla="*/ 1491343 w 6470221"/>
                <a:gd name="csY3" fmla="*/ 0 h 2407267"/>
                <a:gd name="csX4" fmla="*/ 1966325 w 6470221"/>
                <a:gd name="csY4" fmla="*/ 0 h 2407267"/>
                <a:gd name="csX5" fmla="*/ 2499865 w 6470221"/>
                <a:gd name="csY5" fmla="*/ 0 h 2407267"/>
                <a:gd name="csX6" fmla="*/ 3209084 w 6470221"/>
                <a:gd name="csY6" fmla="*/ 0 h 2407267"/>
                <a:gd name="csX7" fmla="*/ 3742625 w 6470221"/>
                <a:gd name="csY7" fmla="*/ 0 h 2407267"/>
                <a:gd name="csX8" fmla="*/ 4217606 w 6470221"/>
                <a:gd name="csY8" fmla="*/ 0 h 2407267"/>
                <a:gd name="csX9" fmla="*/ 4751147 w 6470221"/>
                <a:gd name="csY9" fmla="*/ 0 h 2407267"/>
                <a:gd name="csX10" fmla="*/ 5343247 w 6470221"/>
                <a:gd name="csY10" fmla="*/ 0 h 2407267"/>
                <a:gd name="csX11" fmla="*/ 6163078 w 6470221"/>
                <a:gd name="csY11" fmla="*/ 0 h 2407267"/>
                <a:gd name="csX12" fmla="*/ 6470221 w 6470221"/>
                <a:gd name="csY12" fmla="*/ 307143 h 2407267"/>
                <a:gd name="csX13" fmla="*/ 6470221 w 6470221"/>
                <a:gd name="csY13" fmla="*/ 940663 h 2407267"/>
                <a:gd name="csX14" fmla="*/ 6470221 w 6470221"/>
                <a:gd name="csY14" fmla="*/ 1574183 h 2407267"/>
                <a:gd name="csX15" fmla="*/ 6470221 w 6470221"/>
                <a:gd name="csY15" fmla="*/ 2100124 h 2407267"/>
                <a:gd name="csX16" fmla="*/ 6163078 w 6470221"/>
                <a:gd name="csY16" fmla="*/ 2407267 h 2407267"/>
                <a:gd name="csX17" fmla="*/ 5570978 w 6470221"/>
                <a:gd name="csY17" fmla="*/ 2407267 h 2407267"/>
                <a:gd name="csX18" fmla="*/ 4920318 w 6470221"/>
                <a:gd name="csY18" fmla="*/ 2407267 h 2407267"/>
                <a:gd name="csX19" fmla="*/ 4445337 w 6470221"/>
                <a:gd name="csY19" fmla="*/ 2407267 h 2407267"/>
                <a:gd name="csX20" fmla="*/ 3677559 w 6470221"/>
                <a:gd name="csY20" fmla="*/ 2407267 h 2407267"/>
                <a:gd name="csX21" fmla="*/ 3026899 w 6470221"/>
                <a:gd name="csY21" fmla="*/ 2407267 h 2407267"/>
                <a:gd name="csX22" fmla="*/ 2259121 w 6470221"/>
                <a:gd name="csY22" fmla="*/ 2407267 h 2407267"/>
                <a:gd name="csX23" fmla="*/ 1667021 w 6470221"/>
                <a:gd name="csY23" fmla="*/ 2407267 h 2407267"/>
                <a:gd name="csX24" fmla="*/ 1133480 w 6470221"/>
                <a:gd name="csY24" fmla="*/ 2407267 h 2407267"/>
                <a:gd name="csX25" fmla="*/ 307143 w 6470221"/>
                <a:gd name="csY25" fmla="*/ 2407267 h 2407267"/>
                <a:gd name="csX26" fmla="*/ 0 w 6470221"/>
                <a:gd name="csY26" fmla="*/ 2100124 h 2407267"/>
                <a:gd name="csX27" fmla="*/ 0 w 6470221"/>
                <a:gd name="csY27" fmla="*/ 1502464 h 2407267"/>
                <a:gd name="csX28" fmla="*/ 0 w 6470221"/>
                <a:gd name="csY28" fmla="*/ 868944 h 2407267"/>
                <a:gd name="csX29" fmla="*/ 0 w 6470221"/>
                <a:gd name="csY29" fmla="*/ 307143 h 240726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Lst>
              <a:rect l="l" t="t" r="r" b="b"/>
              <a:pathLst>
                <a:path w="6470221" h="2407267" fill="none" extrusionOk="0">
                  <a:moveTo>
                    <a:pt x="0" y="307143"/>
                  </a:moveTo>
                  <a:cubicBezTo>
                    <a:pt x="-5821" y="155661"/>
                    <a:pt x="135249" y="-7129"/>
                    <a:pt x="307143" y="0"/>
                  </a:cubicBezTo>
                  <a:cubicBezTo>
                    <a:pt x="546192" y="9125"/>
                    <a:pt x="682509" y="17726"/>
                    <a:pt x="957802" y="0"/>
                  </a:cubicBezTo>
                  <a:cubicBezTo>
                    <a:pt x="1233095" y="-17726"/>
                    <a:pt x="1311101" y="-3208"/>
                    <a:pt x="1491343" y="0"/>
                  </a:cubicBezTo>
                  <a:cubicBezTo>
                    <a:pt x="1671585" y="3208"/>
                    <a:pt x="1748933" y="-12855"/>
                    <a:pt x="1966325" y="0"/>
                  </a:cubicBezTo>
                  <a:cubicBezTo>
                    <a:pt x="2183717" y="12855"/>
                    <a:pt x="2237749" y="19387"/>
                    <a:pt x="2499865" y="0"/>
                  </a:cubicBezTo>
                  <a:cubicBezTo>
                    <a:pt x="2761981" y="-19387"/>
                    <a:pt x="2969620" y="-27855"/>
                    <a:pt x="3209084" y="0"/>
                  </a:cubicBezTo>
                  <a:cubicBezTo>
                    <a:pt x="3448548" y="27855"/>
                    <a:pt x="3603345" y="-6665"/>
                    <a:pt x="3742625" y="0"/>
                  </a:cubicBezTo>
                  <a:cubicBezTo>
                    <a:pt x="3881905" y="6665"/>
                    <a:pt x="4113115" y="-18873"/>
                    <a:pt x="4217606" y="0"/>
                  </a:cubicBezTo>
                  <a:cubicBezTo>
                    <a:pt x="4322097" y="18873"/>
                    <a:pt x="4556285" y="4521"/>
                    <a:pt x="4751147" y="0"/>
                  </a:cubicBezTo>
                  <a:cubicBezTo>
                    <a:pt x="4946009" y="-4521"/>
                    <a:pt x="5076867" y="10383"/>
                    <a:pt x="5343247" y="0"/>
                  </a:cubicBezTo>
                  <a:cubicBezTo>
                    <a:pt x="5609627" y="-10383"/>
                    <a:pt x="5814232" y="13981"/>
                    <a:pt x="6163078" y="0"/>
                  </a:cubicBezTo>
                  <a:cubicBezTo>
                    <a:pt x="6309479" y="23059"/>
                    <a:pt x="6475258" y="138644"/>
                    <a:pt x="6470221" y="307143"/>
                  </a:cubicBezTo>
                  <a:cubicBezTo>
                    <a:pt x="6491894" y="606222"/>
                    <a:pt x="6468808" y="740837"/>
                    <a:pt x="6470221" y="940663"/>
                  </a:cubicBezTo>
                  <a:cubicBezTo>
                    <a:pt x="6471634" y="1140489"/>
                    <a:pt x="6457182" y="1364773"/>
                    <a:pt x="6470221" y="1574183"/>
                  </a:cubicBezTo>
                  <a:cubicBezTo>
                    <a:pt x="6483260" y="1783593"/>
                    <a:pt x="6474877" y="1939649"/>
                    <a:pt x="6470221" y="2100124"/>
                  </a:cubicBezTo>
                  <a:cubicBezTo>
                    <a:pt x="6464884" y="2289300"/>
                    <a:pt x="6352391" y="2374119"/>
                    <a:pt x="6163078" y="2407267"/>
                  </a:cubicBezTo>
                  <a:cubicBezTo>
                    <a:pt x="6014643" y="2385921"/>
                    <a:pt x="5713367" y="2430030"/>
                    <a:pt x="5570978" y="2407267"/>
                  </a:cubicBezTo>
                  <a:cubicBezTo>
                    <a:pt x="5428589" y="2384504"/>
                    <a:pt x="5067553" y="2404829"/>
                    <a:pt x="4920318" y="2407267"/>
                  </a:cubicBezTo>
                  <a:cubicBezTo>
                    <a:pt x="4773083" y="2409705"/>
                    <a:pt x="4674724" y="2423570"/>
                    <a:pt x="4445337" y="2407267"/>
                  </a:cubicBezTo>
                  <a:cubicBezTo>
                    <a:pt x="4215950" y="2390964"/>
                    <a:pt x="3832594" y="2393156"/>
                    <a:pt x="3677559" y="2407267"/>
                  </a:cubicBezTo>
                  <a:cubicBezTo>
                    <a:pt x="3522524" y="2421378"/>
                    <a:pt x="3253091" y="2402324"/>
                    <a:pt x="3026899" y="2407267"/>
                  </a:cubicBezTo>
                  <a:cubicBezTo>
                    <a:pt x="2800707" y="2412210"/>
                    <a:pt x="2423151" y="2417806"/>
                    <a:pt x="2259121" y="2407267"/>
                  </a:cubicBezTo>
                  <a:cubicBezTo>
                    <a:pt x="2095091" y="2396728"/>
                    <a:pt x="1832725" y="2430608"/>
                    <a:pt x="1667021" y="2407267"/>
                  </a:cubicBezTo>
                  <a:cubicBezTo>
                    <a:pt x="1501317" y="2383926"/>
                    <a:pt x="1388832" y="2415527"/>
                    <a:pt x="1133480" y="2407267"/>
                  </a:cubicBezTo>
                  <a:cubicBezTo>
                    <a:pt x="878128" y="2399007"/>
                    <a:pt x="638026" y="2401246"/>
                    <a:pt x="307143" y="2407267"/>
                  </a:cubicBezTo>
                  <a:cubicBezTo>
                    <a:pt x="130231" y="2409822"/>
                    <a:pt x="-729" y="2233357"/>
                    <a:pt x="0" y="2100124"/>
                  </a:cubicBezTo>
                  <a:cubicBezTo>
                    <a:pt x="-4319" y="1957963"/>
                    <a:pt x="-9120" y="1763687"/>
                    <a:pt x="0" y="1502464"/>
                  </a:cubicBezTo>
                  <a:cubicBezTo>
                    <a:pt x="9120" y="1241241"/>
                    <a:pt x="-12460" y="1178155"/>
                    <a:pt x="0" y="868944"/>
                  </a:cubicBezTo>
                  <a:cubicBezTo>
                    <a:pt x="12460" y="559733"/>
                    <a:pt x="5712" y="428057"/>
                    <a:pt x="0" y="307143"/>
                  </a:cubicBezTo>
                  <a:close/>
                </a:path>
                <a:path w="6470221" h="2407267" stroke="0" extrusionOk="0">
                  <a:moveTo>
                    <a:pt x="0" y="307143"/>
                  </a:moveTo>
                  <a:cubicBezTo>
                    <a:pt x="-29260" y="119465"/>
                    <a:pt x="102200" y="13254"/>
                    <a:pt x="307143" y="0"/>
                  </a:cubicBezTo>
                  <a:cubicBezTo>
                    <a:pt x="674957" y="35450"/>
                    <a:pt x="857291" y="-16030"/>
                    <a:pt x="1074921" y="0"/>
                  </a:cubicBezTo>
                  <a:cubicBezTo>
                    <a:pt x="1292551" y="16030"/>
                    <a:pt x="1447720" y="611"/>
                    <a:pt x="1667021" y="0"/>
                  </a:cubicBezTo>
                  <a:cubicBezTo>
                    <a:pt x="1886322" y="-611"/>
                    <a:pt x="2059427" y="-8640"/>
                    <a:pt x="2200562" y="0"/>
                  </a:cubicBezTo>
                  <a:cubicBezTo>
                    <a:pt x="2341697" y="8640"/>
                    <a:pt x="2762916" y="-9412"/>
                    <a:pt x="2909781" y="0"/>
                  </a:cubicBezTo>
                  <a:cubicBezTo>
                    <a:pt x="3056646" y="9412"/>
                    <a:pt x="3224511" y="19578"/>
                    <a:pt x="3501881" y="0"/>
                  </a:cubicBezTo>
                  <a:cubicBezTo>
                    <a:pt x="3779251" y="-19578"/>
                    <a:pt x="3961755" y="-11232"/>
                    <a:pt x="4269659" y="0"/>
                  </a:cubicBezTo>
                  <a:cubicBezTo>
                    <a:pt x="4577563" y="11232"/>
                    <a:pt x="4679975" y="24498"/>
                    <a:pt x="4803200" y="0"/>
                  </a:cubicBezTo>
                  <a:cubicBezTo>
                    <a:pt x="4926425" y="-24498"/>
                    <a:pt x="5290156" y="-26188"/>
                    <a:pt x="5570978" y="0"/>
                  </a:cubicBezTo>
                  <a:cubicBezTo>
                    <a:pt x="5851800" y="26188"/>
                    <a:pt x="5908542" y="-24908"/>
                    <a:pt x="6163078" y="0"/>
                  </a:cubicBezTo>
                  <a:cubicBezTo>
                    <a:pt x="6318260" y="-826"/>
                    <a:pt x="6478166" y="115726"/>
                    <a:pt x="6470221" y="307143"/>
                  </a:cubicBezTo>
                  <a:cubicBezTo>
                    <a:pt x="6476848" y="519971"/>
                    <a:pt x="6458801" y="789644"/>
                    <a:pt x="6470221" y="922733"/>
                  </a:cubicBezTo>
                  <a:cubicBezTo>
                    <a:pt x="6481642" y="1055822"/>
                    <a:pt x="6439797" y="1314195"/>
                    <a:pt x="6470221" y="1556253"/>
                  </a:cubicBezTo>
                  <a:cubicBezTo>
                    <a:pt x="6500645" y="1798311"/>
                    <a:pt x="6479780" y="1842883"/>
                    <a:pt x="6470221" y="2100124"/>
                  </a:cubicBezTo>
                  <a:cubicBezTo>
                    <a:pt x="6440420" y="2274648"/>
                    <a:pt x="6318705" y="2397605"/>
                    <a:pt x="6163078" y="2407267"/>
                  </a:cubicBezTo>
                  <a:cubicBezTo>
                    <a:pt x="5873641" y="2427990"/>
                    <a:pt x="5705173" y="2382945"/>
                    <a:pt x="5453859" y="2407267"/>
                  </a:cubicBezTo>
                  <a:cubicBezTo>
                    <a:pt x="5202545" y="2431589"/>
                    <a:pt x="4999966" y="2399900"/>
                    <a:pt x="4803200" y="2407267"/>
                  </a:cubicBezTo>
                  <a:cubicBezTo>
                    <a:pt x="4606434" y="2414634"/>
                    <a:pt x="4548261" y="2387432"/>
                    <a:pt x="4328218" y="2407267"/>
                  </a:cubicBezTo>
                  <a:cubicBezTo>
                    <a:pt x="4108175" y="2427102"/>
                    <a:pt x="4022423" y="2409903"/>
                    <a:pt x="3794678" y="2407267"/>
                  </a:cubicBezTo>
                  <a:cubicBezTo>
                    <a:pt x="3566933" y="2404631"/>
                    <a:pt x="3388246" y="2386107"/>
                    <a:pt x="3026899" y="2407267"/>
                  </a:cubicBezTo>
                  <a:cubicBezTo>
                    <a:pt x="2665552" y="2428427"/>
                    <a:pt x="2532330" y="2396382"/>
                    <a:pt x="2376240" y="2407267"/>
                  </a:cubicBezTo>
                  <a:cubicBezTo>
                    <a:pt x="2220150" y="2418152"/>
                    <a:pt x="2038119" y="2382883"/>
                    <a:pt x="1842699" y="2407267"/>
                  </a:cubicBezTo>
                  <a:cubicBezTo>
                    <a:pt x="1647279" y="2431651"/>
                    <a:pt x="1383676" y="2385057"/>
                    <a:pt x="1192040" y="2407267"/>
                  </a:cubicBezTo>
                  <a:cubicBezTo>
                    <a:pt x="1000404" y="2429477"/>
                    <a:pt x="684463" y="2420008"/>
                    <a:pt x="307143" y="2407267"/>
                  </a:cubicBezTo>
                  <a:cubicBezTo>
                    <a:pt x="147373" y="2376942"/>
                    <a:pt x="26003" y="2297870"/>
                    <a:pt x="0" y="2100124"/>
                  </a:cubicBezTo>
                  <a:cubicBezTo>
                    <a:pt x="8253" y="1848410"/>
                    <a:pt x="-5983" y="1719360"/>
                    <a:pt x="0" y="1466604"/>
                  </a:cubicBezTo>
                  <a:cubicBezTo>
                    <a:pt x="5983" y="1213848"/>
                    <a:pt x="-22577" y="1072873"/>
                    <a:pt x="0" y="851014"/>
                  </a:cubicBezTo>
                  <a:cubicBezTo>
                    <a:pt x="22577" y="629155"/>
                    <a:pt x="-9325" y="547259"/>
                    <a:pt x="0" y="307143"/>
                  </a:cubicBezTo>
                  <a:close/>
                </a:path>
              </a:pathLst>
            </a:custGeom>
            <a:solidFill>
              <a:srgbClr val="F1F4F9"/>
            </a:solidFill>
            <a:ln w="63500">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14" name="Textfeld 98">
              <a:extLst>
                <a:ext uri="{FF2B5EF4-FFF2-40B4-BE49-F238E27FC236}">
                  <a16:creationId xmlns:a16="http://schemas.microsoft.com/office/drawing/2014/main" id="{BDF5266E-BDCB-A3DF-8C20-243B36030114}"/>
                </a:ext>
              </a:extLst>
            </p:cNvPr>
            <p:cNvSpPr txBox="1"/>
            <p:nvPr/>
          </p:nvSpPr>
          <p:spPr>
            <a:xfrm rot="16200000">
              <a:off x="-547032" y="1370396"/>
              <a:ext cx="1842981" cy="246221"/>
            </a:xfrm>
            <a:prstGeom prst="rect">
              <a:avLst/>
            </a:prstGeom>
            <a:noFill/>
          </p:spPr>
          <p:txBody>
            <a:bodyPr wrap="square" rtlCol="0">
              <a:spAutoFit/>
            </a:bodyPr>
            <a:lstStyle/>
            <a:p>
              <a:pPr algn="ctr"/>
              <a:r>
                <a:rPr lang="en-US" sz="1000" b="1" dirty="0">
                  <a:solidFill>
                    <a:schemeClr val="accent5">
                      <a:lumMod val="60000"/>
                      <a:lumOff val="40000"/>
                    </a:schemeClr>
                  </a:solidFill>
                  <a:latin typeface="Calibri" panose="020F0502020204030204" pitchFamily="34" charset="0"/>
                  <a:cs typeface="Calibri" panose="020F0502020204030204" pitchFamily="34" charset="0"/>
                </a:rPr>
                <a:t>Marginal Action Likelihood</a:t>
              </a:r>
            </a:p>
          </p:txBody>
        </p:sp>
        <p:grpSp>
          <p:nvGrpSpPr>
            <p:cNvPr id="15" name="Group 14">
              <a:extLst>
                <a:ext uri="{FF2B5EF4-FFF2-40B4-BE49-F238E27FC236}">
                  <a16:creationId xmlns:a16="http://schemas.microsoft.com/office/drawing/2014/main" id="{C0F11411-0BC6-4CC1-C7EB-D9BFE3478200}"/>
                </a:ext>
              </a:extLst>
            </p:cNvPr>
            <p:cNvGrpSpPr/>
            <p:nvPr/>
          </p:nvGrpSpPr>
          <p:grpSpPr>
            <a:xfrm>
              <a:off x="452853" y="672238"/>
              <a:ext cx="6218076" cy="2247405"/>
              <a:chOff x="1613472" y="2158883"/>
              <a:chExt cx="7772400" cy="2809186"/>
            </a:xfrm>
          </p:grpSpPr>
          <p:pic>
            <p:nvPicPr>
              <p:cNvPr id="26" name="Picture 25">
                <a:extLst>
                  <a:ext uri="{FF2B5EF4-FFF2-40B4-BE49-F238E27FC236}">
                    <a16:creationId xmlns:a16="http://schemas.microsoft.com/office/drawing/2014/main" id="{0C1F5DCC-9DF9-E029-A038-8748AD7DA159}"/>
                  </a:ext>
                </a:extLst>
              </p:cNvPr>
              <p:cNvPicPr>
                <a:picLocks noChangeAspect="1"/>
              </p:cNvPicPr>
              <p:nvPr/>
            </p:nvPicPr>
            <p:blipFill>
              <a:blip r:embed="rId4"/>
              <a:stretch>
                <a:fillRect/>
              </a:stretch>
            </p:blipFill>
            <p:spPr>
              <a:xfrm>
                <a:off x="1613472" y="2401370"/>
                <a:ext cx="7772400" cy="2566699"/>
              </a:xfrm>
              <a:prstGeom prst="rect">
                <a:avLst/>
              </a:prstGeom>
            </p:spPr>
          </p:pic>
          <p:pic>
            <p:nvPicPr>
              <p:cNvPr id="38" name="Picture 4">
                <a:extLst>
                  <a:ext uri="{FF2B5EF4-FFF2-40B4-BE49-F238E27FC236}">
                    <a16:creationId xmlns:a16="http://schemas.microsoft.com/office/drawing/2014/main" id="{0F678FF4-4D54-1483-1F30-95AB67056BE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86109" y="2199184"/>
                <a:ext cx="506536" cy="102363"/>
              </a:xfrm>
              <a:prstGeom prst="rect">
                <a:avLst/>
              </a:prstGeom>
              <a:noFill/>
              <a:extLst>
                <a:ext uri="{909E8E84-426E-40DD-AFC4-6F175D3DCCD1}">
                  <a14:hiddenFill xmlns:a14="http://schemas.microsoft.com/office/drawing/2010/main">
                    <a:solidFill>
                      <a:srgbClr val="FFFFFF"/>
                    </a:solidFill>
                  </a14:hiddenFill>
                </a:ext>
              </a:extLst>
            </p:spPr>
          </p:pic>
          <p:pic>
            <p:nvPicPr>
              <p:cNvPr id="41" name="Picture 8" descr="Qwen - Wikipedia">
                <a:extLst>
                  <a:ext uri="{FF2B5EF4-FFF2-40B4-BE49-F238E27FC236}">
                    <a16:creationId xmlns:a16="http://schemas.microsoft.com/office/drawing/2014/main" id="{E25746D4-8276-C508-8D78-EF90BD02377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71731" y="2165030"/>
                <a:ext cx="587926" cy="172815"/>
              </a:xfrm>
              <a:prstGeom prst="rect">
                <a:avLst/>
              </a:prstGeom>
              <a:noFill/>
              <a:extLst>
                <a:ext uri="{909E8E84-426E-40DD-AFC4-6F175D3DCCD1}">
                  <a14:hiddenFill xmlns:a14="http://schemas.microsoft.com/office/drawing/2010/main">
                    <a:solidFill>
                      <a:srgbClr val="FFFFFF"/>
                    </a:solidFill>
                  </a14:hiddenFill>
                </a:ext>
              </a:extLst>
            </p:spPr>
          </p:pic>
          <p:pic>
            <p:nvPicPr>
              <p:cNvPr id="42" name="Picture 16">
                <a:extLst>
                  <a:ext uri="{FF2B5EF4-FFF2-40B4-BE49-F238E27FC236}">
                    <a16:creationId xmlns:a16="http://schemas.microsoft.com/office/drawing/2014/main" id="{96635FB5-5330-0385-160B-C68DF8DE89F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137226" y="2206785"/>
                <a:ext cx="800007" cy="90000"/>
              </a:xfrm>
              <a:prstGeom prst="rect">
                <a:avLst/>
              </a:prstGeom>
              <a:noFill/>
              <a:extLst>
                <a:ext uri="{909E8E84-426E-40DD-AFC4-6F175D3DCCD1}">
                  <a14:hiddenFill xmlns:a14="http://schemas.microsoft.com/office/drawing/2010/main">
                    <a:solidFill>
                      <a:srgbClr val="FFFFFF"/>
                    </a:solidFill>
                  </a14:hiddenFill>
                </a:ext>
              </a:extLst>
            </p:spPr>
          </p:pic>
          <p:grpSp>
            <p:nvGrpSpPr>
              <p:cNvPr id="44" name="Gruppieren 22">
                <a:extLst>
                  <a:ext uri="{FF2B5EF4-FFF2-40B4-BE49-F238E27FC236}">
                    <a16:creationId xmlns:a16="http://schemas.microsoft.com/office/drawing/2014/main" id="{B45FF981-4996-6C42-E106-8BE1F24D18B4}"/>
                  </a:ext>
                </a:extLst>
              </p:cNvPr>
              <p:cNvGrpSpPr/>
              <p:nvPr/>
            </p:nvGrpSpPr>
            <p:grpSpPr>
              <a:xfrm rot="5400000">
                <a:off x="5657100" y="-1229376"/>
                <a:ext cx="96626" cy="7216157"/>
                <a:chOff x="3905249" y="-1556616"/>
                <a:chExt cx="96626" cy="7216157"/>
              </a:xfrm>
            </p:grpSpPr>
            <p:cxnSp>
              <p:nvCxnSpPr>
                <p:cNvPr id="51" name="Gerade Verbindung 2">
                  <a:extLst>
                    <a:ext uri="{FF2B5EF4-FFF2-40B4-BE49-F238E27FC236}">
                      <a16:creationId xmlns:a16="http://schemas.microsoft.com/office/drawing/2014/main" id="{E90D44E3-9989-33EC-184A-46D1EEFF1A00}"/>
                    </a:ext>
                  </a:extLst>
                </p:cNvPr>
                <p:cNvCxnSpPr>
                  <a:cxnSpLocks/>
                </p:cNvCxnSpPr>
                <p:nvPr/>
              </p:nvCxnSpPr>
              <p:spPr>
                <a:xfrm rot="16200000" flipH="1">
                  <a:off x="340170" y="2051575"/>
                  <a:ext cx="7215932"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2" name="Gerade Verbindung 4">
                  <a:extLst>
                    <a:ext uri="{FF2B5EF4-FFF2-40B4-BE49-F238E27FC236}">
                      <a16:creationId xmlns:a16="http://schemas.microsoft.com/office/drawing/2014/main" id="{AED46E24-5E24-8945-F055-36955CB3F419}"/>
                    </a:ext>
                  </a:extLst>
                </p:cNvPr>
                <p:cNvCxnSpPr>
                  <a:cxnSpLocks/>
                </p:cNvCxnSpPr>
                <p:nvPr/>
              </p:nvCxnSpPr>
              <p:spPr>
                <a:xfrm>
                  <a:off x="3911875" y="-268558"/>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3" name="Gerade Verbindung 15">
                  <a:extLst>
                    <a:ext uri="{FF2B5EF4-FFF2-40B4-BE49-F238E27FC236}">
                      <a16:creationId xmlns:a16="http://schemas.microsoft.com/office/drawing/2014/main" id="{ED7DD153-C980-88D0-1C47-1430EDA83EE8}"/>
                    </a:ext>
                  </a:extLst>
                </p:cNvPr>
                <p:cNvCxnSpPr>
                  <a:cxnSpLocks/>
                </p:cNvCxnSpPr>
                <p:nvPr/>
              </p:nvCxnSpPr>
              <p:spPr>
                <a:xfrm>
                  <a:off x="3911863" y="744265"/>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4" name="Gerade Verbindung 16">
                  <a:extLst>
                    <a:ext uri="{FF2B5EF4-FFF2-40B4-BE49-F238E27FC236}">
                      <a16:creationId xmlns:a16="http://schemas.microsoft.com/office/drawing/2014/main" id="{FBF90F9A-1277-2BAB-4B44-A135AF317A3D}"/>
                    </a:ext>
                  </a:extLst>
                </p:cNvPr>
                <p:cNvCxnSpPr>
                  <a:cxnSpLocks/>
                </p:cNvCxnSpPr>
                <p:nvPr/>
              </p:nvCxnSpPr>
              <p:spPr>
                <a:xfrm>
                  <a:off x="3911855" y="1752455"/>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5" name="Gerade Verbindung 17">
                  <a:extLst>
                    <a:ext uri="{FF2B5EF4-FFF2-40B4-BE49-F238E27FC236}">
                      <a16:creationId xmlns:a16="http://schemas.microsoft.com/office/drawing/2014/main" id="{FEAC2404-C1A9-B8DF-3E6D-6D6B3A5D2E26}"/>
                    </a:ext>
                  </a:extLst>
                </p:cNvPr>
                <p:cNvCxnSpPr>
                  <a:cxnSpLocks/>
                </p:cNvCxnSpPr>
                <p:nvPr/>
              </p:nvCxnSpPr>
              <p:spPr>
                <a:xfrm>
                  <a:off x="3911853" y="3057801"/>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6" name="Gerade Verbindung 18">
                  <a:extLst>
                    <a:ext uri="{FF2B5EF4-FFF2-40B4-BE49-F238E27FC236}">
                      <a16:creationId xmlns:a16="http://schemas.microsoft.com/office/drawing/2014/main" id="{BA65487D-1440-E29E-6AF9-4E19E6BAAAB6}"/>
                    </a:ext>
                  </a:extLst>
                </p:cNvPr>
                <p:cNvCxnSpPr>
                  <a:cxnSpLocks/>
                </p:cNvCxnSpPr>
                <p:nvPr/>
              </p:nvCxnSpPr>
              <p:spPr>
                <a:xfrm>
                  <a:off x="3911862" y="4357410"/>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7" name="Gerade Verbindung 19">
                  <a:extLst>
                    <a:ext uri="{FF2B5EF4-FFF2-40B4-BE49-F238E27FC236}">
                      <a16:creationId xmlns:a16="http://schemas.microsoft.com/office/drawing/2014/main" id="{F3579622-637F-8770-3369-0844D1984DA9}"/>
                    </a:ext>
                  </a:extLst>
                </p:cNvPr>
                <p:cNvCxnSpPr>
                  <a:cxnSpLocks/>
                </p:cNvCxnSpPr>
                <p:nvPr/>
              </p:nvCxnSpPr>
              <p:spPr>
                <a:xfrm>
                  <a:off x="3905453" y="5658419"/>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58" name="Gerade Verbindung 21">
                  <a:extLst>
                    <a:ext uri="{FF2B5EF4-FFF2-40B4-BE49-F238E27FC236}">
                      <a16:creationId xmlns:a16="http://schemas.microsoft.com/office/drawing/2014/main" id="{76B5B116-CCE7-B1AF-4947-2A7AABF3F52A}"/>
                    </a:ext>
                  </a:extLst>
                </p:cNvPr>
                <p:cNvCxnSpPr>
                  <a:cxnSpLocks/>
                </p:cNvCxnSpPr>
                <p:nvPr/>
              </p:nvCxnSpPr>
              <p:spPr>
                <a:xfrm>
                  <a:off x="3905249" y="-1556616"/>
                  <a:ext cx="90000" cy="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grpSp>
          <p:pic>
            <p:nvPicPr>
              <p:cNvPr id="45" name="Picture 2">
                <a:extLst>
                  <a:ext uri="{FF2B5EF4-FFF2-40B4-BE49-F238E27FC236}">
                    <a16:creationId xmlns:a16="http://schemas.microsoft.com/office/drawing/2014/main" id="{052228D7-AE18-6D1F-1167-B809F7F83A2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364743" y="2170599"/>
                <a:ext cx="596719" cy="162000"/>
              </a:xfrm>
              <a:prstGeom prst="rect">
                <a:avLst/>
              </a:prstGeom>
              <a:noFill/>
              <a:extLst>
                <a:ext uri="{909E8E84-426E-40DD-AFC4-6F175D3DCCD1}">
                  <a14:hiddenFill xmlns:a14="http://schemas.microsoft.com/office/drawing/2010/main">
                    <a:solidFill>
                      <a:srgbClr val="FFFFFF"/>
                    </a:solidFill>
                  </a14:hiddenFill>
                </a:ext>
              </a:extLst>
            </p:spPr>
          </p:pic>
          <p:pic>
            <p:nvPicPr>
              <p:cNvPr id="47" name="Picture 14">
                <a:extLst>
                  <a:ext uri="{FF2B5EF4-FFF2-40B4-BE49-F238E27FC236}">
                    <a16:creationId xmlns:a16="http://schemas.microsoft.com/office/drawing/2014/main" id="{2D82AED1-794F-8929-1D64-2EDBEC008C5F}"/>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87169" y="2158883"/>
                <a:ext cx="880177" cy="186694"/>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2" descr="Brand assets | Mistral AI">
                <a:extLst>
                  <a:ext uri="{FF2B5EF4-FFF2-40B4-BE49-F238E27FC236}">
                    <a16:creationId xmlns:a16="http://schemas.microsoft.com/office/drawing/2014/main" id="{D3105009-3977-D2E4-1B50-0A4E67A28C1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76993" y="2187633"/>
                <a:ext cx="753422" cy="11880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5" name="Slide Number Placeholder 4">
            <a:extLst>
              <a:ext uri="{FF2B5EF4-FFF2-40B4-BE49-F238E27FC236}">
                <a16:creationId xmlns:a16="http://schemas.microsoft.com/office/drawing/2014/main" id="{603D1DE9-68F8-F24A-64B5-0419C730FD07}"/>
              </a:ext>
            </a:extLst>
          </p:cNvPr>
          <p:cNvSpPr>
            <a:spLocks noGrp="1"/>
          </p:cNvSpPr>
          <p:nvPr>
            <p:ph type="sldNum" sz="quarter" idx="4"/>
          </p:nvPr>
        </p:nvSpPr>
        <p:spPr/>
        <p:txBody>
          <a:bodyPr/>
          <a:lstStyle/>
          <a:p>
            <a:fld id="{F8325A8C-A62D-5E4B-8AAC-68DD587E4A7D}" type="slidenum">
              <a:rPr lang="de-DE" smtClean="0"/>
              <a:t>17</a:t>
            </a:fld>
            <a:endParaRPr lang="de-DE" dirty="0"/>
          </a:p>
        </p:txBody>
      </p:sp>
    </p:spTree>
    <p:extLst>
      <p:ext uri="{BB962C8B-B14F-4D97-AF65-F5344CB8AC3E}">
        <p14:creationId xmlns:p14="http://schemas.microsoft.com/office/powerpoint/2010/main" val="31227862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59"/>
                                        </p:tgtEl>
                                        <p:attrNameLst>
                                          <p:attrName>style.visibility</p:attrName>
                                        </p:attrNameLst>
                                      </p:cBhvr>
                                      <p:to>
                                        <p:strVal val="visible"/>
                                      </p:to>
                                    </p:set>
                                    <p:animEffect transition="in" filter="fade">
                                      <p:cBhvr>
                                        <p:cTn id="17" dur="500"/>
                                        <p:tgtEl>
                                          <p:spTgt spid="59"/>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5205D203-FAE1-D69B-A90A-15BDAF247C7B}"/>
            </a:ext>
          </a:extLst>
        </p:cNvPr>
        <p:cNvGrpSpPr/>
        <p:nvPr/>
      </p:nvGrpSpPr>
      <p:grpSpPr>
        <a:xfrm>
          <a:off x="0" y="0"/>
          <a:ext cx="0" cy="0"/>
          <a:chOff x="0" y="0"/>
          <a:chExt cx="0" cy="0"/>
        </a:xfrm>
      </p:grpSpPr>
      <p:sp>
        <p:nvSpPr>
          <p:cNvPr id="5" name="!!Textfeld 98">
            <a:extLst>
              <a:ext uri="{FF2B5EF4-FFF2-40B4-BE49-F238E27FC236}">
                <a16:creationId xmlns:a16="http://schemas.microsoft.com/office/drawing/2014/main" id="{16D96635-E149-FF5A-0929-4131018C2A00}"/>
              </a:ext>
            </a:extLst>
          </p:cNvPr>
          <p:cNvSpPr txBox="1"/>
          <p:nvPr/>
        </p:nvSpPr>
        <p:spPr>
          <a:xfrm>
            <a:off x="546825" y="174874"/>
            <a:ext cx="11811429"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Evaluating the </a:t>
            </a:r>
            <a:r>
              <a:rPr lang="en-US" sz="3500" b="1" dirty="0">
                <a:solidFill>
                  <a:srgbClr val="F6C96B"/>
                </a:solidFill>
                <a:latin typeface="Calibri" panose="020F0502020204030204" pitchFamily="34" charset="0"/>
                <a:cs typeface="Calibri" panose="020F0502020204030204" pitchFamily="34" charset="0"/>
              </a:rPr>
              <a:t>Preference Shift </a:t>
            </a:r>
            <a:r>
              <a:rPr lang="en-US" sz="3500" b="1" dirty="0">
                <a:solidFill>
                  <a:schemeClr val="bg1"/>
                </a:solidFill>
                <a:latin typeface="Calibri" panose="020F0502020204030204" pitchFamily="34" charset="0"/>
                <a:cs typeface="Calibri" panose="020F0502020204030204" pitchFamily="34" charset="0"/>
              </a:rPr>
              <a:t>Depending on </a:t>
            </a:r>
            <a:r>
              <a:rPr lang="en-US" sz="3500" b="1" dirty="0">
                <a:solidFill>
                  <a:schemeClr val="accent5">
                    <a:lumMod val="60000"/>
                    <a:lumOff val="40000"/>
                  </a:schemeClr>
                </a:solidFill>
                <a:latin typeface="Calibri" panose="020F0502020204030204" pitchFamily="34" charset="0"/>
                <a:cs typeface="Calibri" panose="020F0502020204030204" pitchFamily="34" charset="0"/>
              </a:rPr>
              <a:t>Base Preference</a:t>
            </a:r>
          </a:p>
        </p:txBody>
      </p:sp>
      <p:sp>
        <p:nvSpPr>
          <p:cNvPr id="6" name="Rounded Rectangle 49">
            <a:extLst>
              <a:ext uri="{FF2B5EF4-FFF2-40B4-BE49-F238E27FC236}">
                <a16:creationId xmlns:a16="http://schemas.microsoft.com/office/drawing/2014/main" id="{40B541BB-74EA-CE9A-B220-FD2F4B91FFB8}"/>
              </a:ext>
            </a:extLst>
          </p:cNvPr>
          <p:cNvSpPr/>
          <p:nvPr/>
        </p:nvSpPr>
        <p:spPr>
          <a:xfrm>
            <a:off x="1512032" y="956526"/>
            <a:ext cx="9188626" cy="4749029"/>
          </a:xfrm>
          <a:custGeom>
            <a:avLst/>
            <a:gdLst>
              <a:gd name="csX0" fmla="*/ 0 w 9188626"/>
              <a:gd name="csY0" fmla="*/ 605929 h 4749029"/>
              <a:gd name="csX1" fmla="*/ 605929 w 9188626"/>
              <a:gd name="csY1" fmla="*/ 0 h 4749029"/>
              <a:gd name="csX2" fmla="*/ 1031357 w 9188626"/>
              <a:gd name="csY2" fmla="*/ 0 h 4749029"/>
              <a:gd name="csX3" fmla="*/ 1616320 w 9188626"/>
              <a:gd name="csY3" fmla="*/ 0 h 4749029"/>
              <a:gd name="csX4" fmla="*/ 2360818 w 9188626"/>
              <a:gd name="csY4" fmla="*/ 0 h 4749029"/>
              <a:gd name="csX5" fmla="*/ 2866013 w 9188626"/>
              <a:gd name="csY5" fmla="*/ 0 h 4749029"/>
              <a:gd name="csX6" fmla="*/ 3530744 w 9188626"/>
              <a:gd name="csY6" fmla="*/ 0 h 4749029"/>
              <a:gd name="csX7" fmla="*/ 3956172 w 9188626"/>
              <a:gd name="csY7" fmla="*/ 0 h 4749029"/>
              <a:gd name="csX8" fmla="*/ 4780438 w 9188626"/>
              <a:gd name="csY8" fmla="*/ 0 h 4749029"/>
              <a:gd name="csX9" fmla="*/ 5445168 w 9188626"/>
              <a:gd name="csY9" fmla="*/ 0 h 4749029"/>
              <a:gd name="csX10" fmla="*/ 6269434 w 9188626"/>
              <a:gd name="csY10" fmla="*/ 0 h 4749029"/>
              <a:gd name="csX11" fmla="*/ 6854397 w 9188626"/>
              <a:gd name="csY11" fmla="*/ 0 h 4749029"/>
              <a:gd name="csX12" fmla="*/ 7359593 w 9188626"/>
              <a:gd name="csY12" fmla="*/ 0 h 4749029"/>
              <a:gd name="csX13" fmla="*/ 8582697 w 9188626"/>
              <a:gd name="csY13" fmla="*/ 0 h 4749029"/>
              <a:gd name="csX14" fmla="*/ 9188626 w 9188626"/>
              <a:gd name="csY14" fmla="*/ 605929 h 4749029"/>
              <a:gd name="csX15" fmla="*/ 9188626 w 9188626"/>
              <a:gd name="csY15" fmla="*/ 1195458 h 4749029"/>
              <a:gd name="csX16" fmla="*/ 9188626 w 9188626"/>
              <a:gd name="csY16" fmla="*/ 1855729 h 4749029"/>
              <a:gd name="csX17" fmla="*/ 9188626 w 9188626"/>
              <a:gd name="csY17" fmla="*/ 2480630 h 4749029"/>
              <a:gd name="csX18" fmla="*/ 9188626 w 9188626"/>
              <a:gd name="csY18" fmla="*/ 2999415 h 4749029"/>
              <a:gd name="csX19" fmla="*/ 9188626 w 9188626"/>
              <a:gd name="csY19" fmla="*/ 3624315 h 4749029"/>
              <a:gd name="csX20" fmla="*/ 9188626 w 9188626"/>
              <a:gd name="csY20" fmla="*/ 4143100 h 4749029"/>
              <a:gd name="csX21" fmla="*/ 8582697 w 9188626"/>
              <a:gd name="csY21" fmla="*/ 4749029 h 4749029"/>
              <a:gd name="csX22" fmla="*/ 7997734 w 9188626"/>
              <a:gd name="csY22" fmla="*/ 4749029 h 4749029"/>
              <a:gd name="csX23" fmla="*/ 7492539 w 9188626"/>
              <a:gd name="csY23" fmla="*/ 4749029 h 4749029"/>
              <a:gd name="csX24" fmla="*/ 6827808 w 9188626"/>
              <a:gd name="csY24" fmla="*/ 4749029 h 4749029"/>
              <a:gd name="csX25" fmla="*/ 6163077 w 9188626"/>
              <a:gd name="csY25" fmla="*/ 4749029 h 4749029"/>
              <a:gd name="csX26" fmla="*/ 5578114 w 9188626"/>
              <a:gd name="csY26" fmla="*/ 4749029 h 4749029"/>
              <a:gd name="csX27" fmla="*/ 4753848 w 9188626"/>
              <a:gd name="csY27" fmla="*/ 4749029 h 4749029"/>
              <a:gd name="csX28" fmla="*/ 4248653 w 9188626"/>
              <a:gd name="csY28" fmla="*/ 4749029 h 4749029"/>
              <a:gd name="csX29" fmla="*/ 3424387 w 9188626"/>
              <a:gd name="csY29" fmla="*/ 4749029 h 4749029"/>
              <a:gd name="csX30" fmla="*/ 2919192 w 9188626"/>
              <a:gd name="csY30" fmla="*/ 4749029 h 4749029"/>
              <a:gd name="csX31" fmla="*/ 2174693 w 9188626"/>
              <a:gd name="csY31" fmla="*/ 4749029 h 4749029"/>
              <a:gd name="csX32" fmla="*/ 1350427 w 9188626"/>
              <a:gd name="csY32" fmla="*/ 4749029 h 4749029"/>
              <a:gd name="csX33" fmla="*/ 605929 w 9188626"/>
              <a:gd name="csY33" fmla="*/ 4749029 h 4749029"/>
              <a:gd name="csX34" fmla="*/ 0 w 9188626"/>
              <a:gd name="csY34" fmla="*/ 4143100 h 4749029"/>
              <a:gd name="csX35" fmla="*/ 0 w 9188626"/>
              <a:gd name="csY35" fmla="*/ 3588943 h 4749029"/>
              <a:gd name="csX36" fmla="*/ 0 w 9188626"/>
              <a:gd name="csY36" fmla="*/ 2999415 h 4749029"/>
              <a:gd name="csX37" fmla="*/ 0 w 9188626"/>
              <a:gd name="csY37" fmla="*/ 2445258 h 4749029"/>
              <a:gd name="csX38" fmla="*/ 0 w 9188626"/>
              <a:gd name="csY38" fmla="*/ 1891101 h 4749029"/>
              <a:gd name="csX39" fmla="*/ 0 w 9188626"/>
              <a:gd name="csY39" fmla="*/ 1336944 h 4749029"/>
              <a:gd name="csX40" fmla="*/ 0 w 9188626"/>
              <a:gd name="csY40" fmla="*/ 605929 h 474902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Lst>
            <a:rect l="l" t="t" r="r" b="b"/>
            <a:pathLst>
              <a:path w="9188626" h="4749029" fill="none" extrusionOk="0">
                <a:moveTo>
                  <a:pt x="0" y="605929"/>
                </a:moveTo>
                <a:cubicBezTo>
                  <a:pt x="-39450" y="200818"/>
                  <a:pt x="222917" y="22479"/>
                  <a:pt x="605929" y="0"/>
                </a:cubicBezTo>
                <a:cubicBezTo>
                  <a:pt x="798910" y="-14726"/>
                  <a:pt x="934306" y="908"/>
                  <a:pt x="1031357" y="0"/>
                </a:cubicBezTo>
                <a:cubicBezTo>
                  <a:pt x="1128408" y="-908"/>
                  <a:pt x="1329256" y="13255"/>
                  <a:pt x="1616320" y="0"/>
                </a:cubicBezTo>
                <a:cubicBezTo>
                  <a:pt x="1903384" y="-13255"/>
                  <a:pt x="2014987" y="-3712"/>
                  <a:pt x="2360818" y="0"/>
                </a:cubicBezTo>
                <a:cubicBezTo>
                  <a:pt x="2706649" y="3712"/>
                  <a:pt x="2716859" y="-24339"/>
                  <a:pt x="2866013" y="0"/>
                </a:cubicBezTo>
                <a:cubicBezTo>
                  <a:pt x="3015167" y="24339"/>
                  <a:pt x="3278723" y="-15385"/>
                  <a:pt x="3530744" y="0"/>
                </a:cubicBezTo>
                <a:cubicBezTo>
                  <a:pt x="3782765" y="15385"/>
                  <a:pt x="3842118" y="-11502"/>
                  <a:pt x="3956172" y="0"/>
                </a:cubicBezTo>
                <a:cubicBezTo>
                  <a:pt x="4070226" y="11502"/>
                  <a:pt x="4444975" y="33226"/>
                  <a:pt x="4780438" y="0"/>
                </a:cubicBezTo>
                <a:cubicBezTo>
                  <a:pt x="5115901" y="-33226"/>
                  <a:pt x="5188455" y="-5462"/>
                  <a:pt x="5445168" y="0"/>
                </a:cubicBezTo>
                <a:cubicBezTo>
                  <a:pt x="5701881" y="5462"/>
                  <a:pt x="5892948" y="-33690"/>
                  <a:pt x="6269434" y="0"/>
                </a:cubicBezTo>
                <a:cubicBezTo>
                  <a:pt x="6645920" y="33690"/>
                  <a:pt x="6725637" y="-6155"/>
                  <a:pt x="6854397" y="0"/>
                </a:cubicBezTo>
                <a:cubicBezTo>
                  <a:pt x="6983157" y="6155"/>
                  <a:pt x="7211941" y="-8821"/>
                  <a:pt x="7359593" y="0"/>
                </a:cubicBezTo>
                <a:cubicBezTo>
                  <a:pt x="7507245" y="8821"/>
                  <a:pt x="8057663" y="58719"/>
                  <a:pt x="8582697" y="0"/>
                </a:cubicBezTo>
                <a:cubicBezTo>
                  <a:pt x="8855705" y="21622"/>
                  <a:pt x="9188351" y="257552"/>
                  <a:pt x="9188626" y="605929"/>
                </a:cubicBezTo>
                <a:cubicBezTo>
                  <a:pt x="9163973" y="772185"/>
                  <a:pt x="9172580" y="1057653"/>
                  <a:pt x="9188626" y="1195458"/>
                </a:cubicBezTo>
                <a:cubicBezTo>
                  <a:pt x="9204672" y="1333263"/>
                  <a:pt x="9209339" y="1599973"/>
                  <a:pt x="9188626" y="1855729"/>
                </a:cubicBezTo>
                <a:cubicBezTo>
                  <a:pt x="9167913" y="2111485"/>
                  <a:pt x="9213877" y="2178320"/>
                  <a:pt x="9188626" y="2480630"/>
                </a:cubicBezTo>
                <a:cubicBezTo>
                  <a:pt x="9163375" y="2782940"/>
                  <a:pt x="9196951" y="2851840"/>
                  <a:pt x="9188626" y="2999415"/>
                </a:cubicBezTo>
                <a:cubicBezTo>
                  <a:pt x="9180301" y="3146990"/>
                  <a:pt x="9199265" y="3378252"/>
                  <a:pt x="9188626" y="3624315"/>
                </a:cubicBezTo>
                <a:cubicBezTo>
                  <a:pt x="9177987" y="3870378"/>
                  <a:pt x="9178855" y="3974888"/>
                  <a:pt x="9188626" y="4143100"/>
                </a:cubicBezTo>
                <a:cubicBezTo>
                  <a:pt x="9112530" y="4496028"/>
                  <a:pt x="8931251" y="4787178"/>
                  <a:pt x="8582697" y="4749029"/>
                </a:cubicBezTo>
                <a:cubicBezTo>
                  <a:pt x="8384498" y="4776704"/>
                  <a:pt x="8246828" y="4729089"/>
                  <a:pt x="7997734" y="4749029"/>
                </a:cubicBezTo>
                <a:cubicBezTo>
                  <a:pt x="7748640" y="4768969"/>
                  <a:pt x="7694881" y="4759185"/>
                  <a:pt x="7492539" y="4749029"/>
                </a:cubicBezTo>
                <a:cubicBezTo>
                  <a:pt x="7290198" y="4738873"/>
                  <a:pt x="7159277" y="4750332"/>
                  <a:pt x="6827808" y="4749029"/>
                </a:cubicBezTo>
                <a:cubicBezTo>
                  <a:pt x="6496339" y="4747726"/>
                  <a:pt x="6489238" y="4752414"/>
                  <a:pt x="6163077" y="4749029"/>
                </a:cubicBezTo>
                <a:cubicBezTo>
                  <a:pt x="5836916" y="4745644"/>
                  <a:pt x="5827164" y="4731173"/>
                  <a:pt x="5578114" y="4749029"/>
                </a:cubicBezTo>
                <a:cubicBezTo>
                  <a:pt x="5329064" y="4766885"/>
                  <a:pt x="5016206" y="4745100"/>
                  <a:pt x="4753848" y="4749029"/>
                </a:cubicBezTo>
                <a:cubicBezTo>
                  <a:pt x="4491490" y="4752958"/>
                  <a:pt x="4472366" y="4766060"/>
                  <a:pt x="4248653" y="4749029"/>
                </a:cubicBezTo>
                <a:cubicBezTo>
                  <a:pt x="4024941" y="4731998"/>
                  <a:pt x="3662400" y="4725888"/>
                  <a:pt x="3424387" y="4749029"/>
                </a:cubicBezTo>
                <a:cubicBezTo>
                  <a:pt x="3186374" y="4772170"/>
                  <a:pt x="3065394" y="4727288"/>
                  <a:pt x="2919192" y="4749029"/>
                </a:cubicBezTo>
                <a:cubicBezTo>
                  <a:pt x="2772991" y="4770770"/>
                  <a:pt x="2519197" y="4752290"/>
                  <a:pt x="2174693" y="4749029"/>
                </a:cubicBezTo>
                <a:cubicBezTo>
                  <a:pt x="1830189" y="4745768"/>
                  <a:pt x="1712611" y="4737449"/>
                  <a:pt x="1350427" y="4749029"/>
                </a:cubicBezTo>
                <a:cubicBezTo>
                  <a:pt x="988243" y="4760609"/>
                  <a:pt x="774293" y="4778133"/>
                  <a:pt x="605929" y="4749029"/>
                </a:cubicBezTo>
                <a:cubicBezTo>
                  <a:pt x="273786" y="4780986"/>
                  <a:pt x="-43358" y="4461457"/>
                  <a:pt x="0" y="4143100"/>
                </a:cubicBezTo>
                <a:cubicBezTo>
                  <a:pt x="15317" y="3877454"/>
                  <a:pt x="7269" y="3801621"/>
                  <a:pt x="0" y="3588943"/>
                </a:cubicBezTo>
                <a:cubicBezTo>
                  <a:pt x="-7269" y="3376265"/>
                  <a:pt x="-10860" y="3189413"/>
                  <a:pt x="0" y="2999415"/>
                </a:cubicBezTo>
                <a:cubicBezTo>
                  <a:pt x="10860" y="2809417"/>
                  <a:pt x="16942" y="2680252"/>
                  <a:pt x="0" y="2445258"/>
                </a:cubicBezTo>
                <a:cubicBezTo>
                  <a:pt x="-16942" y="2210264"/>
                  <a:pt x="-12659" y="2131021"/>
                  <a:pt x="0" y="1891101"/>
                </a:cubicBezTo>
                <a:cubicBezTo>
                  <a:pt x="12659" y="1651181"/>
                  <a:pt x="25167" y="1461764"/>
                  <a:pt x="0" y="1336944"/>
                </a:cubicBezTo>
                <a:cubicBezTo>
                  <a:pt x="-25167" y="1212124"/>
                  <a:pt x="-1357" y="765476"/>
                  <a:pt x="0" y="605929"/>
                </a:cubicBezTo>
                <a:close/>
              </a:path>
              <a:path w="9188626" h="4749029" stroke="0" extrusionOk="0">
                <a:moveTo>
                  <a:pt x="0" y="605929"/>
                </a:moveTo>
                <a:cubicBezTo>
                  <a:pt x="-63705" y="231990"/>
                  <a:pt x="199970" y="26765"/>
                  <a:pt x="605929" y="0"/>
                </a:cubicBezTo>
                <a:cubicBezTo>
                  <a:pt x="927551" y="32598"/>
                  <a:pt x="1039149" y="-41126"/>
                  <a:pt x="1430195" y="0"/>
                </a:cubicBezTo>
                <a:cubicBezTo>
                  <a:pt x="1821241" y="41126"/>
                  <a:pt x="1830982" y="13633"/>
                  <a:pt x="2015158" y="0"/>
                </a:cubicBezTo>
                <a:cubicBezTo>
                  <a:pt x="2199334" y="-13633"/>
                  <a:pt x="2348404" y="-556"/>
                  <a:pt x="2520353" y="0"/>
                </a:cubicBezTo>
                <a:cubicBezTo>
                  <a:pt x="2692303" y="556"/>
                  <a:pt x="3053540" y="10665"/>
                  <a:pt x="3264852" y="0"/>
                </a:cubicBezTo>
                <a:cubicBezTo>
                  <a:pt x="3476164" y="-10665"/>
                  <a:pt x="3590013" y="-6961"/>
                  <a:pt x="3849815" y="0"/>
                </a:cubicBezTo>
                <a:cubicBezTo>
                  <a:pt x="4109617" y="6961"/>
                  <a:pt x="4364127" y="24255"/>
                  <a:pt x="4674081" y="0"/>
                </a:cubicBezTo>
                <a:cubicBezTo>
                  <a:pt x="4984035" y="-24255"/>
                  <a:pt x="5072832" y="5845"/>
                  <a:pt x="5179276" y="0"/>
                </a:cubicBezTo>
                <a:cubicBezTo>
                  <a:pt x="5285720" y="-5845"/>
                  <a:pt x="5711839" y="-24741"/>
                  <a:pt x="6003542" y="0"/>
                </a:cubicBezTo>
                <a:cubicBezTo>
                  <a:pt x="6295245" y="24741"/>
                  <a:pt x="6321781" y="-15760"/>
                  <a:pt x="6428970" y="0"/>
                </a:cubicBezTo>
                <a:cubicBezTo>
                  <a:pt x="6536159" y="15760"/>
                  <a:pt x="6851744" y="-27467"/>
                  <a:pt x="7093700" y="0"/>
                </a:cubicBezTo>
                <a:cubicBezTo>
                  <a:pt x="7335656" y="27467"/>
                  <a:pt x="7545252" y="-23545"/>
                  <a:pt x="7758431" y="0"/>
                </a:cubicBezTo>
                <a:cubicBezTo>
                  <a:pt x="7971610" y="23545"/>
                  <a:pt x="8191298" y="21317"/>
                  <a:pt x="8582697" y="0"/>
                </a:cubicBezTo>
                <a:cubicBezTo>
                  <a:pt x="8931319" y="17121"/>
                  <a:pt x="9209996" y="252574"/>
                  <a:pt x="9188626" y="605929"/>
                </a:cubicBezTo>
                <a:cubicBezTo>
                  <a:pt x="9182534" y="761859"/>
                  <a:pt x="9213099" y="1009275"/>
                  <a:pt x="9188626" y="1195458"/>
                </a:cubicBezTo>
                <a:cubicBezTo>
                  <a:pt x="9164153" y="1381641"/>
                  <a:pt x="9174795" y="1639671"/>
                  <a:pt x="9188626" y="1784986"/>
                </a:cubicBezTo>
                <a:cubicBezTo>
                  <a:pt x="9202457" y="1930301"/>
                  <a:pt x="9191563" y="2281045"/>
                  <a:pt x="9188626" y="2445258"/>
                </a:cubicBezTo>
                <a:cubicBezTo>
                  <a:pt x="9185689" y="2609471"/>
                  <a:pt x="9190483" y="2766085"/>
                  <a:pt x="9188626" y="3034786"/>
                </a:cubicBezTo>
                <a:cubicBezTo>
                  <a:pt x="9186769" y="3303487"/>
                  <a:pt x="9198719" y="3307548"/>
                  <a:pt x="9188626" y="3518200"/>
                </a:cubicBezTo>
                <a:cubicBezTo>
                  <a:pt x="9178533" y="3728852"/>
                  <a:pt x="9187998" y="3879760"/>
                  <a:pt x="9188626" y="4143100"/>
                </a:cubicBezTo>
                <a:cubicBezTo>
                  <a:pt x="9244995" y="4444308"/>
                  <a:pt x="8903211" y="4771463"/>
                  <a:pt x="8582697" y="4749029"/>
                </a:cubicBezTo>
                <a:cubicBezTo>
                  <a:pt x="8394581" y="4731600"/>
                  <a:pt x="8133219" y="4741758"/>
                  <a:pt x="7997734" y="4749029"/>
                </a:cubicBezTo>
                <a:cubicBezTo>
                  <a:pt x="7862249" y="4756300"/>
                  <a:pt x="7496901" y="4718329"/>
                  <a:pt x="7333003" y="4749029"/>
                </a:cubicBezTo>
                <a:cubicBezTo>
                  <a:pt x="7169105" y="4779729"/>
                  <a:pt x="7024300" y="4761619"/>
                  <a:pt x="6907576" y="4749029"/>
                </a:cubicBezTo>
                <a:cubicBezTo>
                  <a:pt x="6790852" y="4736439"/>
                  <a:pt x="6628904" y="4736425"/>
                  <a:pt x="6482148" y="4749029"/>
                </a:cubicBezTo>
                <a:cubicBezTo>
                  <a:pt x="6335392" y="4761633"/>
                  <a:pt x="5999992" y="4732144"/>
                  <a:pt x="5817417" y="4749029"/>
                </a:cubicBezTo>
                <a:cubicBezTo>
                  <a:pt x="5634842" y="4765914"/>
                  <a:pt x="5497018" y="4767461"/>
                  <a:pt x="5312222" y="4749029"/>
                </a:cubicBezTo>
                <a:cubicBezTo>
                  <a:pt x="5127427" y="4730597"/>
                  <a:pt x="4766771" y="4742008"/>
                  <a:pt x="4567724" y="4749029"/>
                </a:cubicBezTo>
                <a:cubicBezTo>
                  <a:pt x="4368677" y="4756050"/>
                  <a:pt x="4223853" y="4746668"/>
                  <a:pt x="4062528" y="4749029"/>
                </a:cubicBezTo>
                <a:cubicBezTo>
                  <a:pt x="3901203" y="4751390"/>
                  <a:pt x="3504794" y="4756522"/>
                  <a:pt x="3318030" y="4749029"/>
                </a:cubicBezTo>
                <a:cubicBezTo>
                  <a:pt x="3131266" y="4741536"/>
                  <a:pt x="2985173" y="4730850"/>
                  <a:pt x="2892602" y="4749029"/>
                </a:cubicBezTo>
                <a:cubicBezTo>
                  <a:pt x="2800031" y="4767208"/>
                  <a:pt x="2308134" y="4779612"/>
                  <a:pt x="2148104" y="4749029"/>
                </a:cubicBezTo>
                <a:cubicBezTo>
                  <a:pt x="1988074" y="4718446"/>
                  <a:pt x="1755567" y="4762853"/>
                  <a:pt x="1642909" y="4749029"/>
                </a:cubicBezTo>
                <a:cubicBezTo>
                  <a:pt x="1530251" y="4735205"/>
                  <a:pt x="1325104" y="4733576"/>
                  <a:pt x="1217481" y="4749029"/>
                </a:cubicBezTo>
                <a:cubicBezTo>
                  <a:pt x="1109858" y="4764482"/>
                  <a:pt x="817993" y="4721843"/>
                  <a:pt x="605929" y="4749029"/>
                </a:cubicBezTo>
                <a:cubicBezTo>
                  <a:pt x="268363" y="4759958"/>
                  <a:pt x="35557" y="4487944"/>
                  <a:pt x="0" y="4143100"/>
                </a:cubicBezTo>
                <a:cubicBezTo>
                  <a:pt x="29295" y="3895400"/>
                  <a:pt x="-24129" y="3729495"/>
                  <a:pt x="0" y="3518200"/>
                </a:cubicBezTo>
                <a:cubicBezTo>
                  <a:pt x="24129" y="3306905"/>
                  <a:pt x="-4862" y="3168173"/>
                  <a:pt x="0" y="2999415"/>
                </a:cubicBezTo>
                <a:cubicBezTo>
                  <a:pt x="4862" y="2830658"/>
                  <a:pt x="23445" y="2625460"/>
                  <a:pt x="0" y="2445258"/>
                </a:cubicBezTo>
                <a:cubicBezTo>
                  <a:pt x="-23445" y="2265056"/>
                  <a:pt x="7138" y="2009008"/>
                  <a:pt x="0" y="1855729"/>
                </a:cubicBezTo>
                <a:cubicBezTo>
                  <a:pt x="-7138" y="1702450"/>
                  <a:pt x="-48" y="1522798"/>
                  <a:pt x="0" y="1336944"/>
                </a:cubicBezTo>
                <a:cubicBezTo>
                  <a:pt x="48" y="1151091"/>
                  <a:pt x="-26749" y="817936"/>
                  <a:pt x="0" y="605929"/>
                </a:cubicBezTo>
                <a:close/>
              </a:path>
            </a:pathLst>
          </a:custGeom>
          <a:solidFill>
            <a:srgbClr val="F1F4F9"/>
          </a:solidFill>
          <a:ln w="130175">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nvGrpSpPr>
          <p:cNvPr id="7" name="Gruppieren 4">
            <a:extLst>
              <a:ext uri="{FF2B5EF4-FFF2-40B4-BE49-F238E27FC236}">
                <a16:creationId xmlns:a16="http://schemas.microsoft.com/office/drawing/2014/main" id="{133F487C-6A06-739D-BEBC-8345CAF78FBE}"/>
              </a:ext>
            </a:extLst>
          </p:cNvPr>
          <p:cNvGrpSpPr/>
          <p:nvPr/>
        </p:nvGrpSpPr>
        <p:grpSpPr>
          <a:xfrm>
            <a:off x="1512032" y="1249492"/>
            <a:ext cx="9188626" cy="4243471"/>
            <a:chOff x="2103120" y="1597982"/>
            <a:chExt cx="7772400" cy="3568845"/>
          </a:xfrm>
        </p:grpSpPr>
        <p:pic>
          <p:nvPicPr>
            <p:cNvPr id="8" name="Grafik 3">
              <a:extLst>
                <a:ext uri="{FF2B5EF4-FFF2-40B4-BE49-F238E27FC236}">
                  <a16:creationId xmlns:a16="http://schemas.microsoft.com/office/drawing/2014/main" id="{98278A9F-3A53-8441-613F-5AAF5D2C819C}"/>
                </a:ext>
              </a:extLst>
            </p:cNvPr>
            <p:cNvPicPr>
              <a:picLocks noChangeAspect="1"/>
            </p:cNvPicPr>
            <p:nvPr/>
          </p:nvPicPr>
          <p:blipFill>
            <a:blip r:embed="rId3"/>
            <a:stretch>
              <a:fillRect/>
            </a:stretch>
          </p:blipFill>
          <p:spPr>
            <a:xfrm>
              <a:off x="2103120" y="1597982"/>
              <a:ext cx="7772400" cy="3568845"/>
            </a:xfrm>
            <a:prstGeom prst="rect">
              <a:avLst/>
            </a:prstGeom>
          </p:spPr>
        </p:pic>
        <p:pic>
          <p:nvPicPr>
            <p:cNvPr id="9" name="Picture 4">
              <a:extLst>
                <a:ext uri="{FF2B5EF4-FFF2-40B4-BE49-F238E27FC236}">
                  <a16:creationId xmlns:a16="http://schemas.microsoft.com/office/drawing/2014/main" id="{1BF3ADB5-7019-042B-8A4F-F4F5BC1861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0059" y="4273810"/>
              <a:ext cx="705433" cy="14255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8" descr="Qwen - Wikipedia">
              <a:extLst>
                <a:ext uri="{FF2B5EF4-FFF2-40B4-BE49-F238E27FC236}">
                  <a16:creationId xmlns:a16="http://schemas.microsoft.com/office/drawing/2014/main" id="{F1B23298-647A-A26B-EF5A-0494D038537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13949" y="4235512"/>
              <a:ext cx="770150" cy="226378"/>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6">
              <a:extLst>
                <a:ext uri="{FF2B5EF4-FFF2-40B4-BE49-F238E27FC236}">
                  <a16:creationId xmlns:a16="http://schemas.microsoft.com/office/drawing/2014/main" id="{6864C6BD-C336-7888-5EDB-3F677A3AB56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74363" y="4305572"/>
              <a:ext cx="984857" cy="110795"/>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2">
              <a:extLst>
                <a:ext uri="{FF2B5EF4-FFF2-40B4-BE49-F238E27FC236}">
                  <a16:creationId xmlns:a16="http://schemas.microsoft.com/office/drawing/2014/main" id="{92D44DB2-E873-2A28-0E91-18BF8F292ED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911791" y="4242899"/>
              <a:ext cx="770150" cy="209084"/>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2" descr="Brand assets | Mistral AI">
              <a:extLst>
                <a:ext uri="{FF2B5EF4-FFF2-40B4-BE49-F238E27FC236}">
                  <a16:creationId xmlns:a16="http://schemas.microsoft.com/office/drawing/2014/main" id="{0283FFDF-9AC5-1BA6-F2C1-8EBA035BA5D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93944" y="4275517"/>
              <a:ext cx="970499" cy="153029"/>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4">
              <a:extLst>
                <a:ext uri="{FF2B5EF4-FFF2-40B4-BE49-F238E27FC236}">
                  <a16:creationId xmlns:a16="http://schemas.microsoft.com/office/drawing/2014/main" id="{9896AAAD-A209-6D06-D8AB-84B5179E2E1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240363" y="4252992"/>
              <a:ext cx="984858" cy="20889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 name="Group 1">
            <a:extLst>
              <a:ext uri="{FF2B5EF4-FFF2-40B4-BE49-F238E27FC236}">
                <a16:creationId xmlns:a16="http://schemas.microsoft.com/office/drawing/2014/main" id="{5739FA5B-EB81-E1F8-9CCC-3FAB7E73C0DD}"/>
              </a:ext>
            </a:extLst>
          </p:cNvPr>
          <p:cNvGrpSpPr/>
          <p:nvPr/>
        </p:nvGrpSpPr>
        <p:grpSpPr>
          <a:xfrm>
            <a:off x="3157883" y="5996624"/>
            <a:ext cx="5854461" cy="684027"/>
            <a:chOff x="3157883" y="5996624"/>
            <a:chExt cx="5854461" cy="684027"/>
          </a:xfrm>
        </p:grpSpPr>
        <p:sp>
          <p:nvSpPr>
            <p:cNvPr id="21" name="!!Rounded Rectangle 48">
              <a:extLst>
                <a:ext uri="{FF2B5EF4-FFF2-40B4-BE49-F238E27FC236}">
                  <a16:creationId xmlns:a16="http://schemas.microsoft.com/office/drawing/2014/main" id="{2CE90DBD-D4D0-6BF7-CDB6-96F80F08E9C0}"/>
                </a:ext>
              </a:extLst>
            </p:cNvPr>
            <p:cNvSpPr/>
            <p:nvPr/>
          </p:nvSpPr>
          <p:spPr>
            <a:xfrm>
              <a:off x="3530129" y="5996624"/>
              <a:ext cx="5108818" cy="684027"/>
            </a:xfrm>
            <a:custGeom>
              <a:avLst/>
              <a:gdLst>
                <a:gd name="csX0" fmla="*/ 0 w 5108818"/>
                <a:gd name="csY0" fmla="*/ 114007 h 684027"/>
                <a:gd name="csX1" fmla="*/ 114007 w 5108818"/>
                <a:gd name="csY1" fmla="*/ 0 h 684027"/>
                <a:gd name="csX2" fmla="*/ 860073 w 5108818"/>
                <a:gd name="csY2" fmla="*/ 0 h 684027"/>
                <a:gd name="csX3" fmla="*/ 1410906 w 5108818"/>
                <a:gd name="csY3" fmla="*/ 0 h 684027"/>
                <a:gd name="csX4" fmla="*/ 2108164 w 5108818"/>
                <a:gd name="csY4" fmla="*/ 0 h 684027"/>
                <a:gd name="csX5" fmla="*/ 2707806 w 5108818"/>
                <a:gd name="csY5" fmla="*/ 0 h 684027"/>
                <a:gd name="csX6" fmla="*/ 3453871 w 5108818"/>
                <a:gd name="csY6" fmla="*/ 0 h 684027"/>
                <a:gd name="csX7" fmla="*/ 4053513 w 5108818"/>
                <a:gd name="csY7" fmla="*/ 0 h 684027"/>
                <a:gd name="csX8" fmla="*/ 4994811 w 5108818"/>
                <a:gd name="csY8" fmla="*/ 0 h 684027"/>
                <a:gd name="csX9" fmla="*/ 5108818 w 5108818"/>
                <a:gd name="csY9" fmla="*/ 114007 h 684027"/>
                <a:gd name="csX10" fmla="*/ 5108818 w 5108818"/>
                <a:gd name="csY10" fmla="*/ 570020 h 684027"/>
                <a:gd name="csX11" fmla="*/ 4994811 w 5108818"/>
                <a:gd name="csY11" fmla="*/ 684027 h 684027"/>
                <a:gd name="csX12" fmla="*/ 4199937 w 5108818"/>
                <a:gd name="csY12" fmla="*/ 684027 h 684027"/>
                <a:gd name="csX13" fmla="*/ 3600296 w 5108818"/>
                <a:gd name="csY13" fmla="*/ 684027 h 684027"/>
                <a:gd name="csX14" fmla="*/ 3049462 w 5108818"/>
                <a:gd name="csY14" fmla="*/ 684027 h 684027"/>
                <a:gd name="csX15" fmla="*/ 2449820 w 5108818"/>
                <a:gd name="csY15" fmla="*/ 684027 h 684027"/>
                <a:gd name="csX16" fmla="*/ 1801371 w 5108818"/>
                <a:gd name="csY16" fmla="*/ 684027 h 684027"/>
                <a:gd name="csX17" fmla="*/ 1104113 w 5108818"/>
                <a:gd name="csY17" fmla="*/ 684027 h 684027"/>
                <a:gd name="csX18" fmla="*/ 114007 w 5108818"/>
                <a:gd name="csY18" fmla="*/ 684027 h 684027"/>
                <a:gd name="csX19" fmla="*/ 0 w 5108818"/>
                <a:gd name="csY19" fmla="*/ 570020 h 684027"/>
                <a:gd name="csX20" fmla="*/ 0 w 5108818"/>
                <a:gd name="csY20" fmla="*/ 114007 h 6840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108818" h="684027" fill="none" extrusionOk="0">
                  <a:moveTo>
                    <a:pt x="0" y="114007"/>
                  </a:moveTo>
                  <a:cubicBezTo>
                    <a:pt x="4985" y="60914"/>
                    <a:pt x="37167" y="7317"/>
                    <a:pt x="114007" y="0"/>
                  </a:cubicBezTo>
                  <a:cubicBezTo>
                    <a:pt x="364264" y="7494"/>
                    <a:pt x="591824" y="-572"/>
                    <a:pt x="860073" y="0"/>
                  </a:cubicBezTo>
                  <a:cubicBezTo>
                    <a:pt x="1128322" y="572"/>
                    <a:pt x="1297880" y="-21558"/>
                    <a:pt x="1410906" y="0"/>
                  </a:cubicBezTo>
                  <a:cubicBezTo>
                    <a:pt x="1523932" y="21558"/>
                    <a:pt x="1869460" y="16139"/>
                    <a:pt x="2108164" y="0"/>
                  </a:cubicBezTo>
                  <a:cubicBezTo>
                    <a:pt x="2346868" y="-16139"/>
                    <a:pt x="2576768" y="4803"/>
                    <a:pt x="2707806" y="0"/>
                  </a:cubicBezTo>
                  <a:cubicBezTo>
                    <a:pt x="2838844" y="-4803"/>
                    <a:pt x="3113223" y="-23362"/>
                    <a:pt x="3453871" y="0"/>
                  </a:cubicBezTo>
                  <a:cubicBezTo>
                    <a:pt x="3794520" y="23362"/>
                    <a:pt x="3879691" y="-7344"/>
                    <a:pt x="4053513" y="0"/>
                  </a:cubicBezTo>
                  <a:cubicBezTo>
                    <a:pt x="4227335" y="7344"/>
                    <a:pt x="4609692" y="-44145"/>
                    <a:pt x="4994811" y="0"/>
                  </a:cubicBezTo>
                  <a:cubicBezTo>
                    <a:pt x="5049463" y="8414"/>
                    <a:pt x="5104783" y="59678"/>
                    <a:pt x="5108818" y="114007"/>
                  </a:cubicBezTo>
                  <a:cubicBezTo>
                    <a:pt x="5098859" y="301794"/>
                    <a:pt x="5119549" y="452545"/>
                    <a:pt x="5108818" y="570020"/>
                  </a:cubicBezTo>
                  <a:cubicBezTo>
                    <a:pt x="5102587" y="636478"/>
                    <a:pt x="5060324" y="690934"/>
                    <a:pt x="4994811" y="684027"/>
                  </a:cubicBezTo>
                  <a:cubicBezTo>
                    <a:pt x="4779650" y="704252"/>
                    <a:pt x="4442183" y="676830"/>
                    <a:pt x="4199937" y="684027"/>
                  </a:cubicBezTo>
                  <a:cubicBezTo>
                    <a:pt x="3957691" y="691224"/>
                    <a:pt x="3817841" y="701758"/>
                    <a:pt x="3600296" y="684027"/>
                  </a:cubicBezTo>
                  <a:cubicBezTo>
                    <a:pt x="3382751" y="666296"/>
                    <a:pt x="3175599" y="683285"/>
                    <a:pt x="3049462" y="684027"/>
                  </a:cubicBezTo>
                  <a:cubicBezTo>
                    <a:pt x="2923325" y="684769"/>
                    <a:pt x="2583794" y="682820"/>
                    <a:pt x="2449820" y="684027"/>
                  </a:cubicBezTo>
                  <a:cubicBezTo>
                    <a:pt x="2315846" y="685234"/>
                    <a:pt x="2091509" y="711182"/>
                    <a:pt x="1801371" y="684027"/>
                  </a:cubicBezTo>
                  <a:cubicBezTo>
                    <a:pt x="1511233" y="656872"/>
                    <a:pt x="1432725" y="697374"/>
                    <a:pt x="1104113" y="684027"/>
                  </a:cubicBezTo>
                  <a:cubicBezTo>
                    <a:pt x="775501" y="670680"/>
                    <a:pt x="526080" y="702832"/>
                    <a:pt x="114007" y="684027"/>
                  </a:cubicBezTo>
                  <a:cubicBezTo>
                    <a:pt x="54844" y="693798"/>
                    <a:pt x="10506" y="637871"/>
                    <a:pt x="0" y="570020"/>
                  </a:cubicBezTo>
                  <a:cubicBezTo>
                    <a:pt x="-17211" y="372868"/>
                    <a:pt x="-14641" y="320278"/>
                    <a:pt x="0" y="114007"/>
                  </a:cubicBezTo>
                  <a:close/>
                </a:path>
                <a:path w="5108818" h="684027" stroke="0" extrusionOk="0">
                  <a:moveTo>
                    <a:pt x="0" y="114007"/>
                  </a:moveTo>
                  <a:cubicBezTo>
                    <a:pt x="-5166" y="47856"/>
                    <a:pt x="44942" y="2290"/>
                    <a:pt x="114007" y="0"/>
                  </a:cubicBezTo>
                  <a:cubicBezTo>
                    <a:pt x="456334" y="25176"/>
                    <a:pt x="663938" y="2518"/>
                    <a:pt x="908881" y="0"/>
                  </a:cubicBezTo>
                  <a:cubicBezTo>
                    <a:pt x="1153824" y="-2518"/>
                    <a:pt x="1351026" y="30167"/>
                    <a:pt x="1557330" y="0"/>
                  </a:cubicBezTo>
                  <a:cubicBezTo>
                    <a:pt x="1763634" y="-30167"/>
                    <a:pt x="1933242" y="4405"/>
                    <a:pt x="2156972" y="0"/>
                  </a:cubicBezTo>
                  <a:cubicBezTo>
                    <a:pt x="2380702" y="-4405"/>
                    <a:pt x="2708726" y="15357"/>
                    <a:pt x="2903038" y="0"/>
                  </a:cubicBezTo>
                  <a:cubicBezTo>
                    <a:pt x="3097350" y="-15357"/>
                    <a:pt x="3404726" y="1056"/>
                    <a:pt x="3551488" y="0"/>
                  </a:cubicBezTo>
                  <a:cubicBezTo>
                    <a:pt x="3698250" y="-1056"/>
                    <a:pt x="4018806" y="34867"/>
                    <a:pt x="4346361" y="0"/>
                  </a:cubicBezTo>
                  <a:cubicBezTo>
                    <a:pt x="4673916" y="-34867"/>
                    <a:pt x="4792441" y="11608"/>
                    <a:pt x="4994811" y="0"/>
                  </a:cubicBezTo>
                  <a:cubicBezTo>
                    <a:pt x="5055339" y="4029"/>
                    <a:pt x="5099563" y="40309"/>
                    <a:pt x="5108818" y="114007"/>
                  </a:cubicBezTo>
                  <a:cubicBezTo>
                    <a:pt x="5120234" y="258954"/>
                    <a:pt x="5127739" y="362754"/>
                    <a:pt x="5108818" y="570020"/>
                  </a:cubicBezTo>
                  <a:cubicBezTo>
                    <a:pt x="5114274" y="641105"/>
                    <a:pt x="5058910" y="695782"/>
                    <a:pt x="4994811" y="684027"/>
                  </a:cubicBezTo>
                  <a:cubicBezTo>
                    <a:pt x="4796180" y="671676"/>
                    <a:pt x="4684353" y="708613"/>
                    <a:pt x="4443977" y="684027"/>
                  </a:cubicBezTo>
                  <a:cubicBezTo>
                    <a:pt x="4203601" y="659441"/>
                    <a:pt x="3982740" y="720016"/>
                    <a:pt x="3649104" y="684027"/>
                  </a:cubicBezTo>
                  <a:cubicBezTo>
                    <a:pt x="3315468" y="648038"/>
                    <a:pt x="3295819" y="671760"/>
                    <a:pt x="3049462" y="684027"/>
                  </a:cubicBezTo>
                  <a:cubicBezTo>
                    <a:pt x="2803105" y="696294"/>
                    <a:pt x="2668494" y="686727"/>
                    <a:pt x="2352204" y="684027"/>
                  </a:cubicBezTo>
                  <a:cubicBezTo>
                    <a:pt x="2035914" y="681327"/>
                    <a:pt x="1719069" y="680660"/>
                    <a:pt x="1557330" y="684027"/>
                  </a:cubicBezTo>
                  <a:cubicBezTo>
                    <a:pt x="1395591" y="687394"/>
                    <a:pt x="1136858" y="698605"/>
                    <a:pt x="860073" y="684027"/>
                  </a:cubicBezTo>
                  <a:cubicBezTo>
                    <a:pt x="583288" y="669449"/>
                    <a:pt x="341389" y="716408"/>
                    <a:pt x="114007" y="684027"/>
                  </a:cubicBezTo>
                  <a:cubicBezTo>
                    <a:pt x="42364" y="684384"/>
                    <a:pt x="3402" y="626851"/>
                    <a:pt x="0" y="570020"/>
                  </a:cubicBezTo>
                  <a:cubicBezTo>
                    <a:pt x="-8942" y="373688"/>
                    <a:pt x="-5952" y="341179"/>
                    <a:pt x="0" y="114007"/>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9838C1FE-A307-1E3B-1B30-ADBA172A875A}"/>
                </a:ext>
              </a:extLst>
            </p:cNvPr>
            <p:cNvSpPr txBox="1"/>
            <p:nvPr/>
          </p:nvSpPr>
          <p:spPr>
            <a:xfrm>
              <a:off x="3157883" y="6034320"/>
              <a:ext cx="5854461" cy="646331"/>
            </a:xfrm>
            <a:prstGeom prst="rect">
              <a:avLst/>
            </a:prstGeom>
            <a:noFill/>
          </p:spPr>
          <p:txBody>
            <a:bodyPr wrap="square">
              <a:spAutoFit/>
            </a:bodyPr>
            <a:lstStyle/>
            <a:p>
              <a:pPr algn="ctr"/>
              <a:r>
                <a:rPr lang="en-DE" sz="1800" b="1" dirty="0">
                  <a:solidFill>
                    <a:schemeClr val="bg1"/>
                  </a:solidFill>
                  <a:latin typeface="Calibri" panose="020F0502020204030204" pitchFamily="34" charset="0"/>
                  <a:cs typeface="Calibri" panose="020F0502020204030204" pitchFamily="34" charset="0"/>
                </a:rPr>
                <a:t>LLMs </a:t>
              </a:r>
              <a:r>
                <a:rPr lang="en-DE" sz="1800" b="1" dirty="0">
                  <a:solidFill>
                    <a:srgbClr val="F6C96B"/>
                  </a:solidFill>
                  <a:latin typeface="Calibri" panose="020F0502020204030204" pitchFamily="34" charset="0"/>
                  <a:cs typeface="Calibri" panose="020F0502020204030204" pitchFamily="34" charset="0"/>
                </a:rPr>
                <a:t>shift</a:t>
              </a:r>
              <a:r>
                <a:rPr lang="en-DE" sz="1800" b="1" dirty="0">
                  <a:solidFill>
                    <a:schemeClr val="bg1"/>
                  </a:solidFill>
                  <a:latin typeface="Calibri" panose="020F0502020204030204" pitchFamily="34" charset="0"/>
                  <a:cs typeface="Calibri" panose="020F0502020204030204" pitchFamily="34" charset="0"/>
                </a:rPr>
                <a:t> independent of</a:t>
              </a:r>
              <a:r>
                <a:rPr lang="en-DE" sz="1800" b="1" dirty="0">
                  <a:solidFill>
                    <a:schemeClr val="accent5">
                      <a:lumMod val="60000"/>
                      <a:lumOff val="40000"/>
                    </a:schemeClr>
                  </a:solidFill>
                  <a:latin typeface="Calibri" panose="020F0502020204030204" pitchFamily="34" charset="0"/>
                  <a:cs typeface="Calibri" panose="020F0502020204030204" pitchFamily="34" charset="0"/>
                </a:rPr>
                <a:t> base preference</a:t>
              </a:r>
            </a:p>
            <a:p>
              <a:pPr marL="285750" indent="-285750" algn="ctr">
                <a:buFont typeface="Wingdings" pitchFamily="2" charset="2"/>
                <a:buChar char="à"/>
              </a:pPr>
              <a:r>
                <a:rPr lang="en-US" dirty="0">
                  <a:solidFill>
                    <a:schemeClr val="bg1"/>
                  </a:solidFill>
                  <a:latin typeface="Calibri" panose="020F0502020204030204" pitchFamily="34" charset="0"/>
                  <a:cs typeface="Calibri" panose="020F0502020204030204" pitchFamily="34" charset="0"/>
                  <a:sym typeface="Wingdings" pitchFamily="2" charset="2"/>
                </a:rPr>
                <a:t>Regression lines are almost parallel to identity line</a:t>
              </a:r>
              <a:endParaRPr lang="en-DE" dirty="0">
                <a:solidFill>
                  <a:srgbClr val="F6C96B"/>
                </a:solidFill>
                <a:latin typeface="Calibri" panose="020F0502020204030204" pitchFamily="34" charset="0"/>
                <a:cs typeface="Calibri" panose="020F0502020204030204" pitchFamily="34" charset="0"/>
                <a:sym typeface="Wingdings" pitchFamily="2" charset="2"/>
              </a:endParaRPr>
            </a:p>
          </p:txBody>
        </p:sp>
      </p:grpSp>
      <p:sp>
        <p:nvSpPr>
          <p:cNvPr id="3" name="Slide Number Placeholder 2">
            <a:extLst>
              <a:ext uri="{FF2B5EF4-FFF2-40B4-BE49-F238E27FC236}">
                <a16:creationId xmlns:a16="http://schemas.microsoft.com/office/drawing/2014/main" id="{10FD5FEE-7EA8-2639-816A-D428B8215087}"/>
              </a:ext>
            </a:extLst>
          </p:cNvPr>
          <p:cNvSpPr>
            <a:spLocks noGrp="1"/>
          </p:cNvSpPr>
          <p:nvPr>
            <p:ph type="sldNum" sz="quarter" idx="4"/>
          </p:nvPr>
        </p:nvSpPr>
        <p:spPr/>
        <p:txBody>
          <a:bodyPr/>
          <a:lstStyle/>
          <a:p>
            <a:fld id="{F8325A8C-A62D-5E4B-8AAC-68DD587E4A7D}" type="slidenum">
              <a:rPr lang="de-DE" smtClean="0"/>
              <a:t>18</a:t>
            </a:fld>
            <a:endParaRPr lang="de-DE" dirty="0"/>
          </a:p>
        </p:txBody>
      </p:sp>
    </p:spTree>
    <p:extLst>
      <p:ext uri="{BB962C8B-B14F-4D97-AF65-F5344CB8AC3E}">
        <p14:creationId xmlns:p14="http://schemas.microsoft.com/office/powerpoint/2010/main" val="7590795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3DF84B2B-EAF6-E36A-E109-A5B0A04FD376}"/>
            </a:ext>
          </a:extLst>
        </p:cNvPr>
        <p:cNvGrpSpPr/>
        <p:nvPr/>
      </p:nvGrpSpPr>
      <p:grpSpPr>
        <a:xfrm>
          <a:off x="0" y="0"/>
          <a:ext cx="0" cy="0"/>
          <a:chOff x="0" y="0"/>
          <a:chExt cx="0" cy="0"/>
        </a:xfrm>
      </p:grpSpPr>
      <p:pic>
        <p:nvPicPr>
          <p:cNvPr id="3" name="Grafik 122">
            <a:extLst>
              <a:ext uri="{FF2B5EF4-FFF2-40B4-BE49-F238E27FC236}">
                <a16:creationId xmlns:a16="http://schemas.microsoft.com/office/drawing/2014/main" id="{243CD19E-35E8-9669-5CE2-F171FE260A20}"/>
              </a:ext>
            </a:extLst>
          </p:cNvPr>
          <p:cNvPicPr>
            <a:picLocks noChangeAspect="1"/>
          </p:cNvPicPr>
          <p:nvPr/>
        </p:nvPicPr>
        <p:blipFill>
          <a:blip r:embed="rId3"/>
          <a:stretch>
            <a:fillRect/>
          </a:stretch>
        </p:blipFill>
        <p:spPr>
          <a:xfrm>
            <a:off x="8959026" y="498116"/>
            <a:ext cx="1778510" cy="1778510"/>
          </a:xfrm>
          <a:prstGeom prst="rect">
            <a:avLst/>
          </a:prstGeom>
        </p:spPr>
      </p:pic>
      <p:grpSp>
        <p:nvGrpSpPr>
          <p:cNvPr id="13" name="Group 12">
            <a:extLst>
              <a:ext uri="{FF2B5EF4-FFF2-40B4-BE49-F238E27FC236}">
                <a16:creationId xmlns:a16="http://schemas.microsoft.com/office/drawing/2014/main" id="{B4FE15FA-ACDE-62F5-EA21-ACA43516BCED}"/>
              </a:ext>
            </a:extLst>
          </p:cNvPr>
          <p:cNvGrpSpPr/>
          <p:nvPr/>
        </p:nvGrpSpPr>
        <p:grpSpPr>
          <a:xfrm>
            <a:off x="1024454" y="259456"/>
            <a:ext cx="3176236" cy="2147393"/>
            <a:chOff x="2285378" y="2462941"/>
            <a:chExt cx="1463685" cy="989570"/>
          </a:xfrm>
        </p:grpSpPr>
        <p:pic>
          <p:nvPicPr>
            <p:cNvPr id="14" name="Picture 13">
              <a:extLst>
                <a:ext uri="{FF2B5EF4-FFF2-40B4-BE49-F238E27FC236}">
                  <a16:creationId xmlns:a16="http://schemas.microsoft.com/office/drawing/2014/main" id="{59E60EE5-6C68-899B-4F95-5D5ED7AB4144}"/>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4CF4512F-E4E8-89D6-05BE-C674E7092466}"/>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AE58C4FC-0998-24BA-4FEB-40E5A10670B0}"/>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C68A6432-4C17-6879-B149-3398773F6A5F}"/>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BA72D7CF-9BCB-3C91-6F3D-7AB8C0927EED}"/>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A6B80083-EF43-E79B-A208-6833FBBE9D1B}"/>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0AFE5B25-BCA7-6B76-CA4B-AEEEB5C8C674}"/>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E2CA3FF1-3646-28A4-812C-3517E01294DA}"/>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6" name="TextBox 5">
            <a:extLst>
              <a:ext uri="{FF2B5EF4-FFF2-40B4-BE49-F238E27FC236}">
                <a16:creationId xmlns:a16="http://schemas.microsoft.com/office/drawing/2014/main" id="{2ED6B53E-C72D-AFBC-6380-4C8573DD68A6}"/>
              </a:ext>
            </a:extLst>
          </p:cNvPr>
          <p:cNvSpPr txBox="1"/>
          <p:nvPr/>
        </p:nvSpPr>
        <p:spPr>
          <a:xfrm>
            <a:off x="265888" y="2537072"/>
            <a:ext cx="11660224" cy="1169551"/>
          </a:xfrm>
          <a:prstGeom prst="rect">
            <a:avLst/>
          </a:prstGeom>
          <a:noFill/>
        </p:spPr>
        <p:txBody>
          <a:bodyPr wrap="square" rtlCol="0">
            <a:spAutoFit/>
          </a:bodyPr>
          <a:lstStyle/>
          <a:p>
            <a:pPr algn="ctr"/>
            <a:r>
              <a:rPr lang="en-DE" sz="3500" dirty="0">
                <a:solidFill>
                  <a:schemeClr val="bg1"/>
                </a:solidFill>
                <a:latin typeface="Calibri" panose="020F0502020204030204" pitchFamily="34" charset="0"/>
                <a:cs typeface="Calibri" panose="020F0502020204030204" pitchFamily="34" charset="0"/>
              </a:rPr>
              <a:t>Both human and LLM moral judgment is </a:t>
            </a:r>
            <a:r>
              <a:rPr lang="en-DE" sz="3500" dirty="0">
                <a:solidFill>
                  <a:srgbClr val="F6C96B"/>
                </a:solidFill>
                <a:latin typeface="Calibri" panose="020F0502020204030204" pitchFamily="34" charset="0"/>
                <a:cs typeface="Calibri" panose="020F0502020204030204" pitchFamily="34" charset="0"/>
              </a:rPr>
              <a:t>sensitive</a:t>
            </a:r>
            <a:r>
              <a:rPr lang="en-DE" sz="3500" dirty="0">
                <a:solidFill>
                  <a:schemeClr val="bg1"/>
                </a:solidFill>
                <a:latin typeface="Calibri" panose="020F0502020204030204" pitchFamily="34" charset="0"/>
                <a:cs typeface="Calibri" panose="020F0502020204030204" pitchFamily="34" charset="0"/>
              </a:rPr>
              <a:t> to </a:t>
            </a:r>
            <a:r>
              <a:rPr lang="en-DE" sz="3500" dirty="0">
                <a:solidFill>
                  <a:srgbClr val="F6C96B"/>
                </a:solidFill>
                <a:latin typeface="Calibri" panose="020F0502020204030204" pitchFamily="34" charset="0"/>
                <a:cs typeface="Calibri" panose="020F0502020204030204" pitchFamily="34" charset="0"/>
              </a:rPr>
              <a:t>context</a:t>
            </a:r>
            <a:r>
              <a:rPr lang="en-DE" sz="3500" dirty="0">
                <a:solidFill>
                  <a:schemeClr val="bg1"/>
                </a:solidFill>
                <a:latin typeface="Calibri" panose="020F0502020204030204" pitchFamily="34" charset="0"/>
                <a:cs typeface="Calibri" panose="020F0502020204030204" pitchFamily="34" charset="0"/>
              </a:rPr>
              <a:t>...</a:t>
            </a:r>
            <a:endParaRPr lang="en-DE" sz="3500" dirty="0">
              <a:solidFill>
                <a:srgbClr val="F6C96B"/>
              </a:solidFill>
              <a:latin typeface="Calibri" panose="020F0502020204030204" pitchFamily="34" charset="0"/>
              <a:cs typeface="Calibri" panose="020F0502020204030204" pitchFamily="34" charset="0"/>
            </a:endParaRPr>
          </a:p>
          <a:p>
            <a:pPr algn="ctr"/>
            <a:endParaRPr lang="en-DE" sz="3500" dirty="0">
              <a:solidFill>
                <a:schemeClr val="bg1"/>
              </a:solidFill>
              <a:latin typeface="Calibri" panose="020F0502020204030204" pitchFamily="34" charset="0"/>
              <a:cs typeface="Calibri" panose="020F0502020204030204" pitchFamily="34" charset="0"/>
            </a:endParaRPr>
          </a:p>
        </p:txBody>
      </p:sp>
      <p:sp>
        <p:nvSpPr>
          <p:cNvPr id="2" name="Slide Number Placeholder 1">
            <a:extLst>
              <a:ext uri="{FF2B5EF4-FFF2-40B4-BE49-F238E27FC236}">
                <a16:creationId xmlns:a16="http://schemas.microsoft.com/office/drawing/2014/main" id="{011D2B5F-D317-C9E3-7DCB-BBB4B44AC76F}"/>
              </a:ext>
            </a:extLst>
          </p:cNvPr>
          <p:cNvSpPr>
            <a:spLocks noGrp="1"/>
          </p:cNvSpPr>
          <p:nvPr>
            <p:ph type="sldNum" sz="quarter" idx="4"/>
          </p:nvPr>
        </p:nvSpPr>
        <p:spPr/>
        <p:txBody>
          <a:bodyPr/>
          <a:lstStyle/>
          <a:p>
            <a:fld id="{F8325A8C-A62D-5E4B-8AAC-68DD587E4A7D}" type="slidenum">
              <a:rPr lang="de-DE" smtClean="0"/>
              <a:t>19</a:t>
            </a:fld>
            <a:endParaRPr lang="de-DE" dirty="0"/>
          </a:p>
        </p:txBody>
      </p:sp>
    </p:spTree>
    <p:extLst>
      <p:ext uri="{BB962C8B-B14F-4D97-AF65-F5344CB8AC3E}">
        <p14:creationId xmlns:p14="http://schemas.microsoft.com/office/powerpoint/2010/main" val="28671139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936351CF-FF72-0F8C-5F77-31707A9AE6A4}"/>
            </a:ext>
          </a:extLst>
        </p:cNvPr>
        <p:cNvGrpSpPr/>
        <p:nvPr/>
      </p:nvGrpSpPr>
      <p:grpSpPr>
        <a:xfrm>
          <a:off x="0" y="0"/>
          <a:ext cx="0" cy="0"/>
          <a:chOff x="0" y="0"/>
          <a:chExt cx="0" cy="0"/>
        </a:xfrm>
      </p:grpSpPr>
      <p:pic>
        <p:nvPicPr>
          <p:cNvPr id="3" name="!!Grafik 122">
            <a:extLst>
              <a:ext uri="{FF2B5EF4-FFF2-40B4-BE49-F238E27FC236}">
                <a16:creationId xmlns:a16="http://schemas.microsoft.com/office/drawing/2014/main" id="{E15AB136-9480-DF39-FCAB-0A75DD0A1E2F}"/>
              </a:ext>
            </a:extLst>
          </p:cNvPr>
          <p:cNvPicPr>
            <a:picLocks noChangeAspect="1"/>
          </p:cNvPicPr>
          <p:nvPr/>
        </p:nvPicPr>
        <p:blipFill>
          <a:blip r:embed="rId3"/>
          <a:stretch>
            <a:fillRect/>
          </a:stretch>
        </p:blipFill>
        <p:spPr>
          <a:xfrm>
            <a:off x="8959026" y="498116"/>
            <a:ext cx="1778510" cy="1778510"/>
          </a:xfrm>
          <a:prstGeom prst="rect">
            <a:avLst/>
          </a:prstGeom>
        </p:spPr>
      </p:pic>
      <p:grpSp>
        <p:nvGrpSpPr>
          <p:cNvPr id="13" name="Group 12">
            <a:extLst>
              <a:ext uri="{FF2B5EF4-FFF2-40B4-BE49-F238E27FC236}">
                <a16:creationId xmlns:a16="http://schemas.microsoft.com/office/drawing/2014/main" id="{06ED62A4-A9AA-FE56-B1D0-74E2DDA85690}"/>
              </a:ext>
            </a:extLst>
          </p:cNvPr>
          <p:cNvGrpSpPr/>
          <p:nvPr/>
        </p:nvGrpSpPr>
        <p:grpSpPr>
          <a:xfrm>
            <a:off x="1024454" y="259456"/>
            <a:ext cx="3176236" cy="2147393"/>
            <a:chOff x="2285378" y="2462941"/>
            <a:chExt cx="1463685" cy="989570"/>
          </a:xfrm>
        </p:grpSpPr>
        <p:pic>
          <p:nvPicPr>
            <p:cNvPr id="14" name="Picture 13">
              <a:extLst>
                <a:ext uri="{FF2B5EF4-FFF2-40B4-BE49-F238E27FC236}">
                  <a16:creationId xmlns:a16="http://schemas.microsoft.com/office/drawing/2014/main" id="{AE06E6AB-A5FB-F012-7EA8-78DFD4F00F7A}"/>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A3C8BA09-1E8A-FD6B-9FC2-FEB920D249EF}"/>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C08C25FE-7654-D45E-82D2-C7BCB5461EEB}"/>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C8DFD440-0298-EADF-99A6-4FE170E2B80D}"/>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F8D809A4-9E6C-DAB5-D508-97041F36CD03}"/>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120C454F-AC0A-D1FD-7306-3FE3CF52CD0C}"/>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2F597568-EED1-8646-4211-F39E2EA93F0E}"/>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0FA247B7-7E1C-77B4-DC4F-FC12A55F7FED}"/>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6" name="TextBox 5">
            <a:extLst>
              <a:ext uri="{FF2B5EF4-FFF2-40B4-BE49-F238E27FC236}">
                <a16:creationId xmlns:a16="http://schemas.microsoft.com/office/drawing/2014/main" id="{D4B7AFE8-E1CD-A761-2332-8E2F388BBE74}"/>
              </a:ext>
            </a:extLst>
          </p:cNvPr>
          <p:cNvSpPr txBox="1"/>
          <p:nvPr/>
        </p:nvSpPr>
        <p:spPr>
          <a:xfrm>
            <a:off x="265888" y="2537072"/>
            <a:ext cx="11660224" cy="1708160"/>
          </a:xfrm>
          <a:prstGeom prst="rect">
            <a:avLst/>
          </a:prstGeom>
          <a:noFill/>
        </p:spPr>
        <p:txBody>
          <a:bodyPr wrap="square" rtlCol="0">
            <a:spAutoFit/>
          </a:bodyPr>
          <a:lstStyle/>
          <a:p>
            <a:pPr algn="ctr"/>
            <a:r>
              <a:rPr lang="en-DE" sz="3500" dirty="0">
                <a:solidFill>
                  <a:schemeClr val="bg1"/>
                </a:solidFill>
                <a:latin typeface="Calibri" panose="020F0502020204030204" pitchFamily="34" charset="0"/>
                <a:cs typeface="Calibri" panose="020F0502020204030204" pitchFamily="34" charset="0"/>
              </a:rPr>
              <a:t>Both human and LLM moral judgment is </a:t>
            </a:r>
            <a:r>
              <a:rPr lang="en-DE" sz="3500" dirty="0">
                <a:solidFill>
                  <a:srgbClr val="F6C96B"/>
                </a:solidFill>
                <a:latin typeface="Calibri" panose="020F0502020204030204" pitchFamily="34" charset="0"/>
                <a:cs typeface="Calibri" panose="020F0502020204030204" pitchFamily="34" charset="0"/>
              </a:rPr>
              <a:t>sensitive</a:t>
            </a:r>
            <a:r>
              <a:rPr lang="en-DE" sz="3500" dirty="0">
                <a:solidFill>
                  <a:schemeClr val="bg1"/>
                </a:solidFill>
                <a:latin typeface="Calibri" panose="020F0502020204030204" pitchFamily="34" charset="0"/>
                <a:cs typeface="Calibri" panose="020F0502020204030204" pitchFamily="34" charset="0"/>
              </a:rPr>
              <a:t> to </a:t>
            </a:r>
            <a:r>
              <a:rPr lang="en-DE" sz="3500" dirty="0">
                <a:solidFill>
                  <a:srgbClr val="F6C96B"/>
                </a:solidFill>
                <a:latin typeface="Calibri" panose="020F0502020204030204" pitchFamily="34" charset="0"/>
                <a:cs typeface="Calibri" panose="020F0502020204030204" pitchFamily="34" charset="0"/>
              </a:rPr>
              <a:t>context</a:t>
            </a:r>
            <a:r>
              <a:rPr lang="en-DE" sz="3500" dirty="0">
                <a:solidFill>
                  <a:schemeClr val="bg1"/>
                </a:solidFill>
                <a:latin typeface="Calibri" panose="020F0502020204030204" pitchFamily="34" charset="0"/>
                <a:cs typeface="Calibri" panose="020F0502020204030204" pitchFamily="34" charset="0"/>
              </a:rPr>
              <a:t>...</a:t>
            </a:r>
            <a:endParaRPr lang="en-DE" sz="3500" dirty="0">
              <a:solidFill>
                <a:srgbClr val="F6C96B"/>
              </a:solidFill>
              <a:latin typeface="Calibri" panose="020F0502020204030204" pitchFamily="34" charset="0"/>
              <a:cs typeface="Calibri" panose="020F0502020204030204" pitchFamily="34" charset="0"/>
            </a:endParaRPr>
          </a:p>
          <a:p>
            <a:pPr algn="ctr"/>
            <a:endParaRPr lang="en-DE" sz="3500" dirty="0">
              <a:solidFill>
                <a:schemeClr val="bg1"/>
              </a:solidFill>
              <a:latin typeface="Calibri" panose="020F0502020204030204" pitchFamily="34" charset="0"/>
              <a:cs typeface="Calibri" panose="020F0502020204030204" pitchFamily="34" charset="0"/>
            </a:endParaRPr>
          </a:p>
          <a:p>
            <a:pPr algn="ctr"/>
            <a:r>
              <a:rPr lang="en-US" sz="3500" dirty="0">
                <a:solidFill>
                  <a:schemeClr val="bg1"/>
                </a:solidFill>
                <a:latin typeface="Calibri" panose="020F0502020204030204" pitchFamily="34" charset="0"/>
                <a:cs typeface="Calibri" panose="020F0502020204030204" pitchFamily="34" charset="0"/>
              </a:rPr>
              <a:t>…but do they shift in similar ways?</a:t>
            </a:r>
            <a:endParaRPr lang="en-DE" sz="3500" dirty="0">
              <a:solidFill>
                <a:schemeClr val="bg1"/>
              </a:solidFill>
              <a:latin typeface="Calibri" panose="020F0502020204030204" pitchFamily="34" charset="0"/>
              <a:cs typeface="Calibri" panose="020F0502020204030204" pitchFamily="34" charset="0"/>
            </a:endParaRPr>
          </a:p>
        </p:txBody>
      </p:sp>
      <p:pic>
        <p:nvPicPr>
          <p:cNvPr id="7" name="!!Grafik 123">
            <a:extLst>
              <a:ext uri="{FF2B5EF4-FFF2-40B4-BE49-F238E27FC236}">
                <a16:creationId xmlns:a16="http://schemas.microsoft.com/office/drawing/2014/main" id="{F85027D7-DF1A-2E74-83DA-2A3727EBBC3F}"/>
              </a:ext>
            </a:extLst>
          </p:cNvPr>
          <p:cNvPicPr>
            <a:picLocks noChangeAspect="1"/>
          </p:cNvPicPr>
          <p:nvPr/>
        </p:nvPicPr>
        <p:blipFill>
          <a:blip r:embed="rId3"/>
          <a:stretch>
            <a:fillRect/>
          </a:stretch>
        </p:blipFill>
        <p:spPr>
          <a:xfrm>
            <a:off x="7358626" y="4505678"/>
            <a:ext cx="1778510" cy="1778510"/>
          </a:xfrm>
          <a:prstGeom prst="rect">
            <a:avLst/>
          </a:prstGeom>
        </p:spPr>
      </p:pic>
      <p:grpSp>
        <p:nvGrpSpPr>
          <p:cNvPr id="8" name="Group 7">
            <a:extLst>
              <a:ext uri="{FF2B5EF4-FFF2-40B4-BE49-F238E27FC236}">
                <a16:creationId xmlns:a16="http://schemas.microsoft.com/office/drawing/2014/main" id="{E6FCBE2D-ADFD-D86A-0745-4C1DB1D65077}"/>
              </a:ext>
            </a:extLst>
          </p:cNvPr>
          <p:cNvGrpSpPr/>
          <p:nvPr/>
        </p:nvGrpSpPr>
        <p:grpSpPr>
          <a:xfrm>
            <a:off x="2040371" y="4301849"/>
            <a:ext cx="3176236" cy="2147393"/>
            <a:chOff x="2285378" y="2462941"/>
            <a:chExt cx="1463685" cy="989570"/>
          </a:xfrm>
        </p:grpSpPr>
        <p:pic>
          <p:nvPicPr>
            <p:cNvPr id="9" name="Picture 8">
              <a:extLst>
                <a:ext uri="{FF2B5EF4-FFF2-40B4-BE49-F238E27FC236}">
                  <a16:creationId xmlns:a16="http://schemas.microsoft.com/office/drawing/2014/main" id="{A7E277DD-1281-92D4-6431-465E643A8A95}"/>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0" name="Picture 9">
              <a:extLst>
                <a:ext uri="{FF2B5EF4-FFF2-40B4-BE49-F238E27FC236}">
                  <a16:creationId xmlns:a16="http://schemas.microsoft.com/office/drawing/2014/main" id="{2B81200A-18D2-E3E6-1DBD-DD43A9D388B6}"/>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1" name="Picture 10">
              <a:extLst>
                <a:ext uri="{FF2B5EF4-FFF2-40B4-BE49-F238E27FC236}">
                  <a16:creationId xmlns:a16="http://schemas.microsoft.com/office/drawing/2014/main" id="{E9993603-C936-B5B9-7CA0-206D5A92A5E8}"/>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2" name="Grafik 99">
              <a:extLst>
                <a:ext uri="{FF2B5EF4-FFF2-40B4-BE49-F238E27FC236}">
                  <a16:creationId xmlns:a16="http://schemas.microsoft.com/office/drawing/2014/main" id="{BD003106-310E-51E1-1055-FD2E253E7B83}"/>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21" name="Picture 20">
              <a:extLst>
                <a:ext uri="{FF2B5EF4-FFF2-40B4-BE49-F238E27FC236}">
                  <a16:creationId xmlns:a16="http://schemas.microsoft.com/office/drawing/2014/main" id="{C731B0D8-EFD0-534F-0A55-AD5A14C8218A}"/>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23" name="Picture 22">
              <a:extLst>
                <a:ext uri="{FF2B5EF4-FFF2-40B4-BE49-F238E27FC236}">
                  <a16:creationId xmlns:a16="http://schemas.microsoft.com/office/drawing/2014/main" id="{BF0ABF8A-ADBA-A1FB-6A1B-B6FF8E47749D}"/>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4" name="Picture 23">
              <a:extLst>
                <a:ext uri="{FF2B5EF4-FFF2-40B4-BE49-F238E27FC236}">
                  <a16:creationId xmlns:a16="http://schemas.microsoft.com/office/drawing/2014/main" id="{1A367DCD-FB29-0008-B45F-6A8DBA29BC67}"/>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5" name="Picture 24">
              <a:extLst>
                <a:ext uri="{FF2B5EF4-FFF2-40B4-BE49-F238E27FC236}">
                  <a16:creationId xmlns:a16="http://schemas.microsoft.com/office/drawing/2014/main" id="{63D48CA6-E0E3-6DCD-16FE-BDBD2139345E}"/>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26" name="TextBox 25">
            <a:extLst>
              <a:ext uri="{FF2B5EF4-FFF2-40B4-BE49-F238E27FC236}">
                <a16:creationId xmlns:a16="http://schemas.microsoft.com/office/drawing/2014/main" id="{E2FA7ABF-DBAA-252D-C327-5507E37A817A}"/>
              </a:ext>
            </a:extLst>
          </p:cNvPr>
          <p:cNvSpPr txBox="1"/>
          <p:nvPr/>
        </p:nvSpPr>
        <p:spPr>
          <a:xfrm>
            <a:off x="5695669" y="4579325"/>
            <a:ext cx="822661" cy="1631216"/>
          </a:xfrm>
          <a:prstGeom prst="rect">
            <a:avLst/>
          </a:prstGeom>
          <a:noFill/>
        </p:spPr>
        <p:txBody>
          <a:bodyPr wrap="none" rtlCol="0">
            <a:spAutoFit/>
          </a:bodyPr>
          <a:lstStyle/>
          <a:p>
            <a:r>
              <a:rPr lang="en-DE" sz="10000" dirty="0">
                <a:solidFill>
                  <a:schemeClr val="bg1"/>
                </a:solidFill>
                <a:latin typeface="Calibri" panose="020F0502020204030204" pitchFamily="34" charset="0"/>
                <a:cs typeface="Calibri" panose="020F0502020204030204" pitchFamily="34" charset="0"/>
              </a:rPr>
              <a:t>=</a:t>
            </a:r>
          </a:p>
        </p:txBody>
      </p:sp>
      <p:pic>
        <p:nvPicPr>
          <p:cNvPr id="27" name="Graphic 26" descr="Badge Question Mark with solid fill">
            <a:extLst>
              <a:ext uri="{FF2B5EF4-FFF2-40B4-BE49-F238E27FC236}">
                <a16:creationId xmlns:a16="http://schemas.microsoft.com/office/drawing/2014/main" id="{6264C9FA-08D9-BE7C-F215-8A2D4C9BCF36}"/>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726104" y="4457260"/>
            <a:ext cx="768560" cy="768560"/>
          </a:xfrm>
          <a:prstGeom prst="rect">
            <a:avLst/>
          </a:prstGeom>
        </p:spPr>
      </p:pic>
      <p:sp>
        <p:nvSpPr>
          <p:cNvPr id="2" name="Slide Number Placeholder 1">
            <a:extLst>
              <a:ext uri="{FF2B5EF4-FFF2-40B4-BE49-F238E27FC236}">
                <a16:creationId xmlns:a16="http://schemas.microsoft.com/office/drawing/2014/main" id="{402E0B28-D130-29D6-D099-4E8F0F24838A}"/>
              </a:ext>
            </a:extLst>
          </p:cNvPr>
          <p:cNvSpPr>
            <a:spLocks noGrp="1"/>
          </p:cNvSpPr>
          <p:nvPr>
            <p:ph type="sldNum" sz="quarter" idx="4"/>
          </p:nvPr>
        </p:nvSpPr>
        <p:spPr/>
        <p:txBody>
          <a:bodyPr/>
          <a:lstStyle/>
          <a:p>
            <a:fld id="{F8325A8C-A62D-5E4B-8AAC-68DD587E4A7D}" type="slidenum">
              <a:rPr lang="de-DE" smtClean="0"/>
              <a:t>20</a:t>
            </a:fld>
            <a:endParaRPr lang="de-DE" dirty="0"/>
          </a:p>
        </p:txBody>
      </p:sp>
    </p:spTree>
    <p:extLst>
      <p:ext uri="{BB962C8B-B14F-4D97-AF65-F5344CB8AC3E}">
        <p14:creationId xmlns:p14="http://schemas.microsoft.com/office/powerpoint/2010/main" val="83991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7109F2AC-81A1-8488-1FFE-D67F2DE6E3A3}"/>
            </a:ext>
          </a:extLst>
        </p:cNvPr>
        <p:cNvGrpSpPr/>
        <p:nvPr/>
      </p:nvGrpSpPr>
      <p:grpSpPr>
        <a:xfrm>
          <a:off x="0" y="0"/>
          <a:ext cx="0" cy="0"/>
          <a:chOff x="0" y="0"/>
          <a:chExt cx="0" cy="0"/>
        </a:xfrm>
      </p:grpSpPr>
      <p:pic>
        <p:nvPicPr>
          <p:cNvPr id="86" name="Grafik 122">
            <a:extLst>
              <a:ext uri="{FF2B5EF4-FFF2-40B4-BE49-F238E27FC236}">
                <a16:creationId xmlns:a16="http://schemas.microsoft.com/office/drawing/2014/main" id="{0197EFB2-9F5E-2F48-3BEC-33CCBC193B48}"/>
              </a:ext>
            </a:extLst>
          </p:cNvPr>
          <p:cNvPicPr>
            <a:picLocks noChangeAspect="1"/>
          </p:cNvPicPr>
          <p:nvPr/>
        </p:nvPicPr>
        <p:blipFill>
          <a:blip r:embed="rId3"/>
          <a:stretch>
            <a:fillRect/>
          </a:stretch>
        </p:blipFill>
        <p:spPr>
          <a:xfrm>
            <a:off x="8393525" y="1644269"/>
            <a:ext cx="1171815" cy="1171815"/>
          </a:xfrm>
          <a:prstGeom prst="rect">
            <a:avLst/>
          </a:prstGeom>
        </p:spPr>
      </p:pic>
      <p:pic>
        <p:nvPicPr>
          <p:cNvPr id="89" name="Grafik 122">
            <a:extLst>
              <a:ext uri="{FF2B5EF4-FFF2-40B4-BE49-F238E27FC236}">
                <a16:creationId xmlns:a16="http://schemas.microsoft.com/office/drawing/2014/main" id="{AB125278-C78A-9481-2464-7E0A8734FF65}"/>
              </a:ext>
            </a:extLst>
          </p:cNvPr>
          <p:cNvPicPr>
            <a:picLocks noChangeAspect="1"/>
          </p:cNvPicPr>
          <p:nvPr/>
        </p:nvPicPr>
        <p:blipFill>
          <a:blip r:embed="rId3"/>
          <a:stretch>
            <a:fillRect/>
          </a:stretch>
        </p:blipFill>
        <p:spPr>
          <a:xfrm>
            <a:off x="8300866" y="1611493"/>
            <a:ext cx="1171815" cy="1171815"/>
          </a:xfrm>
          <a:prstGeom prst="rect">
            <a:avLst/>
          </a:prstGeom>
        </p:spPr>
      </p:pic>
      <p:pic>
        <p:nvPicPr>
          <p:cNvPr id="90" name="Grafik 122">
            <a:extLst>
              <a:ext uri="{FF2B5EF4-FFF2-40B4-BE49-F238E27FC236}">
                <a16:creationId xmlns:a16="http://schemas.microsoft.com/office/drawing/2014/main" id="{88AAA85C-635C-C143-B1FC-56CDA1611B84}"/>
              </a:ext>
            </a:extLst>
          </p:cNvPr>
          <p:cNvPicPr>
            <a:picLocks noChangeAspect="1"/>
          </p:cNvPicPr>
          <p:nvPr/>
        </p:nvPicPr>
        <p:blipFill>
          <a:blip r:embed="rId3"/>
          <a:stretch>
            <a:fillRect/>
          </a:stretch>
        </p:blipFill>
        <p:spPr>
          <a:xfrm>
            <a:off x="8340487" y="1665513"/>
            <a:ext cx="1171815" cy="1171815"/>
          </a:xfrm>
          <a:prstGeom prst="rect">
            <a:avLst/>
          </a:prstGeom>
        </p:spPr>
      </p:pic>
      <p:pic>
        <p:nvPicPr>
          <p:cNvPr id="91" name="Grafik 122">
            <a:extLst>
              <a:ext uri="{FF2B5EF4-FFF2-40B4-BE49-F238E27FC236}">
                <a16:creationId xmlns:a16="http://schemas.microsoft.com/office/drawing/2014/main" id="{CAFD96EA-B037-43C6-702E-4CCE49827B94}"/>
              </a:ext>
            </a:extLst>
          </p:cNvPr>
          <p:cNvPicPr>
            <a:picLocks noChangeAspect="1"/>
          </p:cNvPicPr>
          <p:nvPr/>
        </p:nvPicPr>
        <p:blipFill>
          <a:blip r:embed="rId3"/>
          <a:stretch>
            <a:fillRect/>
          </a:stretch>
        </p:blipFill>
        <p:spPr>
          <a:xfrm>
            <a:off x="8250327" y="1679044"/>
            <a:ext cx="1171815" cy="1171815"/>
          </a:xfrm>
          <a:prstGeom prst="rect">
            <a:avLst/>
          </a:prstGeom>
        </p:spPr>
      </p:pic>
      <p:pic>
        <p:nvPicPr>
          <p:cNvPr id="92" name="Grafik 122">
            <a:extLst>
              <a:ext uri="{FF2B5EF4-FFF2-40B4-BE49-F238E27FC236}">
                <a16:creationId xmlns:a16="http://schemas.microsoft.com/office/drawing/2014/main" id="{186D5E07-5CDC-928D-A8C2-18F70B0083DF}"/>
              </a:ext>
            </a:extLst>
          </p:cNvPr>
          <p:cNvPicPr>
            <a:picLocks noChangeAspect="1"/>
          </p:cNvPicPr>
          <p:nvPr/>
        </p:nvPicPr>
        <p:blipFill>
          <a:blip r:embed="rId3"/>
          <a:stretch>
            <a:fillRect/>
          </a:stretch>
        </p:blipFill>
        <p:spPr>
          <a:xfrm>
            <a:off x="8261245" y="1682176"/>
            <a:ext cx="1171815" cy="1171815"/>
          </a:xfrm>
          <a:prstGeom prst="rect">
            <a:avLst/>
          </a:prstGeom>
        </p:spPr>
      </p:pic>
      <p:pic>
        <p:nvPicPr>
          <p:cNvPr id="87" name="Grafik 122">
            <a:extLst>
              <a:ext uri="{FF2B5EF4-FFF2-40B4-BE49-F238E27FC236}">
                <a16:creationId xmlns:a16="http://schemas.microsoft.com/office/drawing/2014/main" id="{176F8972-10F1-E414-519A-643B697A7748}"/>
              </a:ext>
            </a:extLst>
          </p:cNvPr>
          <p:cNvPicPr>
            <a:picLocks noChangeAspect="1"/>
          </p:cNvPicPr>
          <p:nvPr/>
        </p:nvPicPr>
        <p:blipFill>
          <a:blip r:embed="rId3"/>
          <a:stretch>
            <a:fillRect/>
          </a:stretch>
        </p:blipFill>
        <p:spPr>
          <a:xfrm>
            <a:off x="8340488" y="1644480"/>
            <a:ext cx="1171815" cy="1171815"/>
          </a:xfrm>
          <a:prstGeom prst="rect">
            <a:avLst/>
          </a:prstGeom>
        </p:spPr>
      </p:pic>
      <p:grpSp>
        <p:nvGrpSpPr>
          <p:cNvPr id="55" name="Group 54">
            <a:extLst>
              <a:ext uri="{FF2B5EF4-FFF2-40B4-BE49-F238E27FC236}">
                <a16:creationId xmlns:a16="http://schemas.microsoft.com/office/drawing/2014/main" id="{5D0491F4-B802-BC1A-D93A-B473D959902E}"/>
              </a:ext>
            </a:extLst>
          </p:cNvPr>
          <p:cNvGrpSpPr/>
          <p:nvPr/>
        </p:nvGrpSpPr>
        <p:grpSpPr>
          <a:xfrm>
            <a:off x="6521957" y="4179171"/>
            <a:ext cx="3989048" cy="1359183"/>
            <a:chOff x="546826" y="5903318"/>
            <a:chExt cx="5313647" cy="1810512"/>
          </a:xfrm>
        </p:grpSpPr>
        <p:sp>
          <p:nvSpPr>
            <p:cNvPr id="63" name="Rounded Rectangle 62">
              <a:extLst>
                <a:ext uri="{FF2B5EF4-FFF2-40B4-BE49-F238E27FC236}">
                  <a16:creationId xmlns:a16="http://schemas.microsoft.com/office/drawing/2014/main" id="{088CA87E-A48D-1735-A1DA-8EB8B28E79C8}"/>
                </a:ext>
              </a:extLst>
            </p:cNvPr>
            <p:cNvSpPr/>
            <p:nvPr/>
          </p:nvSpPr>
          <p:spPr>
            <a:xfrm>
              <a:off x="546826" y="5903318"/>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nvGrpSpPr>
            <p:cNvPr id="57" name="Group 56">
              <a:extLst>
                <a:ext uri="{FF2B5EF4-FFF2-40B4-BE49-F238E27FC236}">
                  <a16:creationId xmlns:a16="http://schemas.microsoft.com/office/drawing/2014/main" id="{96C6D254-F933-60AB-0F54-5666A44E2552}"/>
                </a:ext>
              </a:extLst>
            </p:cNvPr>
            <p:cNvGrpSpPr/>
            <p:nvPr/>
          </p:nvGrpSpPr>
          <p:grpSpPr>
            <a:xfrm>
              <a:off x="546826" y="6561686"/>
              <a:ext cx="5313647" cy="493776"/>
              <a:chOff x="546826" y="6561686"/>
              <a:chExt cx="5313647" cy="493776"/>
            </a:xfrm>
          </p:grpSpPr>
          <p:sp>
            <p:nvSpPr>
              <p:cNvPr id="61" name="Rounded Rectangle 60">
                <a:extLst>
                  <a:ext uri="{FF2B5EF4-FFF2-40B4-BE49-F238E27FC236}">
                    <a16:creationId xmlns:a16="http://schemas.microsoft.com/office/drawing/2014/main" id="{84FE8147-6203-320E-6B2C-E8B89D3E6D5C}"/>
                  </a:ext>
                </a:extLst>
              </p:cNvPr>
              <p:cNvSpPr/>
              <p:nvPr/>
            </p:nvSpPr>
            <p:spPr>
              <a:xfrm>
                <a:off x="546826" y="6561686"/>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62" name="Rounded Rectangle 61">
                <a:extLst>
                  <a:ext uri="{FF2B5EF4-FFF2-40B4-BE49-F238E27FC236}">
                    <a16:creationId xmlns:a16="http://schemas.microsoft.com/office/drawing/2014/main" id="{76E76D5D-0D22-8A03-FE1F-DD2F05A2A86B}"/>
                  </a:ext>
                </a:extLst>
              </p:cNvPr>
              <p:cNvSpPr/>
              <p:nvPr/>
            </p:nvSpPr>
            <p:spPr>
              <a:xfrm>
                <a:off x="546826" y="6561686"/>
                <a:ext cx="2457892" cy="493776"/>
              </a:xfrm>
              <a:prstGeom prst="roundRect">
                <a:avLst>
                  <a:gd name="adj" fmla="val 6000"/>
                </a:avLst>
              </a:prstGeom>
              <a:solidFill>
                <a:srgbClr val="F3813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grpSp>
          <p:nvGrpSpPr>
            <p:cNvPr id="58" name="Group 57">
              <a:extLst>
                <a:ext uri="{FF2B5EF4-FFF2-40B4-BE49-F238E27FC236}">
                  <a16:creationId xmlns:a16="http://schemas.microsoft.com/office/drawing/2014/main" id="{6175F212-7F24-8C7B-7572-E925127F182C}"/>
                </a:ext>
              </a:extLst>
            </p:cNvPr>
            <p:cNvGrpSpPr/>
            <p:nvPr/>
          </p:nvGrpSpPr>
          <p:grpSpPr>
            <a:xfrm>
              <a:off x="546826" y="7220054"/>
              <a:ext cx="5313647" cy="493776"/>
              <a:chOff x="546826" y="7220054"/>
              <a:chExt cx="5313647" cy="493776"/>
            </a:xfrm>
          </p:grpSpPr>
          <p:sp>
            <p:nvSpPr>
              <p:cNvPr id="59" name="Rounded Rectangle 58">
                <a:extLst>
                  <a:ext uri="{FF2B5EF4-FFF2-40B4-BE49-F238E27FC236}">
                    <a16:creationId xmlns:a16="http://schemas.microsoft.com/office/drawing/2014/main" id="{056DFA32-4EDD-CBC0-0EF8-F6D09BB16C16}"/>
                  </a:ext>
                </a:extLst>
              </p:cNvPr>
              <p:cNvSpPr/>
              <p:nvPr/>
            </p:nvSpPr>
            <p:spPr>
              <a:xfrm>
                <a:off x="546826" y="7220054"/>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60" name="Rounded Rectangle 59">
                <a:extLst>
                  <a:ext uri="{FF2B5EF4-FFF2-40B4-BE49-F238E27FC236}">
                    <a16:creationId xmlns:a16="http://schemas.microsoft.com/office/drawing/2014/main" id="{ACF37A99-F153-1F9D-D7B5-5407B03C836D}"/>
                  </a:ext>
                </a:extLst>
              </p:cNvPr>
              <p:cNvSpPr/>
              <p:nvPr/>
            </p:nvSpPr>
            <p:spPr>
              <a:xfrm>
                <a:off x="546827" y="7220054"/>
                <a:ext cx="2251029" cy="493776"/>
              </a:xfrm>
              <a:prstGeom prst="roundRect">
                <a:avLst>
                  <a:gd name="adj" fmla="val 6000"/>
                </a:avLst>
              </a:prstGeom>
              <a:solidFill>
                <a:srgbClr val="EE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grpSp>
      <p:sp>
        <p:nvSpPr>
          <p:cNvPr id="74" name="Rounded Rectangle 73">
            <a:extLst>
              <a:ext uri="{FF2B5EF4-FFF2-40B4-BE49-F238E27FC236}">
                <a16:creationId xmlns:a16="http://schemas.microsoft.com/office/drawing/2014/main" id="{E7A9CB4F-C1B4-D0B2-E02E-C2BB2D57B4FA}"/>
              </a:ext>
            </a:extLst>
          </p:cNvPr>
          <p:cNvSpPr/>
          <p:nvPr/>
        </p:nvSpPr>
        <p:spPr>
          <a:xfrm>
            <a:off x="6521956" y="4179170"/>
            <a:ext cx="2462437" cy="370686"/>
          </a:xfrm>
          <a:prstGeom prst="roundRect">
            <a:avLst>
              <a:gd name="adj" fmla="val 6000"/>
            </a:avLst>
          </a:prstGeom>
          <a:solidFill>
            <a:srgbClr val="29AFB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nvGrpSpPr>
          <p:cNvPr id="13" name="Group 12">
            <a:extLst>
              <a:ext uri="{FF2B5EF4-FFF2-40B4-BE49-F238E27FC236}">
                <a16:creationId xmlns:a16="http://schemas.microsoft.com/office/drawing/2014/main" id="{255D3214-FFA1-5C1E-928E-6437819D318B}"/>
              </a:ext>
            </a:extLst>
          </p:cNvPr>
          <p:cNvGrpSpPr/>
          <p:nvPr/>
        </p:nvGrpSpPr>
        <p:grpSpPr>
          <a:xfrm>
            <a:off x="1354508" y="961222"/>
            <a:ext cx="3176236" cy="2147393"/>
            <a:chOff x="2285378" y="2462941"/>
            <a:chExt cx="1463685" cy="989570"/>
          </a:xfrm>
        </p:grpSpPr>
        <p:pic>
          <p:nvPicPr>
            <p:cNvPr id="14" name="Picture 13">
              <a:extLst>
                <a:ext uri="{FF2B5EF4-FFF2-40B4-BE49-F238E27FC236}">
                  <a16:creationId xmlns:a16="http://schemas.microsoft.com/office/drawing/2014/main" id="{EC226C76-CE54-9DA1-1471-BA45393503D9}"/>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9A6BAA6E-250C-C2C2-E1ED-584F4DB0809B}"/>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EA9008C0-FA63-8BC6-2F8B-90B5AD2C16A3}"/>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A250DBFB-4073-0BD1-4958-C5BF970BDB40}"/>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A0D57D89-EB85-3C2B-6FFE-CAFBA41A178B}"/>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AA997BE1-15BC-AC2D-70A4-15ADF4CBBA6C}"/>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9CCABDC5-63FF-B5AB-2EDD-A85739FA8860}"/>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01CC6F6D-D716-5E7D-DC75-4B97C49ADBDD}"/>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2" name="!!Textfeld 98">
            <a:extLst>
              <a:ext uri="{FF2B5EF4-FFF2-40B4-BE49-F238E27FC236}">
                <a16:creationId xmlns:a16="http://schemas.microsoft.com/office/drawing/2014/main" id="{2ED103E6-B8D3-64AC-11FF-8CA7051DE805}"/>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Comparing Human and LLM Results</a:t>
            </a:r>
            <a:endParaRPr lang="en-US" sz="3500" b="1" dirty="0">
              <a:solidFill>
                <a:schemeClr val="accent5">
                  <a:lumMod val="60000"/>
                  <a:lumOff val="40000"/>
                </a:schemeClr>
              </a:solidFill>
              <a:latin typeface="Calibri" panose="020F0502020204030204" pitchFamily="34" charset="0"/>
              <a:cs typeface="Calibri" panose="020F0502020204030204" pitchFamily="34" charset="0"/>
            </a:endParaRPr>
          </a:p>
        </p:txBody>
      </p:sp>
      <p:grpSp>
        <p:nvGrpSpPr>
          <p:cNvPr id="38" name="Group 37">
            <a:extLst>
              <a:ext uri="{FF2B5EF4-FFF2-40B4-BE49-F238E27FC236}">
                <a16:creationId xmlns:a16="http://schemas.microsoft.com/office/drawing/2014/main" id="{3F9D932F-8202-DB5C-00AA-DD1E90386F21}"/>
              </a:ext>
            </a:extLst>
          </p:cNvPr>
          <p:cNvGrpSpPr/>
          <p:nvPr/>
        </p:nvGrpSpPr>
        <p:grpSpPr>
          <a:xfrm>
            <a:off x="762798" y="4179171"/>
            <a:ext cx="3989048" cy="370686"/>
            <a:chOff x="546826" y="5903318"/>
            <a:chExt cx="5313647" cy="493776"/>
          </a:xfrm>
        </p:grpSpPr>
        <p:sp>
          <p:nvSpPr>
            <p:cNvPr id="32" name="Rounded Rectangle 31">
              <a:extLst>
                <a:ext uri="{FF2B5EF4-FFF2-40B4-BE49-F238E27FC236}">
                  <a16:creationId xmlns:a16="http://schemas.microsoft.com/office/drawing/2014/main" id="{092609F8-FD6B-370F-96DB-0C2AC84DCDEC}"/>
                </a:ext>
              </a:extLst>
            </p:cNvPr>
            <p:cNvSpPr/>
            <p:nvPr/>
          </p:nvSpPr>
          <p:spPr>
            <a:xfrm>
              <a:off x="546826" y="5903318"/>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33" name="Rounded Rectangle 32">
              <a:extLst>
                <a:ext uri="{FF2B5EF4-FFF2-40B4-BE49-F238E27FC236}">
                  <a16:creationId xmlns:a16="http://schemas.microsoft.com/office/drawing/2014/main" id="{2FDE7DD8-5DF8-0633-ED84-240CA5E06378}"/>
                </a:ext>
              </a:extLst>
            </p:cNvPr>
            <p:cNvSpPr/>
            <p:nvPr/>
          </p:nvSpPr>
          <p:spPr>
            <a:xfrm>
              <a:off x="546826" y="5903318"/>
              <a:ext cx="3812467" cy="493776"/>
            </a:xfrm>
            <a:prstGeom prst="roundRect">
              <a:avLst>
                <a:gd name="adj" fmla="val 6000"/>
              </a:avLst>
            </a:prstGeom>
            <a:solidFill>
              <a:srgbClr val="EE017D"/>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grpSp>
        <p:nvGrpSpPr>
          <p:cNvPr id="39" name="Group 38">
            <a:extLst>
              <a:ext uri="{FF2B5EF4-FFF2-40B4-BE49-F238E27FC236}">
                <a16:creationId xmlns:a16="http://schemas.microsoft.com/office/drawing/2014/main" id="{564B1D94-6BEE-250F-5028-9B68C576AA4A}"/>
              </a:ext>
            </a:extLst>
          </p:cNvPr>
          <p:cNvGrpSpPr/>
          <p:nvPr/>
        </p:nvGrpSpPr>
        <p:grpSpPr>
          <a:xfrm>
            <a:off x="762798" y="4673419"/>
            <a:ext cx="3989048" cy="370686"/>
            <a:chOff x="546826" y="6561686"/>
            <a:chExt cx="5313647" cy="493776"/>
          </a:xfrm>
        </p:grpSpPr>
        <p:sp>
          <p:nvSpPr>
            <p:cNvPr id="34" name="Rounded Rectangle 33">
              <a:extLst>
                <a:ext uri="{FF2B5EF4-FFF2-40B4-BE49-F238E27FC236}">
                  <a16:creationId xmlns:a16="http://schemas.microsoft.com/office/drawing/2014/main" id="{5A677505-5707-F571-25EA-4E33DBBF7D14}"/>
                </a:ext>
              </a:extLst>
            </p:cNvPr>
            <p:cNvSpPr/>
            <p:nvPr/>
          </p:nvSpPr>
          <p:spPr>
            <a:xfrm>
              <a:off x="546826" y="6561686"/>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35" name="Rounded Rectangle 34">
              <a:extLst>
                <a:ext uri="{FF2B5EF4-FFF2-40B4-BE49-F238E27FC236}">
                  <a16:creationId xmlns:a16="http://schemas.microsoft.com/office/drawing/2014/main" id="{556C7B55-7853-C61D-2D27-EB57B6DCEBE5}"/>
                </a:ext>
              </a:extLst>
            </p:cNvPr>
            <p:cNvSpPr/>
            <p:nvPr/>
          </p:nvSpPr>
          <p:spPr>
            <a:xfrm>
              <a:off x="546826" y="6561686"/>
              <a:ext cx="3280111" cy="493776"/>
            </a:xfrm>
            <a:prstGeom prst="roundRect">
              <a:avLst>
                <a:gd name="adj" fmla="val 6000"/>
              </a:avLst>
            </a:prstGeom>
            <a:solidFill>
              <a:srgbClr val="F38139"/>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grpSp>
        <p:nvGrpSpPr>
          <p:cNvPr id="40" name="Group 39">
            <a:extLst>
              <a:ext uri="{FF2B5EF4-FFF2-40B4-BE49-F238E27FC236}">
                <a16:creationId xmlns:a16="http://schemas.microsoft.com/office/drawing/2014/main" id="{785C0498-EFF2-B9EE-3176-8CD24BD376D9}"/>
              </a:ext>
            </a:extLst>
          </p:cNvPr>
          <p:cNvGrpSpPr/>
          <p:nvPr/>
        </p:nvGrpSpPr>
        <p:grpSpPr>
          <a:xfrm>
            <a:off x="762798" y="5167668"/>
            <a:ext cx="3989048" cy="370686"/>
            <a:chOff x="546826" y="7220054"/>
            <a:chExt cx="5313647" cy="493776"/>
          </a:xfrm>
        </p:grpSpPr>
        <p:sp>
          <p:nvSpPr>
            <p:cNvPr id="36" name="Rounded Rectangle 35">
              <a:extLst>
                <a:ext uri="{FF2B5EF4-FFF2-40B4-BE49-F238E27FC236}">
                  <a16:creationId xmlns:a16="http://schemas.microsoft.com/office/drawing/2014/main" id="{C77526F8-DC52-F9C7-A5B7-8F3A0738A714}"/>
                </a:ext>
              </a:extLst>
            </p:cNvPr>
            <p:cNvSpPr/>
            <p:nvPr/>
          </p:nvSpPr>
          <p:spPr>
            <a:xfrm>
              <a:off x="546826" y="7220054"/>
              <a:ext cx="5313647" cy="493776"/>
            </a:xfrm>
            <a:prstGeom prst="roundRect">
              <a:avLst>
                <a:gd name="adj" fmla="val 6000"/>
              </a:avLst>
            </a:prstGeom>
            <a:solidFill>
              <a:srgbClr val="E6EBF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37" name="Rounded Rectangle 36">
              <a:extLst>
                <a:ext uri="{FF2B5EF4-FFF2-40B4-BE49-F238E27FC236}">
                  <a16:creationId xmlns:a16="http://schemas.microsoft.com/office/drawing/2014/main" id="{0BF5610E-B9FB-3BA3-35DB-57807F960561}"/>
                </a:ext>
              </a:extLst>
            </p:cNvPr>
            <p:cNvSpPr/>
            <p:nvPr/>
          </p:nvSpPr>
          <p:spPr>
            <a:xfrm>
              <a:off x="546827" y="7220054"/>
              <a:ext cx="2592346" cy="493776"/>
            </a:xfrm>
            <a:prstGeom prst="roundRect">
              <a:avLst>
                <a:gd name="adj" fmla="val 6000"/>
              </a:avLst>
            </a:prstGeom>
            <a:solidFill>
              <a:srgbClr val="29AFB4"/>
            </a:solidFill>
            <a:ln>
              <a:noFill/>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grpSp>
      <p:sp>
        <p:nvSpPr>
          <p:cNvPr id="42" name="TextBox 41">
            <a:extLst>
              <a:ext uri="{FF2B5EF4-FFF2-40B4-BE49-F238E27FC236}">
                <a16:creationId xmlns:a16="http://schemas.microsoft.com/office/drawing/2014/main" id="{3968C380-6FC3-5B51-ACEA-E5081227A0A7}"/>
              </a:ext>
            </a:extLst>
          </p:cNvPr>
          <p:cNvSpPr txBox="1"/>
          <p:nvPr/>
        </p:nvSpPr>
        <p:spPr>
          <a:xfrm>
            <a:off x="3173706" y="3281722"/>
            <a:ext cx="2714076" cy="400110"/>
          </a:xfrm>
          <a:prstGeom prst="rect">
            <a:avLst/>
          </a:prstGeom>
          <a:noFill/>
        </p:spPr>
        <p:txBody>
          <a:bodyPr wrap="none" rtlCol="0">
            <a:spAutoFit/>
          </a:bodyPr>
          <a:lstStyle/>
          <a:p>
            <a:r>
              <a:rPr lang="en-DE" sz="2000" dirty="0">
                <a:solidFill>
                  <a:schemeClr val="bg1"/>
                </a:solidFill>
                <a:latin typeface="Calibri" panose="020F0502020204030204" pitchFamily="34" charset="0"/>
                <a:cs typeface="Calibri" panose="020F0502020204030204" pitchFamily="34" charset="0"/>
              </a:rPr>
              <a:t>Human Survey (N = 132)</a:t>
            </a:r>
          </a:p>
        </p:txBody>
      </p:sp>
      <p:cxnSp>
        <p:nvCxnSpPr>
          <p:cNvPr id="43" name="!!Curved Connector 19">
            <a:extLst>
              <a:ext uri="{FF2B5EF4-FFF2-40B4-BE49-F238E27FC236}">
                <a16:creationId xmlns:a16="http://schemas.microsoft.com/office/drawing/2014/main" id="{610B9A3A-70B4-261A-CACE-0D7B6E5AABAA}"/>
              </a:ext>
            </a:extLst>
          </p:cNvPr>
          <p:cNvCxnSpPr>
            <a:cxnSpLocks/>
          </p:cNvCxnSpPr>
          <p:nvPr/>
        </p:nvCxnSpPr>
        <p:spPr>
          <a:xfrm rot="5400000">
            <a:off x="2668049" y="3643893"/>
            <a:ext cx="818055" cy="0"/>
          </a:xfrm>
          <a:prstGeom prst="curvedConnector3">
            <a:avLst>
              <a:gd name="adj1" fmla="val 50000"/>
            </a:avLst>
          </a:prstGeom>
          <a:ln w="10160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7" name="TextBox 46">
            <a:extLst>
              <a:ext uri="{FF2B5EF4-FFF2-40B4-BE49-F238E27FC236}">
                <a16:creationId xmlns:a16="http://schemas.microsoft.com/office/drawing/2014/main" id="{047195BF-A4E3-D723-5D56-D24683F0BDD7}"/>
              </a:ext>
            </a:extLst>
          </p:cNvPr>
          <p:cNvSpPr txBox="1"/>
          <p:nvPr/>
        </p:nvSpPr>
        <p:spPr>
          <a:xfrm>
            <a:off x="863736" y="4218407"/>
            <a:ext cx="1845183"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Relational</a:t>
            </a:r>
          </a:p>
        </p:txBody>
      </p:sp>
      <p:sp>
        <p:nvSpPr>
          <p:cNvPr id="48" name="TextBox 47">
            <a:extLst>
              <a:ext uri="{FF2B5EF4-FFF2-40B4-BE49-F238E27FC236}">
                <a16:creationId xmlns:a16="http://schemas.microsoft.com/office/drawing/2014/main" id="{2884FB48-E059-8E0A-EDB1-259DC97B8884}"/>
              </a:ext>
            </a:extLst>
          </p:cNvPr>
          <p:cNvSpPr txBox="1"/>
          <p:nvPr/>
        </p:nvSpPr>
        <p:spPr>
          <a:xfrm>
            <a:off x="863737" y="4712154"/>
            <a:ext cx="1845183"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Emotional</a:t>
            </a:r>
          </a:p>
        </p:txBody>
      </p:sp>
      <p:sp>
        <p:nvSpPr>
          <p:cNvPr id="51" name="TextBox 50">
            <a:extLst>
              <a:ext uri="{FF2B5EF4-FFF2-40B4-BE49-F238E27FC236}">
                <a16:creationId xmlns:a16="http://schemas.microsoft.com/office/drawing/2014/main" id="{30091D68-9EBE-EBDE-EE9F-0F37FCAAC9D0}"/>
              </a:ext>
            </a:extLst>
          </p:cNvPr>
          <p:cNvSpPr txBox="1"/>
          <p:nvPr/>
        </p:nvSpPr>
        <p:spPr>
          <a:xfrm>
            <a:off x="5152749" y="3611524"/>
            <a:ext cx="764953" cy="553998"/>
          </a:xfrm>
          <a:prstGeom prst="rect">
            <a:avLst/>
          </a:prstGeom>
          <a:noFill/>
        </p:spPr>
        <p:txBody>
          <a:bodyPr wrap="none" rtlCol="0">
            <a:spAutoFit/>
          </a:bodyPr>
          <a:lstStyle/>
          <a:p>
            <a:r>
              <a:rPr lang="en-DE" sz="3000" dirty="0">
                <a:solidFill>
                  <a:srgbClr val="F6C96B"/>
                </a:solidFill>
                <a:latin typeface="Calibri" panose="020F0502020204030204" pitchFamily="34" charset="0"/>
                <a:cs typeface="Calibri" panose="020F0502020204030204" pitchFamily="34" charset="0"/>
              </a:rPr>
              <a:t>CPS</a:t>
            </a:r>
          </a:p>
        </p:txBody>
      </p:sp>
      <p:sp>
        <p:nvSpPr>
          <p:cNvPr id="52" name="TextBox 51">
            <a:extLst>
              <a:ext uri="{FF2B5EF4-FFF2-40B4-BE49-F238E27FC236}">
                <a16:creationId xmlns:a16="http://schemas.microsoft.com/office/drawing/2014/main" id="{8C44BD27-4C71-9F5B-ED8D-C78E261A685B}"/>
              </a:ext>
            </a:extLst>
          </p:cNvPr>
          <p:cNvSpPr txBox="1"/>
          <p:nvPr/>
        </p:nvSpPr>
        <p:spPr>
          <a:xfrm>
            <a:off x="5096347" y="4125987"/>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0.122</a:t>
            </a:r>
          </a:p>
        </p:txBody>
      </p:sp>
      <p:sp>
        <p:nvSpPr>
          <p:cNvPr id="53" name="TextBox 52">
            <a:extLst>
              <a:ext uri="{FF2B5EF4-FFF2-40B4-BE49-F238E27FC236}">
                <a16:creationId xmlns:a16="http://schemas.microsoft.com/office/drawing/2014/main" id="{99AA53BC-7DB8-0546-06FE-A00D544DFAB2}"/>
              </a:ext>
            </a:extLst>
          </p:cNvPr>
          <p:cNvSpPr txBox="1"/>
          <p:nvPr/>
        </p:nvSpPr>
        <p:spPr>
          <a:xfrm>
            <a:off x="5096284" y="4619821"/>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0.105</a:t>
            </a:r>
          </a:p>
        </p:txBody>
      </p:sp>
      <p:sp>
        <p:nvSpPr>
          <p:cNvPr id="54" name="TextBox 53">
            <a:extLst>
              <a:ext uri="{FF2B5EF4-FFF2-40B4-BE49-F238E27FC236}">
                <a16:creationId xmlns:a16="http://schemas.microsoft.com/office/drawing/2014/main" id="{D66AEBC8-1120-A9D7-D354-DF671F1B3BB7}"/>
              </a:ext>
            </a:extLst>
          </p:cNvPr>
          <p:cNvSpPr txBox="1"/>
          <p:nvPr/>
        </p:nvSpPr>
        <p:spPr>
          <a:xfrm>
            <a:off x="5096283" y="5113971"/>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0.083</a:t>
            </a:r>
          </a:p>
        </p:txBody>
      </p:sp>
      <p:sp>
        <p:nvSpPr>
          <p:cNvPr id="65" name="TextBox 64">
            <a:extLst>
              <a:ext uri="{FF2B5EF4-FFF2-40B4-BE49-F238E27FC236}">
                <a16:creationId xmlns:a16="http://schemas.microsoft.com/office/drawing/2014/main" id="{668FB44C-61CE-0384-553F-976B89AE2372}"/>
              </a:ext>
            </a:extLst>
          </p:cNvPr>
          <p:cNvSpPr txBox="1"/>
          <p:nvPr/>
        </p:nvSpPr>
        <p:spPr>
          <a:xfrm>
            <a:off x="8932865" y="3281722"/>
            <a:ext cx="1967526" cy="400110"/>
          </a:xfrm>
          <a:prstGeom prst="rect">
            <a:avLst/>
          </a:prstGeom>
          <a:noFill/>
        </p:spPr>
        <p:txBody>
          <a:bodyPr wrap="none" rtlCol="0">
            <a:spAutoFit/>
          </a:bodyPr>
          <a:lstStyle/>
          <a:p>
            <a:r>
              <a:rPr lang="en-DE" sz="2000" dirty="0">
                <a:solidFill>
                  <a:schemeClr val="bg1"/>
                </a:solidFill>
                <a:latin typeface="Calibri" panose="020F0502020204030204" pitchFamily="34" charset="0"/>
                <a:cs typeface="Calibri" panose="020F0502020204030204" pitchFamily="34" charset="0"/>
              </a:rPr>
              <a:t>Aggregated LLMs</a:t>
            </a:r>
          </a:p>
        </p:txBody>
      </p:sp>
      <p:cxnSp>
        <p:nvCxnSpPr>
          <p:cNvPr id="66" name="!!Curved Connector 19">
            <a:extLst>
              <a:ext uri="{FF2B5EF4-FFF2-40B4-BE49-F238E27FC236}">
                <a16:creationId xmlns:a16="http://schemas.microsoft.com/office/drawing/2014/main" id="{AF969351-65FD-2AFE-7E62-4E3D6C45BCBC}"/>
              </a:ext>
            </a:extLst>
          </p:cNvPr>
          <p:cNvCxnSpPr>
            <a:cxnSpLocks/>
          </p:cNvCxnSpPr>
          <p:nvPr/>
        </p:nvCxnSpPr>
        <p:spPr>
          <a:xfrm rot="5400000">
            <a:off x="8427208" y="3643893"/>
            <a:ext cx="818055" cy="0"/>
          </a:xfrm>
          <a:prstGeom prst="curvedConnector3">
            <a:avLst>
              <a:gd name="adj1" fmla="val 50000"/>
            </a:avLst>
          </a:prstGeom>
          <a:ln w="101600">
            <a:solidFill>
              <a:schemeClr val="accent1">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70" name="TextBox 69">
            <a:extLst>
              <a:ext uri="{FF2B5EF4-FFF2-40B4-BE49-F238E27FC236}">
                <a16:creationId xmlns:a16="http://schemas.microsoft.com/office/drawing/2014/main" id="{CB5041A8-16EC-A25A-44D4-5C7092745543}"/>
              </a:ext>
            </a:extLst>
          </p:cNvPr>
          <p:cNvSpPr txBox="1"/>
          <p:nvPr/>
        </p:nvSpPr>
        <p:spPr>
          <a:xfrm>
            <a:off x="10911908" y="3611524"/>
            <a:ext cx="764953" cy="553998"/>
          </a:xfrm>
          <a:prstGeom prst="rect">
            <a:avLst/>
          </a:prstGeom>
          <a:noFill/>
        </p:spPr>
        <p:txBody>
          <a:bodyPr wrap="none" rtlCol="0">
            <a:spAutoFit/>
          </a:bodyPr>
          <a:lstStyle/>
          <a:p>
            <a:r>
              <a:rPr lang="en-DE" sz="3000" dirty="0">
                <a:solidFill>
                  <a:srgbClr val="F6C96B"/>
                </a:solidFill>
                <a:latin typeface="Calibri" panose="020F0502020204030204" pitchFamily="34" charset="0"/>
                <a:cs typeface="Calibri" panose="020F0502020204030204" pitchFamily="34" charset="0"/>
              </a:rPr>
              <a:t>CPS</a:t>
            </a:r>
          </a:p>
        </p:txBody>
      </p:sp>
      <p:sp>
        <p:nvSpPr>
          <p:cNvPr id="71" name="TextBox 70">
            <a:extLst>
              <a:ext uri="{FF2B5EF4-FFF2-40B4-BE49-F238E27FC236}">
                <a16:creationId xmlns:a16="http://schemas.microsoft.com/office/drawing/2014/main" id="{FD429C6E-FD5D-B815-ADD5-47D75E1E2256}"/>
              </a:ext>
            </a:extLst>
          </p:cNvPr>
          <p:cNvSpPr txBox="1"/>
          <p:nvPr/>
        </p:nvSpPr>
        <p:spPr>
          <a:xfrm>
            <a:off x="10855506" y="4125987"/>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0.094</a:t>
            </a:r>
          </a:p>
        </p:txBody>
      </p:sp>
      <p:sp>
        <p:nvSpPr>
          <p:cNvPr id="72" name="TextBox 71">
            <a:extLst>
              <a:ext uri="{FF2B5EF4-FFF2-40B4-BE49-F238E27FC236}">
                <a16:creationId xmlns:a16="http://schemas.microsoft.com/office/drawing/2014/main" id="{D216F58E-142E-D5C6-8271-63E11F01C271}"/>
              </a:ext>
            </a:extLst>
          </p:cNvPr>
          <p:cNvSpPr txBox="1"/>
          <p:nvPr/>
        </p:nvSpPr>
        <p:spPr>
          <a:xfrm>
            <a:off x="10855443" y="4619821"/>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0.069</a:t>
            </a:r>
          </a:p>
        </p:txBody>
      </p:sp>
      <p:sp>
        <p:nvSpPr>
          <p:cNvPr id="73" name="TextBox 72">
            <a:extLst>
              <a:ext uri="{FF2B5EF4-FFF2-40B4-BE49-F238E27FC236}">
                <a16:creationId xmlns:a16="http://schemas.microsoft.com/office/drawing/2014/main" id="{966FC9B1-A351-65A1-E315-C5ADF969AF98}"/>
              </a:ext>
            </a:extLst>
          </p:cNvPr>
          <p:cNvSpPr txBox="1"/>
          <p:nvPr/>
        </p:nvSpPr>
        <p:spPr>
          <a:xfrm>
            <a:off x="10855442" y="5113971"/>
            <a:ext cx="912429" cy="477054"/>
          </a:xfrm>
          <a:prstGeom prst="rect">
            <a:avLst/>
          </a:prstGeom>
          <a:noFill/>
        </p:spPr>
        <p:txBody>
          <a:bodyPr wrap="none" rtlCol="0">
            <a:spAutoFit/>
          </a:bodyPr>
          <a:lstStyle/>
          <a:p>
            <a:r>
              <a:rPr lang="en-DE" sz="2500" dirty="0">
                <a:solidFill>
                  <a:schemeClr val="bg1"/>
                </a:solidFill>
                <a:latin typeface="Calibri" panose="020F0502020204030204" pitchFamily="34" charset="0"/>
                <a:cs typeface="Calibri" panose="020F0502020204030204" pitchFamily="34" charset="0"/>
              </a:rPr>
              <a:t>0.057</a:t>
            </a:r>
          </a:p>
        </p:txBody>
      </p:sp>
      <p:sp>
        <p:nvSpPr>
          <p:cNvPr id="78" name="!!Rounded Rectangle 48">
            <a:extLst>
              <a:ext uri="{FF2B5EF4-FFF2-40B4-BE49-F238E27FC236}">
                <a16:creationId xmlns:a16="http://schemas.microsoft.com/office/drawing/2014/main" id="{D528EBDC-4AD0-6BF5-2B46-CCEB35685AF0}"/>
              </a:ext>
            </a:extLst>
          </p:cNvPr>
          <p:cNvSpPr/>
          <p:nvPr/>
        </p:nvSpPr>
        <p:spPr>
          <a:xfrm>
            <a:off x="3530129" y="5996624"/>
            <a:ext cx="5108818" cy="684027"/>
          </a:xfrm>
          <a:custGeom>
            <a:avLst/>
            <a:gdLst>
              <a:gd name="csX0" fmla="*/ 0 w 5108818"/>
              <a:gd name="csY0" fmla="*/ 114007 h 684027"/>
              <a:gd name="csX1" fmla="*/ 114007 w 5108818"/>
              <a:gd name="csY1" fmla="*/ 0 h 684027"/>
              <a:gd name="csX2" fmla="*/ 860073 w 5108818"/>
              <a:gd name="csY2" fmla="*/ 0 h 684027"/>
              <a:gd name="csX3" fmla="*/ 1410906 w 5108818"/>
              <a:gd name="csY3" fmla="*/ 0 h 684027"/>
              <a:gd name="csX4" fmla="*/ 2108164 w 5108818"/>
              <a:gd name="csY4" fmla="*/ 0 h 684027"/>
              <a:gd name="csX5" fmla="*/ 2707806 w 5108818"/>
              <a:gd name="csY5" fmla="*/ 0 h 684027"/>
              <a:gd name="csX6" fmla="*/ 3453871 w 5108818"/>
              <a:gd name="csY6" fmla="*/ 0 h 684027"/>
              <a:gd name="csX7" fmla="*/ 4053513 w 5108818"/>
              <a:gd name="csY7" fmla="*/ 0 h 684027"/>
              <a:gd name="csX8" fmla="*/ 4994811 w 5108818"/>
              <a:gd name="csY8" fmla="*/ 0 h 684027"/>
              <a:gd name="csX9" fmla="*/ 5108818 w 5108818"/>
              <a:gd name="csY9" fmla="*/ 114007 h 684027"/>
              <a:gd name="csX10" fmla="*/ 5108818 w 5108818"/>
              <a:gd name="csY10" fmla="*/ 570020 h 684027"/>
              <a:gd name="csX11" fmla="*/ 4994811 w 5108818"/>
              <a:gd name="csY11" fmla="*/ 684027 h 684027"/>
              <a:gd name="csX12" fmla="*/ 4199937 w 5108818"/>
              <a:gd name="csY12" fmla="*/ 684027 h 684027"/>
              <a:gd name="csX13" fmla="*/ 3600296 w 5108818"/>
              <a:gd name="csY13" fmla="*/ 684027 h 684027"/>
              <a:gd name="csX14" fmla="*/ 3049462 w 5108818"/>
              <a:gd name="csY14" fmla="*/ 684027 h 684027"/>
              <a:gd name="csX15" fmla="*/ 2449820 w 5108818"/>
              <a:gd name="csY15" fmla="*/ 684027 h 684027"/>
              <a:gd name="csX16" fmla="*/ 1801371 w 5108818"/>
              <a:gd name="csY16" fmla="*/ 684027 h 684027"/>
              <a:gd name="csX17" fmla="*/ 1104113 w 5108818"/>
              <a:gd name="csY17" fmla="*/ 684027 h 684027"/>
              <a:gd name="csX18" fmla="*/ 114007 w 5108818"/>
              <a:gd name="csY18" fmla="*/ 684027 h 684027"/>
              <a:gd name="csX19" fmla="*/ 0 w 5108818"/>
              <a:gd name="csY19" fmla="*/ 570020 h 684027"/>
              <a:gd name="csX20" fmla="*/ 0 w 5108818"/>
              <a:gd name="csY20" fmla="*/ 114007 h 6840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108818" h="684027" fill="none" extrusionOk="0">
                <a:moveTo>
                  <a:pt x="0" y="114007"/>
                </a:moveTo>
                <a:cubicBezTo>
                  <a:pt x="4985" y="60914"/>
                  <a:pt x="37167" y="7317"/>
                  <a:pt x="114007" y="0"/>
                </a:cubicBezTo>
                <a:cubicBezTo>
                  <a:pt x="364264" y="7494"/>
                  <a:pt x="591824" y="-572"/>
                  <a:pt x="860073" y="0"/>
                </a:cubicBezTo>
                <a:cubicBezTo>
                  <a:pt x="1128322" y="572"/>
                  <a:pt x="1297880" y="-21558"/>
                  <a:pt x="1410906" y="0"/>
                </a:cubicBezTo>
                <a:cubicBezTo>
                  <a:pt x="1523932" y="21558"/>
                  <a:pt x="1869460" y="16139"/>
                  <a:pt x="2108164" y="0"/>
                </a:cubicBezTo>
                <a:cubicBezTo>
                  <a:pt x="2346868" y="-16139"/>
                  <a:pt x="2576768" y="4803"/>
                  <a:pt x="2707806" y="0"/>
                </a:cubicBezTo>
                <a:cubicBezTo>
                  <a:pt x="2838844" y="-4803"/>
                  <a:pt x="3113223" y="-23362"/>
                  <a:pt x="3453871" y="0"/>
                </a:cubicBezTo>
                <a:cubicBezTo>
                  <a:pt x="3794520" y="23362"/>
                  <a:pt x="3879691" y="-7344"/>
                  <a:pt x="4053513" y="0"/>
                </a:cubicBezTo>
                <a:cubicBezTo>
                  <a:pt x="4227335" y="7344"/>
                  <a:pt x="4609692" y="-44145"/>
                  <a:pt x="4994811" y="0"/>
                </a:cubicBezTo>
                <a:cubicBezTo>
                  <a:pt x="5049463" y="8414"/>
                  <a:pt x="5104783" y="59678"/>
                  <a:pt x="5108818" y="114007"/>
                </a:cubicBezTo>
                <a:cubicBezTo>
                  <a:pt x="5098859" y="301794"/>
                  <a:pt x="5119549" y="452545"/>
                  <a:pt x="5108818" y="570020"/>
                </a:cubicBezTo>
                <a:cubicBezTo>
                  <a:pt x="5102587" y="636478"/>
                  <a:pt x="5060324" y="690934"/>
                  <a:pt x="4994811" y="684027"/>
                </a:cubicBezTo>
                <a:cubicBezTo>
                  <a:pt x="4779650" y="704252"/>
                  <a:pt x="4442183" y="676830"/>
                  <a:pt x="4199937" y="684027"/>
                </a:cubicBezTo>
                <a:cubicBezTo>
                  <a:pt x="3957691" y="691224"/>
                  <a:pt x="3817841" y="701758"/>
                  <a:pt x="3600296" y="684027"/>
                </a:cubicBezTo>
                <a:cubicBezTo>
                  <a:pt x="3382751" y="666296"/>
                  <a:pt x="3175599" y="683285"/>
                  <a:pt x="3049462" y="684027"/>
                </a:cubicBezTo>
                <a:cubicBezTo>
                  <a:pt x="2923325" y="684769"/>
                  <a:pt x="2583794" y="682820"/>
                  <a:pt x="2449820" y="684027"/>
                </a:cubicBezTo>
                <a:cubicBezTo>
                  <a:pt x="2315846" y="685234"/>
                  <a:pt x="2091509" y="711182"/>
                  <a:pt x="1801371" y="684027"/>
                </a:cubicBezTo>
                <a:cubicBezTo>
                  <a:pt x="1511233" y="656872"/>
                  <a:pt x="1432725" y="697374"/>
                  <a:pt x="1104113" y="684027"/>
                </a:cubicBezTo>
                <a:cubicBezTo>
                  <a:pt x="775501" y="670680"/>
                  <a:pt x="526080" y="702832"/>
                  <a:pt x="114007" y="684027"/>
                </a:cubicBezTo>
                <a:cubicBezTo>
                  <a:pt x="54844" y="693798"/>
                  <a:pt x="10506" y="637871"/>
                  <a:pt x="0" y="570020"/>
                </a:cubicBezTo>
                <a:cubicBezTo>
                  <a:pt x="-17211" y="372868"/>
                  <a:pt x="-14641" y="320278"/>
                  <a:pt x="0" y="114007"/>
                </a:cubicBezTo>
                <a:close/>
              </a:path>
              <a:path w="5108818" h="684027" stroke="0" extrusionOk="0">
                <a:moveTo>
                  <a:pt x="0" y="114007"/>
                </a:moveTo>
                <a:cubicBezTo>
                  <a:pt x="-5166" y="47856"/>
                  <a:pt x="44942" y="2290"/>
                  <a:pt x="114007" y="0"/>
                </a:cubicBezTo>
                <a:cubicBezTo>
                  <a:pt x="456334" y="25176"/>
                  <a:pt x="663938" y="2518"/>
                  <a:pt x="908881" y="0"/>
                </a:cubicBezTo>
                <a:cubicBezTo>
                  <a:pt x="1153824" y="-2518"/>
                  <a:pt x="1351026" y="30167"/>
                  <a:pt x="1557330" y="0"/>
                </a:cubicBezTo>
                <a:cubicBezTo>
                  <a:pt x="1763634" y="-30167"/>
                  <a:pt x="1933242" y="4405"/>
                  <a:pt x="2156972" y="0"/>
                </a:cubicBezTo>
                <a:cubicBezTo>
                  <a:pt x="2380702" y="-4405"/>
                  <a:pt x="2708726" y="15357"/>
                  <a:pt x="2903038" y="0"/>
                </a:cubicBezTo>
                <a:cubicBezTo>
                  <a:pt x="3097350" y="-15357"/>
                  <a:pt x="3404726" y="1056"/>
                  <a:pt x="3551488" y="0"/>
                </a:cubicBezTo>
                <a:cubicBezTo>
                  <a:pt x="3698250" y="-1056"/>
                  <a:pt x="4018806" y="34867"/>
                  <a:pt x="4346361" y="0"/>
                </a:cubicBezTo>
                <a:cubicBezTo>
                  <a:pt x="4673916" y="-34867"/>
                  <a:pt x="4792441" y="11608"/>
                  <a:pt x="4994811" y="0"/>
                </a:cubicBezTo>
                <a:cubicBezTo>
                  <a:pt x="5055339" y="4029"/>
                  <a:pt x="5099563" y="40309"/>
                  <a:pt x="5108818" y="114007"/>
                </a:cubicBezTo>
                <a:cubicBezTo>
                  <a:pt x="5120234" y="258954"/>
                  <a:pt x="5127739" y="362754"/>
                  <a:pt x="5108818" y="570020"/>
                </a:cubicBezTo>
                <a:cubicBezTo>
                  <a:pt x="5114274" y="641105"/>
                  <a:pt x="5058910" y="695782"/>
                  <a:pt x="4994811" y="684027"/>
                </a:cubicBezTo>
                <a:cubicBezTo>
                  <a:pt x="4796180" y="671676"/>
                  <a:pt x="4684353" y="708613"/>
                  <a:pt x="4443977" y="684027"/>
                </a:cubicBezTo>
                <a:cubicBezTo>
                  <a:pt x="4203601" y="659441"/>
                  <a:pt x="3982740" y="720016"/>
                  <a:pt x="3649104" y="684027"/>
                </a:cubicBezTo>
                <a:cubicBezTo>
                  <a:pt x="3315468" y="648038"/>
                  <a:pt x="3295819" y="671760"/>
                  <a:pt x="3049462" y="684027"/>
                </a:cubicBezTo>
                <a:cubicBezTo>
                  <a:pt x="2803105" y="696294"/>
                  <a:pt x="2668494" y="686727"/>
                  <a:pt x="2352204" y="684027"/>
                </a:cubicBezTo>
                <a:cubicBezTo>
                  <a:pt x="2035914" y="681327"/>
                  <a:pt x="1719069" y="680660"/>
                  <a:pt x="1557330" y="684027"/>
                </a:cubicBezTo>
                <a:cubicBezTo>
                  <a:pt x="1395591" y="687394"/>
                  <a:pt x="1136858" y="698605"/>
                  <a:pt x="860073" y="684027"/>
                </a:cubicBezTo>
                <a:cubicBezTo>
                  <a:pt x="583288" y="669449"/>
                  <a:pt x="341389" y="716408"/>
                  <a:pt x="114007" y="684027"/>
                </a:cubicBezTo>
                <a:cubicBezTo>
                  <a:pt x="42364" y="684384"/>
                  <a:pt x="3402" y="626851"/>
                  <a:pt x="0" y="570020"/>
                </a:cubicBezTo>
                <a:cubicBezTo>
                  <a:pt x="-8942" y="373688"/>
                  <a:pt x="-5952" y="341179"/>
                  <a:pt x="0" y="114007"/>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79" name="TextBox 78">
            <a:extLst>
              <a:ext uri="{FF2B5EF4-FFF2-40B4-BE49-F238E27FC236}">
                <a16:creationId xmlns:a16="http://schemas.microsoft.com/office/drawing/2014/main" id="{95255EF3-1B1A-DA67-9845-ABA3AC6B4A97}"/>
              </a:ext>
            </a:extLst>
          </p:cNvPr>
          <p:cNvSpPr txBox="1"/>
          <p:nvPr/>
        </p:nvSpPr>
        <p:spPr>
          <a:xfrm>
            <a:off x="3157883" y="6034320"/>
            <a:ext cx="5854461" cy="369332"/>
          </a:xfrm>
          <a:prstGeom prst="rect">
            <a:avLst/>
          </a:prstGeom>
          <a:noFill/>
        </p:spPr>
        <p:txBody>
          <a:bodyPr wrap="square">
            <a:spAutoFit/>
          </a:bodyPr>
          <a:lstStyle/>
          <a:p>
            <a:pPr algn="ctr"/>
            <a:r>
              <a:rPr lang="en-DE" sz="1800" b="1" dirty="0">
                <a:solidFill>
                  <a:schemeClr val="bg1"/>
                </a:solidFill>
                <a:latin typeface="Calibri" panose="020F0502020204030204" pitchFamily="34" charset="0"/>
                <a:cs typeface="Calibri" panose="020F0502020204030204" pitchFamily="34" charset="0"/>
              </a:rPr>
              <a:t>Humans react strongest to </a:t>
            </a:r>
            <a:r>
              <a:rPr lang="en-DE" b="1" dirty="0">
                <a:solidFill>
                  <a:srgbClr val="EE017D"/>
                </a:solidFill>
                <a:latin typeface="Calibri" panose="020F0502020204030204" pitchFamily="34" charset="0"/>
                <a:cs typeface="Calibri" panose="020F0502020204030204" pitchFamily="34" charset="0"/>
              </a:rPr>
              <a:t>relational</a:t>
            </a:r>
            <a:r>
              <a:rPr lang="en-DE" b="1" dirty="0">
                <a:solidFill>
                  <a:schemeClr val="bg1"/>
                </a:solidFill>
                <a:latin typeface="Calibri" panose="020F0502020204030204" pitchFamily="34" charset="0"/>
                <a:cs typeface="Calibri" panose="020F0502020204030204" pitchFamily="34" charset="0"/>
              </a:rPr>
              <a:t>,</a:t>
            </a:r>
            <a:endParaRPr lang="en-DE" sz="1800" b="1" dirty="0">
              <a:solidFill>
                <a:srgbClr val="EE017D"/>
              </a:solidFill>
              <a:latin typeface="Calibri" panose="020F0502020204030204" pitchFamily="34" charset="0"/>
              <a:cs typeface="Calibri" panose="020F0502020204030204" pitchFamily="34" charset="0"/>
            </a:endParaRPr>
          </a:p>
        </p:txBody>
      </p:sp>
      <p:sp>
        <p:nvSpPr>
          <p:cNvPr id="81" name="TextBox 80">
            <a:extLst>
              <a:ext uri="{FF2B5EF4-FFF2-40B4-BE49-F238E27FC236}">
                <a16:creationId xmlns:a16="http://schemas.microsoft.com/office/drawing/2014/main" id="{BC20E73D-B91A-194A-FD8F-DA383820375C}"/>
              </a:ext>
            </a:extLst>
          </p:cNvPr>
          <p:cNvSpPr txBox="1"/>
          <p:nvPr/>
        </p:nvSpPr>
        <p:spPr>
          <a:xfrm>
            <a:off x="863737" y="5206304"/>
            <a:ext cx="1845183"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Consequentialist</a:t>
            </a:r>
          </a:p>
        </p:txBody>
      </p:sp>
      <p:sp>
        <p:nvSpPr>
          <p:cNvPr id="82" name="TextBox 81">
            <a:extLst>
              <a:ext uri="{FF2B5EF4-FFF2-40B4-BE49-F238E27FC236}">
                <a16:creationId xmlns:a16="http://schemas.microsoft.com/office/drawing/2014/main" id="{7C4048A8-0F02-5B82-B40C-1C349BB11BE4}"/>
              </a:ext>
            </a:extLst>
          </p:cNvPr>
          <p:cNvSpPr txBox="1"/>
          <p:nvPr/>
        </p:nvSpPr>
        <p:spPr>
          <a:xfrm>
            <a:off x="6622895" y="4218407"/>
            <a:ext cx="1845183"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Consequentialist</a:t>
            </a:r>
          </a:p>
        </p:txBody>
      </p:sp>
      <p:sp>
        <p:nvSpPr>
          <p:cNvPr id="83" name="TextBox 82">
            <a:extLst>
              <a:ext uri="{FF2B5EF4-FFF2-40B4-BE49-F238E27FC236}">
                <a16:creationId xmlns:a16="http://schemas.microsoft.com/office/drawing/2014/main" id="{28B8C394-FDB6-9080-F245-38280295EE89}"/>
              </a:ext>
            </a:extLst>
          </p:cNvPr>
          <p:cNvSpPr txBox="1"/>
          <p:nvPr/>
        </p:nvSpPr>
        <p:spPr>
          <a:xfrm>
            <a:off x="6622896" y="4712154"/>
            <a:ext cx="1845183"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Emotional</a:t>
            </a:r>
          </a:p>
        </p:txBody>
      </p:sp>
      <p:sp>
        <p:nvSpPr>
          <p:cNvPr id="84" name="TextBox 83">
            <a:extLst>
              <a:ext uri="{FF2B5EF4-FFF2-40B4-BE49-F238E27FC236}">
                <a16:creationId xmlns:a16="http://schemas.microsoft.com/office/drawing/2014/main" id="{A4A4DD0F-E66E-268B-AE59-43272085DB4D}"/>
              </a:ext>
            </a:extLst>
          </p:cNvPr>
          <p:cNvSpPr txBox="1"/>
          <p:nvPr/>
        </p:nvSpPr>
        <p:spPr>
          <a:xfrm>
            <a:off x="6622896" y="5206304"/>
            <a:ext cx="1513805" cy="292388"/>
          </a:xfrm>
          <a:prstGeom prst="rect">
            <a:avLst/>
          </a:prstGeom>
          <a:noFill/>
        </p:spPr>
        <p:txBody>
          <a:bodyPr wrap="square" lIns="0" tIns="0" rIns="0" bIns="0" anchor="ctr">
            <a:spAutoFit/>
          </a:bodyPr>
          <a:lstStyle/>
          <a:p>
            <a:pPr algn="l">
              <a:lnSpc>
                <a:spcPct val="95000"/>
              </a:lnSpc>
            </a:pPr>
            <a:r>
              <a:rPr lang="en-US" sz="2000" b="1" i="0" noProof="0" dirty="0">
                <a:solidFill>
                  <a:srgbClr val="FFFFFF"/>
                </a:solidFill>
                <a:latin typeface="Calibri" panose="020F0502020204030204" pitchFamily="34" charset="0"/>
                <a:cs typeface="Calibri" panose="020F0502020204030204" pitchFamily="34" charset="0"/>
              </a:rPr>
              <a:t>Relational</a:t>
            </a:r>
          </a:p>
        </p:txBody>
      </p:sp>
      <p:sp>
        <p:nvSpPr>
          <p:cNvPr id="93" name="TextBox 92">
            <a:extLst>
              <a:ext uri="{FF2B5EF4-FFF2-40B4-BE49-F238E27FC236}">
                <a16:creationId xmlns:a16="http://schemas.microsoft.com/office/drawing/2014/main" id="{980BE723-F7C0-A06B-FEE5-E95CB8EE89BC}"/>
              </a:ext>
            </a:extLst>
          </p:cNvPr>
          <p:cNvSpPr txBox="1"/>
          <p:nvPr/>
        </p:nvSpPr>
        <p:spPr>
          <a:xfrm>
            <a:off x="3548946" y="6295566"/>
            <a:ext cx="5160195" cy="646331"/>
          </a:xfrm>
          <a:prstGeom prst="rect">
            <a:avLst/>
          </a:prstGeom>
          <a:noFill/>
        </p:spPr>
        <p:txBody>
          <a:bodyPr wrap="none" rtlCol="0">
            <a:spAutoFit/>
          </a:bodyPr>
          <a:lstStyle/>
          <a:p>
            <a:r>
              <a:rPr lang="en-DE" b="1" dirty="0">
                <a:solidFill>
                  <a:schemeClr val="bg1"/>
                </a:solidFill>
                <a:latin typeface="Calibri" panose="020F0502020204030204" pitchFamily="34" charset="0"/>
                <a:cs typeface="Calibri" panose="020F0502020204030204" pitchFamily="34" charset="0"/>
              </a:rPr>
              <a:t>aggregated LLMs react strongest to </a:t>
            </a:r>
            <a:r>
              <a:rPr lang="en-DE" b="1" dirty="0">
                <a:solidFill>
                  <a:srgbClr val="29AFB4"/>
                </a:solidFill>
                <a:latin typeface="Calibri" panose="020F0502020204030204" pitchFamily="34" charset="0"/>
                <a:cs typeface="Calibri" panose="020F0502020204030204" pitchFamily="34" charset="0"/>
              </a:rPr>
              <a:t>consequentialist</a:t>
            </a:r>
            <a:endParaRPr lang="en-DE" b="1" dirty="0">
              <a:solidFill>
                <a:schemeClr val="bg1"/>
              </a:solidFill>
              <a:latin typeface="Calibri" panose="020F0502020204030204" pitchFamily="34" charset="0"/>
              <a:cs typeface="Calibri" panose="020F0502020204030204" pitchFamily="34" charset="0"/>
            </a:endParaRPr>
          </a:p>
          <a:p>
            <a:endParaRPr lang="en-DE" dirty="0"/>
          </a:p>
        </p:txBody>
      </p:sp>
      <p:sp>
        <p:nvSpPr>
          <p:cNvPr id="4" name="Slide Number Placeholder 3">
            <a:extLst>
              <a:ext uri="{FF2B5EF4-FFF2-40B4-BE49-F238E27FC236}">
                <a16:creationId xmlns:a16="http://schemas.microsoft.com/office/drawing/2014/main" id="{8F83F505-F589-0318-FB0D-461B0F19170B}"/>
              </a:ext>
            </a:extLst>
          </p:cNvPr>
          <p:cNvSpPr>
            <a:spLocks noGrp="1"/>
          </p:cNvSpPr>
          <p:nvPr>
            <p:ph type="sldNum" sz="quarter" idx="4"/>
          </p:nvPr>
        </p:nvSpPr>
        <p:spPr/>
        <p:txBody>
          <a:bodyPr/>
          <a:lstStyle/>
          <a:p>
            <a:fld id="{F8325A8C-A62D-5E4B-8AAC-68DD587E4A7D}" type="slidenum">
              <a:rPr lang="de-DE" smtClean="0"/>
              <a:t>21</a:t>
            </a:fld>
            <a:endParaRPr lang="de-DE" dirty="0"/>
          </a:p>
        </p:txBody>
      </p:sp>
      <p:pic>
        <p:nvPicPr>
          <p:cNvPr id="5" name="!!Grafik 122">
            <a:extLst>
              <a:ext uri="{FF2B5EF4-FFF2-40B4-BE49-F238E27FC236}">
                <a16:creationId xmlns:a16="http://schemas.microsoft.com/office/drawing/2014/main" id="{71FF094C-7E50-1283-732F-AEAF57DAF82B}"/>
              </a:ext>
            </a:extLst>
          </p:cNvPr>
          <p:cNvPicPr>
            <a:picLocks noChangeAspect="1"/>
          </p:cNvPicPr>
          <p:nvPr/>
        </p:nvPicPr>
        <p:blipFill>
          <a:blip r:embed="rId3"/>
          <a:stretch>
            <a:fillRect/>
          </a:stretch>
        </p:blipFill>
        <p:spPr>
          <a:xfrm>
            <a:off x="8138118" y="1280943"/>
            <a:ext cx="1778510" cy="1778510"/>
          </a:xfrm>
          <a:prstGeom prst="rect">
            <a:avLst/>
          </a:prstGeom>
        </p:spPr>
      </p:pic>
    </p:spTree>
    <p:extLst>
      <p:ext uri="{BB962C8B-B14F-4D97-AF65-F5344CB8AC3E}">
        <p14:creationId xmlns:p14="http://schemas.microsoft.com/office/powerpoint/2010/main" val="256637652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6"/>
                                        </p:tgtEl>
                                        <p:attrNameLst>
                                          <p:attrName>style.visibility</p:attrName>
                                        </p:attrNameLst>
                                      </p:cBhvr>
                                      <p:to>
                                        <p:strVal val="visible"/>
                                      </p:to>
                                    </p:set>
                                    <p:animEffect transition="in" filter="fade">
                                      <p:cBhvr>
                                        <p:cTn id="7" dur="10"/>
                                        <p:tgtEl>
                                          <p:spTgt spid="86"/>
                                        </p:tgtEl>
                                      </p:cBhvr>
                                    </p:animEffect>
                                  </p:childTnLst>
                                </p:cTn>
                              </p:par>
                              <p:par>
                                <p:cTn id="8" presetID="10" presetClass="entr" presetSubtype="0" fill="hold" nodeType="withEffect">
                                  <p:stCondLst>
                                    <p:cond delay="0"/>
                                  </p:stCondLst>
                                  <p:childTnLst>
                                    <p:set>
                                      <p:cBhvr>
                                        <p:cTn id="9" dur="1" fill="hold">
                                          <p:stCondLst>
                                            <p:cond delay="0"/>
                                          </p:stCondLst>
                                        </p:cTn>
                                        <p:tgtEl>
                                          <p:spTgt spid="89"/>
                                        </p:tgtEl>
                                        <p:attrNameLst>
                                          <p:attrName>style.visibility</p:attrName>
                                        </p:attrNameLst>
                                      </p:cBhvr>
                                      <p:to>
                                        <p:strVal val="visible"/>
                                      </p:to>
                                    </p:set>
                                    <p:animEffect transition="in" filter="fade">
                                      <p:cBhvr>
                                        <p:cTn id="10" dur="10"/>
                                        <p:tgtEl>
                                          <p:spTgt spid="89"/>
                                        </p:tgtEl>
                                      </p:cBhvr>
                                    </p:animEffect>
                                  </p:childTnLst>
                                </p:cTn>
                              </p:par>
                              <p:par>
                                <p:cTn id="11" presetID="10" presetClass="entr" presetSubtype="0" fill="hold" nodeType="withEffect">
                                  <p:stCondLst>
                                    <p:cond delay="0"/>
                                  </p:stCondLst>
                                  <p:childTnLst>
                                    <p:set>
                                      <p:cBhvr>
                                        <p:cTn id="12" dur="1" fill="hold">
                                          <p:stCondLst>
                                            <p:cond delay="0"/>
                                          </p:stCondLst>
                                        </p:cTn>
                                        <p:tgtEl>
                                          <p:spTgt spid="90"/>
                                        </p:tgtEl>
                                        <p:attrNameLst>
                                          <p:attrName>style.visibility</p:attrName>
                                        </p:attrNameLst>
                                      </p:cBhvr>
                                      <p:to>
                                        <p:strVal val="visible"/>
                                      </p:to>
                                    </p:set>
                                    <p:animEffect transition="in" filter="fade">
                                      <p:cBhvr>
                                        <p:cTn id="13" dur="10"/>
                                        <p:tgtEl>
                                          <p:spTgt spid="90"/>
                                        </p:tgtEl>
                                      </p:cBhvr>
                                    </p:animEffect>
                                  </p:childTnLst>
                                </p:cTn>
                              </p:par>
                              <p:par>
                                <p:cTn id="14" presetID="10" presetClass="entr" presetSubtype="0" fill="hold" nodeType="withEffect">
                                  <p:stCondLst>
                                    <p:cond delay="0"/>
                                  </p:stCondLst>
                                  <p:childTnLst>
                                    <p:set>
                                      <p:cBhvr>
                                        <p:cTn id="15" dur="1" fill="hold">
                                          <p:stCondLst>
                                            <p:cond delay="0"/>
                                          </p:stCondLst>
                                        </p:cTn>
                                        <p:tgtEl>
                                          <p:spTgt spid="91"/>
                                        </p:tgtEl>
                                        <p:attrNameLst>
                                          <p:attrName>style.visibility</p:attrName>
                                        </p:attrNameLst>
                                      </p:cBhvr>
                                      <p:to>
                                        <p:strVal val="visible"/>
                                      </p:to>
                                    </p:set>
                                    <p:animEffect transition="in" filter="fade">
                                      <p:cBhvr>
                                        <p:cTn id="16" dur="10"/>
                                        <p:tgtEl>
                                          <p:spTgt spid="91"/>
                                        </p:tgtEl>
                                      </p:cBhvr>
                                    </p:animEffect>
                                  </p:childTnLst>
                                </p:cTn>
                              </p:par>
                              <p:par>
                                <p:cTn id="17" presetID="10" presetClass="entr" presetSubtype="0" fill="hold" nodeType="withEffect">
                                  <p:stCondLst>
                                    <p:cond delay="0"/>
                                  </p:stCondLst>
                                  <p:childTnLst>
                                    <p:set>
                                      <p:cBhvr>
                                        <p:cTn id="18" dur="1" fill="hold">
                                          <p:stCondLst>
                                            <p:cond delay="0"/>
                                          </p:stCondLst>
                                        </p:cTn>
                                        <p:tgtEl>
                                          <p:spTgt spid="92"/>
                                        </p:tgtEl>
                                        <p:attrNameLst>
                                          <p:attrName>style.visibility</p:attrName>
                                        </p:attrNameLst>
                                      </p:cBhvr>
                                      <p:to>
                                        <p:strVal val="visible"/>
                                      </p:to>
                                    </p:set>
                                    <p:animEffect transition="in" filter="fade">
                                      <p:cBhvr>
                                        <p:cTn id="19" dur="10"/>
                                        <p:tgtEl>
                                          <p:spTgt spid="92"/>
                                        </p:tgtEl>
                                      </p:cBhvr>
                                    </p:animEffect>
                                  </p:childTnLst>
                                </p:cTn>
                              </p:par>
                              <p:par>
                                <p:cTn id="20" presetID="10" presetClass="entr" presetSubtype="0" fill="hold" nodeType="withEffect">
                                  <p:stCondLst>
                                    <p:cond delay="0"/>
                                  </p:stCondLst>
                                  <p:childTnLst>
                                    <p:set>
                                      <p:cBhvr>
                                        <p:cTn id="21" dur="1" fill="hold">
                                          <p:stCondLst>
                                            <p:cond delay="0"/>
                                          </p:stCondLst>
                                        </p:cTn>
                                        <p:tgtEl>
                                          <p:spTgt spid="87"/>
                                        </p:tgtEl>
                                        <p:attrNameLst>
                                          <p:attrName>style.visibility</p:attrName>
                                        </p:attrNameLst>
                                      </p:cBhvr>
                                      <p:to>
                                        <p:strVal val="visible"/>
                                      </p:to>
                                    </p:set>
                                    <p:animEffect transition="in" filter="fade">
                                      <p:cBhvr>
                                        <p:cTn id="22" dur="10"/>
                                        <p:tgtEl>
                                          <p:spTgt spid="8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9"/>
                                        </p:tgtEl>
                                        <p:attrNameLst>
                                          <p:attrName>style.visibility</p:attrName>
                                        </p:attrNameLst>
                                      </p:cBhvr>
                                      <p:to>
                                        <p:strVal val="visible"/>
                                      </p:to>
                                    </p:set>
                                    <p:animEffect transition="in" filter="fade">
                                      <p:cBhvr>
                                        <p:cTn id="27" dur="500"/>
                                        <p:tgtEl>
                                          <p:spTgt spid="7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8"/>
                                        </p:tgtEl>
                                        <p:attrNameLst>
                                          <p:attrName>style.visibility</p:attrName>
                                        </p:attrNameLst>
                                      </p:cBhvr>
                                      <p:to>
                                        <p:strVal val="visible"/>
                                      </p:to>
                                    </p:set>
                                    <p:animEffect transition="in" filter="fade">
                                      <p:cBhvr>
                                        <p:cTn id="30" dur="500"/>
                                        <p:tgtEl>
                                          <p:spTgt spid="78"/>
                                        </p:tgtEl>
                                      </p:cBhvr>
                                    </p:animEffect>
                                  </p:childTnLst>
                                </p:cTn>
                              </p:par>
                              <p:par>
                                <p:cTn id="31" presetID="10" presetClass="entr" presetSubtype="0" fill="hold" nodeType="withEffect">
                                  <p:stCondLst>
                                    <p:cond delay="0"/>
                                  </p:stCondLst>
                                  <p:childTnLst>
                                    <p:set>
                                      <p:cBhvr>
                                        <p:cTn id="32" dur="1" fill="hold">
                                          <p:stCondLst>
                                            <p:cond delay="0"/>
                                          </p:stCondLst>
                                        </p:cTn>
                                        <p:tgtEl>
                                          <p:spTgt spid="38"/>
                                        </p:tgtEl>
                                        <p:attrNameLst>
                                          <p:attrName>style.visibility</p:attrName>
                                        </p:attrNameLst>
                                      </p:cBhvr>
                                      <p:to>
                                        <p:strVal val="visible"/>
                                      </p:to>
                                    </p:set>
                                    <p:animEffect transition="in" filter="fade">
                                      <p:cBhvr>
                                        <p:cTn id="33" dur="500"/>
                                        <p:tgtEl>
                                          <p:spTgt spid="38"/>
                                        </p:tgtEl>
                                      </p:cBhvr>
                                    </p:animEffect>
                                  </p:childTnLst>
                                </p:cTn>
                              </p:par>
                              <p:par>
                                <p:cTn id="34" presetID="10" presetClass="entr" presetSubtype="0" fill="hold" nodeType="withEffect">
                                  <p:stCondLst>
                                    <p:cond delay="0"/>
                                  </p:stCondLst>
                                  <p:childTnLst>
                                    <p:set>
                                      <p:cBhvr>
                                        <p:cTn id="35" dur="1" fill="hold">
                                          <p:stCondLst>
                                            <p:cond delay="0"/>
                                          </p:stCondLst>
                                        </p:cTn>
                                        <p:tgtEl>
                                          <p:spTgt spid="39"/>
                                        </p:tgtEl>
                                        <p:attrNameLst>
                                          <p:attrName>style.visibility</p:attrName>
                                        </p:attrNameLst>
                                      </p:cBhvr>
                                      <p:to>
                                        <p:strVal val="visible"/>
                                      </p:to>
                                    </p:set>
                                    <p:animEffect transition="in" filter="fade">
                                      <p:cBhvr>
                                        <p:cTn id="36" dur="500"/>
                                        <p:tgtEl>
                                          <p:spTgt spid="39"/>
                                        </p:tgtEl>
                                      </p:cBhvr>
                                    </p:animEffect>
                                  </p:childTnLst>
                                </p:cTn>
                              </p:par>
                              <p:par>
                                <p:cTn id="37" presetID="10" presetClass="entr" presetSubtype="0" fill="hold" nodeType="withEffect">
                                  <p:stCondLst>
                                    <p:cond delay="0"/>
                                  </p:stCondLst>
                                  <p:childTnLst>
                                    <p:set>
                                      <p:cBhvr>
                                        <p:cTn id="38" dur="1" fill="hold">
                                          <p:stCondLst>
                                            <p:cond delay="0"/>
                                          </p:stCondLst>
                                        </p:cTn>
                                        <p:tgtEl>
                                          <p:spTgt spid="40"/>
                                        </p:tgtEl>
                                        <p:attrNameLst>
                                          <p:attrName>style.visibility</p:attrName>
                                        </p:attrNameLst>
                                      </p:cBhvr>
                                      <p:to>
                                        <p:strVal val="visible"/>
                                      </p:to>
                                    </p:set>
                                    <p:animEffect transition="in" filter="fade">
                                      <p:cBhvr>
                                        <p:cTn id="39" dur="500"/>
                                        <p:tgtEl>
                                          <p:spTgt spid="40"/>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2"/>
                                        </p:tgtEl>
                                        <p:attrNameLst>
                                          <p:attrName>style.visibility</p:attrName>
                                        </p:attrNameLst>
                                      </p:cBhvr>
                                      <p:to>
                                        <p:strVal val="visible"/>
                                      </p:to>
                                    </p:set>
                                    <p:animEffect transition="in" filter="fade">
                                      <p:cBhvr>
                                        <p:cTn id="42" dur="500"/>
                                        <p:tgtEl>
                                          <p:spTgt spid="42"/>
                                        </p:tgtEl>
                                      </p:cBhvr>
                                    </p:animEffect>
                                  </p:childTnLst>
                                </p:cTn>
                              </p:par>
                              <p:par>
                                <p:cTn id="43" presetID="10" presetClass="entr" presetSubtype="0" fill="hold" nodeType="withEffect">
                                  <p:stCondLst>
                                    <p:cond delay="0"/>
                                  </p:stCondLst>
                                  <p:childTnLst>
                                    <p:set>
                                      <p:cBhvr>
                                        <p:cTn id="44" dur="1" fill="hold">
                                          <p:stCondLst>
                                            <p:cond delay="0"/>
                                          </p:stCondLst>
                                        </p:cTn>
                                        <p:tgtEl>
                                          <p:spTgt spid="43"/>
                                        </p:tgtEl>
                                        <p:attrNameLst>
                                          <p:attrName>style.visibility</p:attrName>
                                        </p:attrNameLst>
                                      </p:cBhvr>
                                      <p:to>
                                        <p:strVal val="visible"/>
                                      </p:to>
                                    </p:set>
                                    <p:animEffect transition="in" filter="fade">
                                      <p:cBhvr>
                                        <p:cTn id="45" dur="500"/>
                                        <p:tgtEl>
                                          <p:spTgt spid="43"/>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47"/>
                                        </p:tgtEl>
                                        <p:attrNameLst>
                                          <p:attrName>style.visibility</p:attrName>
                                        </p:attrNameLst>
                                      </p:cBhvr>
                                      <p:to>
                                        <p:strVal val="visible"/>
                                      </p:to>
                                    </p:set>
                                    <p:animEffect transition="in" filter="fade">
                                      <p:cBhvr>
                                        <p:cTn id="48" dur="500"/>
                                        <p:tgtEl>
                                          <p:spTgt spid="47"/>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48"/>
                                        </p:tgtEl>
                                        <p:attrNameLst>
                                          <p:attrName>style.visibility</p:attrName>
                                        </p:attrNameLst>
                                      </p:cBhvr>
                                      <p:to>
                                        <p:strVal val="visible"/>
                                      </p:to>
                                    </p:set>
                                    <p:animEffect transition="in" filter="fade">
                                      <p:cBhvr>
                                        <p:cTn id="51" dur="500"/>
                                        <p:tgtEl>
                                          <p:spTgt spid="48"/>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51"/>
                                        </p:tgtEl>
                                        <p:attrNameLst>
                                          <p:attrName>style.visibility</p:attrName>
                                        </p:attrNameLst>
                                      </p:cBhvr>
                                      <p:to>
                                        <p:strVal val="visible"/>
                                      </p:to>
                                    </p:set>
                                    <p:animEffect transition="in" filter="fade">
                                      <p:cBhvr>
                                        <p:cTn id="54" dur="500"/>
                                        <p:tgtEl>
                                          <p:spTgt spid="5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52"/>
                                        </p:tgtEl>
                                        <p:attrNameLst>
                                          <p:attrName>style.visibility</p:attrName>
                                        </p:attrNameLst>
                                      </p:cBhvr>
                                      <p:to>
                                        <p:strVal val="visible"/>
                                      </p:to>
                                    </p:set>
                                    <p:animEffect transition="in" filter="fade">
                                      <p:cBhvr>
                                        <p:cTn id="57" dur="500"/>
                                        <p:tgtEl>
                                          <p:spTgt spid="5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53"/>
                                        </p:tgtEl>
                                        <p:attrNameLst>
                                          <p:attrName>style.visibility</p:attrName>
                                        </p:attrNameLst>
                                      </p:cBhvr>
                                      <p:to>
                                        <p:strVal val="visible"/>
                                      </p:to>
                                    </p:set>
                                    <p:animEffect transition="in" filter="fade">
                                      <p:cBhvr>
                                        <p:cTn id="60" dur="500"/>
                                        <p:tgtEl>
                                          <p:spTgt spid="5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54"/>
                                        </p:tgtEl>
                                        <p:attrNameLst>
                                          <p:attrName>style.visibility</p:attrName>
                                        </p:attrNameLst>
                                      </p:cBhvr>
                                      <p:to>
                                        <p:strVal val="visible"/>
                                      </p:to>
                                    </p:set>
                                    <p:animEffect transition="in" filter="fade">
                                      <p:cBhvr>
                                        <p:cTn id="63" dur="500"/>
                                        <p:tgtEl>
                                          <p:spTgt spid="5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81"/>
                                        </p:tgtEl>
                                        <p:attrNameLst>
                                          <p:attrName>style.visibility</p:attrName>
                                        </p:attrNameLst>
                                      </p:cBhvr>
                                      <p:to>
                                        <p:strVal val="visible"/>
                                      </p:to>
                                    </p:set>
                                    <p:animEffect transition="in" filter="fade">
                                      <p:cBhvr>
                                        <p:cTn id="66" dur="500"/>
                                        <p:tgtEl>
                                          <p:spTgt spid="8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93"/>
                                        </p:tgtEl>
                                        <p:attrNameLst>
                                          <p:attrName>style.visibility</p:attrName>
                                        </p:attrNameLst>
                                      </p:cBhvr>
                                      <p:to>
                                        <p:strVal val="visible"/>
                                      </p:to>
                                    </p:set>
                                    <p:animEffect transition="in" filter="fade">
                                      <p:cBhvr>
                                        <p:cTn id="71" dur="500"/>
                                        <p:tgtEl>
                                          <p:spTgt spid="93"/>
                                        </p:tgtEl>
                                      </p:cBhvr>
                                    </p:animEffect>
                                  </p:childTnLst>
                                </p:cTn>
                              </p:par>
                              <p:par>
                                <p:cTn id="72" presetID="10" presetClass="entr" presetSubtype="0" fill="hold" nodeType="withEffect">
                                  <p:stCondLst>
                                    <p:cond delay="0"/>
                                  </p:stCondLst>
                                  <p:childTnLst>
                                    <p:set>
                                      <p:cBhvr>
                                        <p:cTn id="73" dur="1" fill="hold">
                                          <p:stCondLst>
                                            <p:cond delay="0"/>
                                          </p:stCondLst>
                                        </p:cTn>
                                        <p:tgtEl>
                                          <p:spTgt spid="55"/>
                                        </p:tgtEl>
                                        <p:attrNameLst>
                                          <p:attrName>style.visibility</p:attrName>
                                        </p:attrNameLst>
                                      </p:cBhvr>
                                      <p:to>
                                        <p:strVal val="visible"/>
                                      </p:to>
                                    </p:set>
                                    <p:animEffect transition="in" filter="fade">
                                      <p:cBhvr>
                                        <p:cTn id="74" dur="500"/>
                                        <p:tgtEl>
                                          <p:spTgt spid="55"/>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74"/>
                                        </p:tgtEl>
                                        <p:attrNameLst>
                                          <p:attrName>style.visibility</p:attrName>
                                        </p:attrNameLst>
                                      </p:cBhvr>
                                      <p:to>
                                        <p:strVal val="visible"/>
                                      </p:to>
                                    </p:set>
                                    <p:animEffect transition="in" filter="fade">
                                      <p:cBhvr>
                                        <p:cTn id="77" dur="500"/>
                                        <p:tgtEl>
                                          <p:spTgt spid="7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65"/>
                                        </p:tgtEl>
                                        <p:attrNameLst>
                                          <p:attrName>style.visibility</p:attrName>
                                        </p:attrNameLst>
                                      </p:cBhvr>
                                      <p:to>
                                        <p:strVal val="visible"/>
                                      </p:to>
                                    </p:set>
                                    <p:animEffect transition="in" filter="fade">
                                      <p:cBhvr>
                                        <p:cTn id="80" dur="500"/>
                                        <p:tgtEl>
                                          <p:spTgt spid="65"/>
                                        </p:tgtEl>
                                      </p:cBhvr>
                                    </p:animEffect>
                                  </p:childTnLst>
                                </p:cTn>
                              </p:par>
                              <p:par>
                                <p:cTn id="81" presetID="10" presetClass="entr" presetSubtype="0" fill="hold" nodeType="withEffect">
                                  <p:stCondLst>
                                    <p:cond delay="0"/>
                                  </p:stCondLst>
                                  <p:childTnLst>
                                    <p:set>
                                      <p:cBhvr>
                                        <p:cTn id="82" dur="1" fill="hold">
                                          <p:stCondLst>
                                            <p:cond delay="0"/>
                                          </p:stCondLst>
                                        </p:cTn>
                                        <p:tgtEl>
                                          <p:spTgt spid="66"/>
                                        </p:tgtEl>
                                        <p:attrNameLst>
                                          <p:attrName>style.visibility</p:attrName>
                                        </p:attrNameLst>
                                      </p:cBhvr>
                                      <p:to>
                                        <p:strVal val="visible"/>
                                      </p:to>
                                    </p:set>
                                    <p:animEffect transition="in" filter="fade">
                                      <p:cBhvr>
                                        <p:cTn id="83" dur="500"/>
                                        <p:tgtEl>
                                          <p:spTgt spid="6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70"/>
                                        </p:tgtEl>
                                        <p:attrNameLst>
                                          <p:attrName>style.visibility</p:attrName>
                                        </p:attrNameLst>
                                      </p:cBhvr>
                                      <p:to>
                                        <p:strVal val="visible"/>
                                      </p:to>
                                    </p:set>
                                    <p:animEffect transition="in" filter="fade">
                                      <p:cBhvr>
                                        <p:cTn id="86" dur="500"/>
                                        <p:tgtEl>
                                          <p:spTgt spid="70"/>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71"/>
                                        </p:tgtEl>
                                        <p:attrNameLst>
                                          <p:attrName>style.visibility</p:attrName>
                                        </p:attrNameLst>
                                      </p:cBhvr>
                                      <p:to>
                                        <p:strVal val="visible"/>
                                      </p:to>
                                    </p:set>
                                    <p:animEffect transition="in" filter="fade">
                                      <p:cBhvr>
                                        <p:cTn id="89" dur="500"/>
                                        <p:tgtEl>
                                          <p:spTgt spid="71"/>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72"/>
                                        </p:tgtEl>
                                        <p:attrNameLst>
                                          <p:attrName>style.visibility</p:attrName>
                                        </p:attrNameLst>
                                      </p:cBhvr>
                                      <p:to>
                                        <p:strVal val="visible"/>
                                      </p:to>
                                    </p:set>
                                    <p:animEffect transition="in" filter="fade">
                                      <p:cBhvr>
                                        <p:cTn id="92" dur="500"/>
                                        <p:tgtEl>
                                          <p:spTgt spid="72"/>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73"/>
                                        </p:tgtEl>
                                        <p:attrNameLst>
                                          <p:attrName>style.visibility</p:attrName>
                                        </p:attrNameLst>
                                      </p:cBhvr>
                                      <p:to>
                                        <p:strVal val="visible"/>
                                      </p:to>
                                    </p:set>
                                    <p:animEffect transition="in" filter="fade">
                                      <p:cBhvr>
                                        <p:cTn id="95" dur="500"/>
                                        <p:tgtEl>
                                          <p:spTgt spid="73"/>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82"/>
                                        </p:tgtEl>
                                        <p:attrNameLst>
                                          <p:attrName>style.visibility</p:attrName>
                                        </p:attrNameLst>
                                      </p:cBhvr>
                                      <p:to>
                                        <p:strVal val="visible"/>
                                      </p:to>
                                    </p:set>
                                    <p:animEffect transition="in" filter="fade">
                                      <p:cBhvr>
                                        <p:cTn id="98" dur="500"/>
                                        <p:tgtEl>
                                          <p:spTgt spid="82"/>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83"/>
                                        </p:tgtEl>
                                        <p:attrNameLst>
                                          <p:attrName>style.visibility</p:attrName>
                                        </p:attrNameLst>
                                      </p:cBhvr>
                                      <p:to>
                                        <p:strVal val="visible"/>
                                      </p:to>
                                    </p:set>
                                    <p:animEffect transition="in" filter="fade">
                                      <p:cBhvr>
                                        <p:cTn id="101" dur="500"/>
                                        <p:tgtEl>
                                          <p:spTgt spid="83"/>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84"/>
                                        </p:tgtEl>
                                        <p:attrNameLst>
                                          <p:attrName>style.visibility</p:attrName>
                                        </p:attrNameLst>
                                      </p:cBhvr>
                                      <p:to>
                                        <p:strVal val="visible"/>
                                      </p:to>
                                    </p:set>
                                    <p:animEffect transition="in" filter="fade">
                                      <p:cBhvr>
                                        <p:cTn id="104"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 grpId="0" animBg="1"/>
      <p:bldP spid="42" grpId="0"/>
      <p:bldP spid="47" grpId="0"/>
      <p:bldP spid="48" grpId="0"/>
      <p:bldP spid="51" grpId="0"/>
      <p:bldP spid="52" grpId="0"/>
      <p:bldP spid="53" grpId="0"/>
      <p:bldP spid="54" grpId="0"/>
      <p:bldP spid="65" grpId="0"/>
      <p:bldP spid="70" grpId="0"/>
      <p:bldP spid="71" grpId="0"/>
      <p:bldP spid="72" grpId="0"/>
      <p:bldP spid="73" grpId="0"/>
      <p:bldP spid="78" grpId="0" animBg="1"/>
      <p:bldP spid="79" grpId="0"/>
      <p:bldP spid="81" grpId="0"/>
      <p:bldP spid="82" grpId="0"/>
      <p:bldP spid="83" grpId="0"/>
      <p:bldP spid="84" grpId="0"/>
      <p:bldP spid="93"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D227F138-2B3B-69A4-5A06-ABA6F4413A86}"/>
            </a:ext>
          </a:extLst>
        </p:cNvPr>
        <p:cNvGrpSpPr/>
        <p:nvPr/>
      </p:nvGrpSpPr>
      <p:grpSpPr>
        <a:xfrm>
          <a:off x="0" y="0"/>
          <a:ext cx="0" cy="0"/>
          <a:chOff x="0" y="0"/>
          <a:chExt cx="0" cy="0"/>
        </a:xfrm>
      </p:grpSpPr>
      <p:pic>
        <p:nvPicPr>
          <p:cNvPr id="8" name="Grafik 122">
            <a:extLst>
              <a:ext uri="{FF2B5EF4-FFF2-40B4-BE49-F238E27FC236}">
                <a16:creationId xmlns:a16="http://schemas.microsoft.com/office/drawing/2014/main" id="{801C3D28-9C05-594A-63AD-643D9E1E497A}"/>
              </a:ext>
            </a:extLst>
          </p:cNvPr>
          <p:cNvPicPr>
            <a:picLocks noChangeAspect="1"/>
          </p:cNvPicPr>
          <p:nvPr/>
        </p:nvPicPr>
        <p:blipFill>
          <a:blip r:embed="rId3"/>
          <a:stretch>
            <a:fillRect/>
          </a:stretch>
        </p:blipFill>
        <p:spPr>
          <a:xfrm>
            <a:off x="9038205" y="932644"/>
            <a:ext cx="1171815" cy="1171815"/>
          </a:xfrm>
          <a:prstGeom prst="rect">
            <a:avLst/>
          </a:prstGeom>
        </p:spPr>
      </p:pic>
      <p:pic>
        <p:nvPicPr>
          <p:cNvPr id="12" name="Grafik 122">
            <a:extLst>
              <a:ext uri="{FF2B5EF4-FFF2-40B4-BE49-F238E27FC236}">
                <a16:creationId xmlns:a16="http://schemas.microsoft.com/office/drawing/2014/main" id="{0A07101E-2B18-05DA-61F9-427DD86DD313}"/>
              </a:ext>
            </a:extLst>
          </p:cNvPr>
          <p:cNvPicPr>
            <a:picLocks noChangeAspect="1"/>
          </p:cNvPicPr>
          <p:nvPr/>
        </p:nvPicPr>
        <p:blipFill>
          <a:blip r:embed="rId3"/>
          <a:stretch>
            <a:fillRect/>
          </a:stretch>
        </p:blipFill>
        <p:spPr>
          <a:xfrm>
            <a:off x="9624111" y="1357480"/>
            <a:ext cx="1171815" cy="1171815"/>
          </a:xfrm>
          <a:prstGeom prst="rect">
            <a:avLst/>
          </a:prstGeom>
        </p:spPr>
      </p:pic>
      <p:pic>
        <p:nvPicPr>
          <p:cNvPr id="9" name="Grafik 122">
            <a:extLst>
              <a:ext uri="{FF2B5EF4-FFF2-40B4-BE49-F238E27FC236}">
                <a16:creationId xmlns:a16="http://schemas.microsoft.com/office/drawing/2014/main" id="{EDC2E767-C2A2-8CC6-DF28-8F6EFBDE066B}"/>
              </a:ext>
            </a:extLst>
          </p:cNvPr>
          <p:cNvPicPr>
            <a:picLocks noChangeAspect="1"/>
          </p:cNvPicPr>
          <p:nvPr/>
        </p:nvPicPr>
        <p:blipFill>
          <a:blip r:embed="rId3"/>
          <a:stretch>
            <a:fillRect/>
          </a:stretch>
        </p:blipFill>
        <p:spPr>
          <a:xfrm>
            <a:off x="7981833" y="1129340"/>
            <a:ext cx="1171815" cy="1171815"/>
          </a:xfrm>
          <a:prstGeom prst="rect">
            <a:avLst/>
          </a:prstGeom>
        </p:spPr>
      </p:pic>
      <p:grpSp>
        <p:nvGrpSpPr>
          <p:cNvPr id="13" name="Group 12">
            <a:extLst>
              <a:ext uri="{FF2B5EF4-FFF2-40B4-BE49-F238E27FC236}">
                <a16:creationId xmlns:a16="http://schemas.microsoft.com/office/drawing/2014/main" id="{6B945FCE-BF41-435C-31C6-38B86D91FCC9}"/>
              </a:ext>
            </a:extLst>
          </p:cNvPr>
          <p:cNvGrpSpPr/>
          <p:nvPr/>
        </p:nvGrpSpPr>
        <p:grpSpPr>
          <a:xfrm>
            <a:off x="1354508" y="961222"/>
            <a:ext cx="3176236" cy="2147393"/>
            <a:chOff x="2285378" y="2462941"/>
            <a:chExt cx="1463685" cy="989570"/>
          </a:xfrm>
        </p:grpSpPr>
        <p:pic>
          <p:nvPicPr>
            <p:cNvPr id="14" name="Picture 13">
              <a:extLst>
                <a:ext uri="{FF2B5EF4-FFF2-40B4-BE49-F238E27FC236}">
                  <a16:creationId xmlns:a16="http://schemas.microsoft.com/office/drawing/2014/main" id="{0E330DFB-FE4F-7239-ADF3-DEA2FAB2CDC6}"/>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4ABB03DE-F06F-D081-5193-7CB80842FAF0}"/>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C4415616-D83D-AC15-DBD3-254EC967514B}"/>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116F6400-0E65-0C6B-417D-B0234FE93FFB}"/>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8C93F5DD-EE73-9308-4D69-7993DF177E3D}"/>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9739A98A-ED29-AF07-AF34-4AAB76A6733E}"/>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69A8A22D-1E64-EC77-D146-C8718EFAA5BB}"/>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4A90998F-2F06-80B3-3B75-C1AA5A0B10F1}"/>
                </a:ext>
              </a:extLst>
            </p:cNvPr>
            <p:cNvPicPr>
              <a:picLocks noChangeAspect="1"/>
            </p:cNvPicPr>
            <p:nvPr/>
          </p:nvPicPr>
          <p:blipFill>
            <a:blip r:embed="rId11"/>
            <a:stretch>
              <a:fillRect/>
            </a:stretch>
          </p:blipFill>
          <p:spPr>
            <a:xfrm>
              <a:off x="2844532" y="2912511"/>
              <a:ext cx="540000" cy="540000"/>
            </a:xfrm>
            <a:prstGeom prst="rect">
              <a:avLst/>
            </a:prstGeom>
          </p:spPr>
        </p:pic>
      </p:grpSp>
      <p:pic>
        <p:nvPicPr>
          <p:cNvPr id="3" name="Grafik 122">
            <a:extLst>
              <a:ext uri="{FF2B5EF4-FFF2-40B4-BE49-F238E27FC236}">
                <a16:creationId xmlns:a16="http://schemas.microsoft.com/office/drawing/2014/main" id="{F865A236-961A-8278-7D86-B4EF2A0CCF12}"/>
              </a:ext>
            </a:extLst>
          </p:cNvPr>
          <p:cNvPicPr>
            <a:picLocks noChangeAspect="1"/>
          </p:cNvPicPr>
          <p:nvPr/>
        </p:nvPicPr>
        <p:blipFill>
          <a:blip r:embed="rId3"/>
          <a:stretch>
            <a:fillRect/>
          </a:stretch>
        </p:blipFill>
        <p:spPr>
          <a:xfrm>
            <a:off x="8567741" y="1451280"/>
            <a:ext cx="1171815" cy="1171815"/>
          </a:xfrm>
          <a:prstGeom prst="rect">
            <a:avLst/>
          </a:prstGeom>
        </p:spPr>
      </p:pic>
      <p:pic>
        <p:nvPicPr>
          <p:cNvPr id="10" name="Grafik 122">
            <a:extLst>
              <a:ext uri="{FF2B5EF4-FFF2-40B4-BE49-F238E27FC236}">
                <a16:creationId xmlns:a16="http://schemas.microsoft.com/office/drawing/2014/main" id="{7CC7312F-0193-131A-AA7C-2E46231C0B33}"/>
              </a:ext>
            </a:extLst>
          </p:cNvPr>
          <p:cNvPicPr>
            <a:picLocks noChangeAspect="1"/>
          </p:cNvPicPr>
          <p:nvPr/>
        </p:nvPicPr>
        <p:blipFill>
          <a:blip r:embed="rId3"/>
          <a:stretch>
            <a:fillRect/>
          </a:stretch>
        </p:blipFill>
        <p:spPr>
          <a:xfrm>
            <a:off x="7981832" y="1835665"/>
            <a:ext cx="1171815" cy="1171815"/>
          </a:xfrm>
          <a:prstGeom prst="rect">
            <a:avLst/>
          </a:prstGeom>
        </p:spPr>
      </p:pic>
      <p:pic>
        <p:nvPicPr>
          <p:cNvPr id="11" name="Grafik 122">
            <a:extLst>
              <a:ext uri="{FF2B5EF4-FFF2-40B4-BE49-F238E27FC236}">
                <a16:creationId xmlns:a16="http://schemas.microsoft.com/office/drawing/2014/main" id="{576AED5E-87EB-7EA1-DB5C-CDF7FAC13D6D}"/>
              </a:ext>
            </a:extLst>
          </p:cNvPr>
          <p:cNvPicPr>
            <a:picLocks noChangeAspect="1"/>
          </p:cNvPicPr>
          <p:nvPr/>
        </p:nvPicPr>
        <p:blipFill>
          <a:blip r:embed="rId3"/>
          <a:stretch>
            <a:fillRect/>
          </a:stretch>
        </p:blipFill>
        <p:spPr>
          <a:xfrm>
            <a:off x="8765201" y="2051109"/>
            <a:ext cx="1171815" cy="1171815"/>
          </a:xfrm>
          <a:prstGeom prst="rect">
            <a:avLst/>
          </a:prstGeom>
        </p:spPr>
      </p:pic>
      <p:pic>
        <p:nvPicPr>
          <p:cNvPr id="21" name="!!Grafik 122">
            <a:extLst>
              <a:ext uri="{FF2B5EF4-FFF2-40B4-BE49-F238E27FC236}">
                <a16:creationId xmlns:a16="http://schemas.microsoft.com/office/drawing/2014/main" id="{705E33A4-728E-4307-4E17-3B9F1CB9CD6A}"/>
              </a:ext>
            </a:extLst>
          </p:cNvPr>
          <p:cNvPicPr>
            <a:picLocks noChangeAspect="1"/>
          </p:cNvPicPr>
          <p:nvPr/>
        </p:nvPicPr>
        <p:blipFill>
          <a:blip r:embed="rId3"/>
          <a:stretch>
            <a:fillRect/>
          </a:stretch>
        </p:blipFill>
        <p:spPr>
          <a:xfrm>
            <a:off x="9469245" y="2118380"/>
            <a:ext cx="1171815" cy="1171815"/>
          </a:xfrm>
          <a:prstGeom prst="rect">
            <a:avLst/>
          </a:prstGeom>
        </p:spPr>
      </p:pic>
      <p:sp>
        <p:nvSpPr>
          <p:cNvPr id="30" name="!!Textfeld 98">
            <a:extLst>
              <a:ext uri="{FF2B5EF4-FFF2-40B4-BE49-F238E27FC236}">
                <a16:creationId xmlns:a16="http://schemas.microsoft.com/office/drawing/2014/main" id="{AA13922D-262A-DB40-F894-76996E5C7673}"/>
              </a:ext>
            </a:extLst>
          </p:cNvPr>
          <p:cNvSpPr txBox="1"/>
          <p:nvPr/>
        </p:nvSpPr>
        <p:spPr>
          <a:xfrm>
            <a:off x="622902" y="4002848"/>
            <a:ext cx="10970260" cy="707886"/>
          </a:xfrm>
          <a:prstGeom prst="rect">
            <a:avLst/>
          </a:prstGeom>
          <a:noFill/>
        </p:spPr>
        <p:txBody>
          <a:bodyPr wrap="square" rtlCol="0">
            <a:spAutoFit/>
          </a:bodyPr>
          <a:lstStyle/>
          <a:p>
            <a:pPr algn="ctr"/>
            <a:r>
              <a:rPr lang="en-US" sz="4000" b="1" dirty="0">
                <a:solidFill>
                  <a:schemeClr val="bg1"/>
                </a:solidFill>
                <a:latin typeface="Calibri" panose="020F0502020204030204" pitchFamily="34" charset="0"/>
                <a:cs typeface="Calibri" panose="020F0502020204030204" pitchFamily="34" charset="0"/>
              </a:rPr>
              <a:t>Cool, but what about individual LLMs?</a:t>
            </a:r>
            <a:endParaRPr lang="en-US" sz="4000" b="1" dirty="0">
              <a:solidFill>
                <a:schemeClr val="accent5">
                  <a:lumMod val="60000"/>
                  <a:lumOff val="40000"/>
                </a:schemeClr>
              </a:solidFill>
              <a:latin typeface="Calibri" panose="020F0502020204030204" pitchFamily="34" charset="0"/>
              <a:cs typeface="Calibri" panose="020F0502020204030204" pitchFamily="34" charset="0"/>
            </a:endParaRPr>
          </a:p>
        </p:txBody>
      </p:sp>
      <p:sp>
        <p:nvSpPr>
          <p:cNvPr id="4" name="Slide Number Placeholder 3">
            <a:extLst>
              <a:ext uri="{FF2B5EF4-FFF2-40B4-BE49-F238E27FC236}">
                <a16:creationId xmlns:a16="http://schemas.microsoft.com/office/drawing/2014/main" id="{ED0EB3AD-B7C5-2693-0A74-E5229822859A}"/>
              </a:ext>
            </a:extLst>
          </p:cNvPr>
          <p:cNvSpPr>
            <a:spLocks noGrp="1"/>
          </p:cNvSpPr>
          <p:nvPr>
            <p:ph type="sldNum" sz="quarter" idx="4"/>
          </p:nvPr>
        </p:nvSpPr>
        <p:spPr/>
        <p:txBody>
          <a:bodyPr/>
          <a:lstStyle/>
          <a:p>
            <a:fld id="{F8325A8C-A62D-5E4B-8AAC-68DD587E4A7D}" type="slidenum">
              <a:rPr lang="de-DE" smtClean="0"/>
              <a:t>22</a:t>
            </a:fld>
            <a:endParaRPr lang="de-DE" dirty="0"/>
          </a:p>
        </p:txBody>
      </p:sp>
      <p:sp>
        <p:nvSpPr>
          <p:cNvPr id="5" name="!!Textfeld 98">
            <a:extLst>
              <a:ext uri="{FF2B5EF4-FFF2-40B4-BE49-F238E27FC236}">
                <a16:creationId xmlns:a16="http://schemas.microsoft.com/office/drawing/2014/main" id="{9D044FC0-0353-8A20-6728-91B0ED377583}"/>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Comparing Human and LLM Results</a:t>
            </a:r>
            <a:endParaRPr lang="en-US" sz="3500" b="1" dirty="0">
              <a:solidFill>
                <a:schemeClr val="accent5">
                  <a:lumMod val="60000"/>
                  <a:lumOff val="4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65949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49A35C6A-5E80-10E6-3B26-BC9984C13AE4}"/>
            </a:ext>
          </a:extLst>
        </p:cNvPr>
        <p:cNvGrpSpPr/>
        <p:nvPr/>
      </p:nvGrpSpPr>
      <p:grpSpPr>
        <a:xfrm>
          <a:off x="0" y="0"/>
          <a:ext cx="0" cy="0"/>
          <a:chOff x="0" y="0"/>
          <a:chExt cx="0" cy="0"/>
        </a:xfrm>
      </p:grpSpPr>
      <p:sp>
        <p:nvSpPr>
          <p:cNvPr id="43" name="TextBox 42">
            <a:extLst>
              <a:ext uri="{FF2B5EF4-FFF2-40B4-BE49-F238E27FC236}">
                <a16:creationId xmlns:a16="http://schemas.microsoft.com/office/drawing/2014/main" id="{D286C760-C4F1-702D-1704-A8BE75B1E398}"/>
              </a:ext>
            </a:extLst>
          </p:cNvPr>
          <p:cNvSpPr txBox="1"/>
          <p:nvPr/>
        </p:nvSpPr>
        <p:spPr>
          <a:xfrm>
            <a:off x="5690143" y="2660929"/>
            <a:ext cx="7119658" cy="1015663"/>
          </a:xfrm>
          <a:prstGeom prst="rect">
            <a:avLst/>
          </a:prstGeom>
          <a:noFill/>
        </p:spPr>
        <p:txBody>
          <a:bodyPr wrap="square" rtlCol="0">
            <a:spAutoFit/>
          </a:bodyPr>
          <a:lstStyle/>
          <a:p>
            <a:pPr algn="ctr"/>
            <a:r>
              <a:rPr lang="en-US" sz="3000" dirty="0">
                <a:solidFill>
                  <a:schemeClr val="bg1"/>
                </a:solidFill>
                <a:latin typeface="Calibri" panose="020F0502020204030204" pitchFamily="34" charset="0"/>
                <a:cs typeface="Calibri" panose="020F0502020204030204" pitchFamily="34" charset="0"/>
              </a:rPr>
              <a:t>To measure </a:t>
            </a:r>
            <a:r>
              <a:rPr lang="en-US" sz="3000" b="1" dirty="0">
                <a:solidFill>
                  <a:srgbClr val="111C37"/>
                </a:solidFill>
                <a:latin typeface="Calibri" panose="020F0502020204030204" pitchFamily="34" charset="0"/>
                <a:cs typeface="Calibri" panose="020F0502020204030204" pitchFamily="34" charset="0"/>
              </a:rPr>
              <a:t>sensitivity alignment</a:t>
            </a:r>
            <a:r>
              <a:rPr lang="en-US" sz="3000" dirty="0">
                <a:solidFill>
                  <a:schemeClr val="bg1"/>
                </a:solidFill>
                <a:latin typeface="Calibri" panose="020F0502020204030204" pitchFamily="34" charset="0"/>
                <a:cs typeface="Calibri" panose="020F0502020204030204" pitchFamily="34" charset="0"/>
              </a:rPr>
              <a:t>,</a:t>
            </a:r>
          </a:p>
          <a:p>
            <a:pPr algn="ctr"/>
            <a:r>
              <a:rPr lang="en-US" sz="3000" dirty="0">
                <a:solidFill>
                  <a:schemeClr val="bg1"/>
                </a:solidFill>
                <a:latin typeface="Calibri" panose="020F0502020204030204" pitchFamily="34" charset="0"/>
                <a:cs typeface="Calibri" panose="020F0502020204030204" pitchFamily="34" charset="0"/>
              </a:rPr>
              <a:t>correlate </a:t>
            </a:r>
            <a:r>
              <a:rPr lang="en-US" sz="3000" dirty="0">
                <a:solidFill>
                  <a:srgbClr val="F6C96B"/>
                </a:solidFill>
                <a:latin typeface="Calibri" panose="020F0502020204030204" pitchFamily="34" charset="0"/>
                <a:cs typeface="Calibri" panose="020F0502020204030204" pitchFamily="34" charset="0"/>
              </a:rPr>
              <a:t>CPS</a:t>
            </a:r>
            <a:r>
              <a:rPr lang="en-US" sz="3000" dirty="0">
                <a:solidFill>
                  <a:schemeClr val="bg1"/>
                </a:solidFill>
                <a:latin typeface="Calibri" panose="020F0502020204030204" pitchFamily="34" charset="0"/>
                <a:cs typeface="Calibri" panose="020F0502020204030204" pitchFamily="34" charset="0"/>
              </a:rPr>
              <a:t> scores</a:t>
            </a:r>
            <a:endParaRPr lang="en-DE" sz="3000" dirty="0">
              <a:solidFill>
                <a:schemeClr val="bg1"/>
              </a:solidFill>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0AD4EBB9-9473-E618-55C4-5A5D6FCF3177}"/>
              </a:ext>
            </a:extLst>
          </p:cNvPr>
          <p:cNvSpPr txBox="1"/>
          <p:nvPr/>
        </p:nvSpPr>
        <p:spPr>
          <a:xfrm>
            <a:off x="-434966" y="2664390"/>
            <a:ext cx="7119658" cy="2400657"/>
          </a:xfrm>
          <a:prstGeom prst="rect">
            <a:avLst/>
          </a:prstGeom>
          <a:noFill/>
        </p:spPr>
        <p:txBody>
          <a:bodyPr wrap="square" rtlCol="0">
            <a:spAutoFit/>
          </a:bodyPr>
          <a:lstStyle/>
          <a:p>
            <a:pPr algn="ctr"/>
            <a:r>
              <a:rPr lang="en-US" sz="3000" dirty="0">
                <a:solidFill>
                  <a:schemeClr val="bg1"/>
                </a:solidFill>
                <a:latin typeface="Calibri" panose="020F0502020204030204" pitchFamily="34" charset="0"/>
                <a:cs typeface="Calibri" panose="020F0502020204030204" pitchFamily="34" charset="0"/>
              </a:rPr>
              <a:t>To measure </a:t>
            </a:r>
            <a:r>
              <a:rPr lang="en-US" sz="3000" b="1" dirty="0">
                <a:solidFill>
                  <a:srgbClr val="111C37"/>
                </a:solidFill>
                <a:latin typeface="Calibri" panose="020F0502020204030204" pitchFamily="34" charset="0"/>
                <a:cs typeface="Calibri" panose="020F0502020204030204" pitchFamily="34" charset="0"/>
              </a:rPr>
              <a:t>base agreement</a:t>
            </a:r>
            <a:r>
              <a:rPr lang="en-US" sz="3000" dirty="0">
                <a:solidFill>
                  <a:schemeClr val="bg1"/>
                </a:solidFill>
                <a:latin typeface="Calibri" panose="020F0502020204030204" pitchFamily="34" charset="0"/>
                <a:cs typeface="Calibri" panose="020F0502020204030204" pitchFamily="34" charset="0"/>
              </a:rPr>
              <a:t>, </a:t>
            </a:r>
          </a:p>
          <a:p>
            <a:pPr algn="ctr"/>
            <a:r>
              <a:rPr lang="en-US" sz="3000" dirty="0">
                <a:solidFill>
                  <a:schemeClr val="bg1"/>
                </a:solidFill>
                <a:latin typeface="Calibri" panose="020F0502020204030204" pitchFamily="34" charset="0"/>
                <a:cs typeface="Calibri" panose="020F0502020204030204" pitchFamily="34" charset="0"/>
              </a:rPr>
              <a:t>divide </a:t>
            </a:r>
            <a:r>
              <a:rPr lang="en-US" sz="3000" dirty="0">
                <a:solidFill>
                  <a:srgbClr val="D86ECC"/>
                </a:solidFill>
                <a:latin typeface="Calibri" panose="020F0502020204030204" pitchFamily="34" charset="0"/>
                <a:cs typeface="Calibri" panose="020F0502020204030204" pitchFamily="34" charset="0"/>
              </a:rPr>
              <a:t>base preferences </a:t>
            </a:r>
            <a:r>
              <a:rPr lang="en-US" sz="3000" dirty="0">
                <a:solidFill>
                  <a:schemeClr val="bg1"/>
                </a:solidFill>
                <a:latin typeface="Calibri" panose="020F0502020204030204" pitchFamily="34" charset="0"/>
                <a:cs typeface="Calibri" panose="020F0502020204030204" pitchFamily="34" charset="0"/>
              </a:rPr>
              <a:t>into 3 classes:</a:t>
            </a:r>
          </a:p>
          <a:p>
            <a:pPr algn="ctr"/>
            <a:r>
              <a:rPr lang="en-US" sz="3000" dirty="0">
                <a:solidFill>
                  <a:schemeClr val="bg1"/>
                </a:solidFill>
                <a:latin typeface="Calibri" panose="020F0502020204030204" pitchFamily="34" charset="0"/>
                <a:cs typeface="Calibri" panose="020F0502020204030204" pitchFamily="34" charset="0"/>
              </a:rPr>
              <a:t>P &gt; 0.6 </a:t>
            </a:r>
            <a:r>
              <a:rPr lang="en-US" sz="3000" dirty="0">
                <a:solidFill>
                  <a:schemeClr val="bg1"/>
                </a:solidFill>
                <a:latin typeface="Calibri" panose="020F0502020204030204" pitchFamily="34" charset="0"/>
                <a:cs typeface="Calibri" panose="020F0502020204030204" pitchFamily="34" charset="0"/>
                <a:sym typeface="Wingdings" pitchFamily="2" charset="2"/>
              </a:rPr>
              <a:t> rule-violating</a:t>
            </a:r>
          </a:p>
          <a:p>
            <a:pPr algn="ctr"/>
            <a:r>
              <a:rPr lang="en-US" sz="3000" dirty="0">
                <a:solidFill>
                  <a:schemeClr val="bg1"/>
                </a:solidFill>
                <a:latin typeface="Calibri" panose="020F0502020204030204" pitchFamily="34" charset="0"/>
                <a:cs typeface="Calibri" panose="020F0502020204030204" pitchFamily="34" charset="0"/>
                <a:sym typeface="Wingdings" pitchFamily="2" charset="2"/>
              </a:rPr>
              <a:t>0.4 &lt; P &lt; 0.6  ambiguous</a:t>
            </a:r>
          </a:p>
          <a:p>
            <a:pPr algn="ctr"/>
            <a:r>
              <a:rPr lang="en-US" sz="3000" dirty="0">
                <a:solidFill>
                  <a:schemeClr val="bg1"/>
                </a:solidFill>
                <a:latin typeface="Calibri" panose="020F0502020204030204" pitchFamily="34" charset="0"/>
                <a:cs typeface="Calibri" panose="020F0502020204030204" pitchFamily="34" charset="0"/>
                <a:sym typeface="Wingdings" pitchFamily="2" charset="2"/>
              </a:rPr>
              <a:t>P &lt; 0.4  rule-adhering</a:t>
            </a:r>
            <a:endParaRPr lang="en-DE" sz="3000" dirty="0">
              <a:solidFill>
                <a:schemeClr val="bg1"/>
              </a:solidFill>
              <a:latin typeface="Calibri" panose="020F0502020204030204" pitchFamily="34" charset="0"/>
              <a:cs typeface="Calibri" panose="020F0502020204030204" pitchFamily="34" charset="0"/>
            </a:endParaRPr>
          </a:p>
        </p:txBody>
      </p:sp>
      <p:sp>
        <p:nvSpPr>
          <p:cNvPr id="23" name="TextBox 22">
            <a:extLst>
              <a:ext uri="{FF2B5EF4-FFF2-40B4-BE49-F238E27FC236}">
                <a16:creationId xmlns:a16="http://schemas.microsoft.com/office/drawing/2014/main" id="{9809501B-E2FD-9263-E66C-C67B672E60F9}"/>
              </a:ext>
            </a:extLst>
          </p:cNvPr>
          <p:cNvSpPr txBox="1"/>
          <p:nvPr/>
        </p:nvSpPr>
        <p:spPr>
          <a:xfrm>
            <a:off x="8215728" y="2665170"/>
            <a:ext cx="3837792" cy="553998"/>
          </a:xfrm>
          <a:prstGeom prst="rect">
            <a:avLst/>
          </a:prstGeom>
          <a:noFill/>
        </p:spPr>
        <p:txBody>
          <a:bodyPr wrap="square" rtlCol="0">
            <a:spAutoFit/>
          </a:bodyPr>
          <a:lstStyle/>
          <a:p>
            <a:pPr algn="ctr"/>
            <a:r>
              <a:rPr lang="en-US" sz="3000" b="1" dirty="0">
                <a:solidFill>
                  <a:srgbClr val="F6C96B"/>
                </a:solidFill>
                <a:latin typeface="Calibri" panose="020F0502020204030204" pitchFamily="34" charset="0"/>
                <a:cs typeface="Calibri" panose="020F0502020204030204" pitchFamily="34" charset="0"/>
              </a:rPr>
              <a:t>sensitivity alignment</a:t>
            </a:r>
            <a:endParaRPr lang="en-US" sz="3000" dirty="0">
              <a:solidFill>
                <a:schemeClr val="bg1"/>
              </a:solidFill>
              <a:latin typeface="Calibri" panose="020F0502020204030204" pitchFamily="34" charset="0"/>
              <a:cs typeface="Calibri" panose="020F0502020204030204" pitchFamily="34" charset="0"/>
            </a:endParaRPr>
          </a:p>
        </p:txBody>
      </p:sp>
      <p:pic>
        <p:nvPicPr>
          <p:cNvPr id="26" name="Grafik 122">
            <a:extLst>
              <a:ext uri="{FF2B5EF4-FFF2-40B4-BE49-F238E27FC236}">
                <a16:creationId xmlns:a16="http://schemas.microsoft.com/office/drawing/2014/main" id="{1117AAFA-9E03-F4A5-284C-0624B7AF14A0}"/>
              </a:ext>
            </a:extLst>
          </p:cNvPr>
          <p:cNvPicPr>
            <a:picLocks noChangeAspect="1"/>
          </p:cNvPicPr>
          <p:nvPr/>
        </p:nvPicPr>
        <p:blipFill>
          <a:blip r:embed="rId3"/>
          <a:stretch>
            <a:fillRect/>
          </a:stretch>
        </p:blipFill>
        <p:spPr>
          <a:xfrm>
            <a:off x="11172062" y="242920"/>
            <a:ext cx="475128" cy="475128"/>
          </a:xfrm>
          <a:prstGeom prst="rect">
            <a:avLst/>
          </a:prstGeom>
        </p:spPr>
      </p:pic>
      <p:pic>
        <p:nvPicPr>
          <p:cNvPr id="27" name="Grafik 122">
            <a:extLst>
              <a:ext uri="{FF2B5EF4-FFF2-40B4-BE49-F238E27FC236}">
                <a16:creationId xmlns:a16="http://schemas.microsoft.com/office/drawing/2014/main" id="{F8D497ED-0BA7-8745-6392-ADAE7EF91F39}"/>
              </a:ext>
            </a:extLst>
          </p:cNvPr>
          <p:cNvPicPr>
            <a:picLocks noChangeAspect="1"/>
          </p:cNvPicPr>
          <p:nvPr/>
        </p:nvPicPr>
        <p:blipFill>
          <a:blip r:embed="rId3"/>
          <a:stretch>
            <a:fillRect/>
          </a:stretch>
        </p:blipFill>
        <p:spPr>
          <a:xfrm>
            <a:off x="11409625" y="415176"/>
            <a:ext cx="475128" cy="475128"/>
          </a:xfrm>
          <a:prstGeom prst="rect">
            <a:avLst/>
          </a:prstGeom>
        </p:spPr>
      </p:pic>
      <p:pic>
        <p:nvPicPr>
          <p:cNvPr id="28" name="Grafik 122">
            <a:extLst>
              <a:ext uri="{FF2B5EF4-FFF2-40B4-BE49-F238E27FC236}">
                <a16:creationId xmlns:a16="http://schemas.microsoft.com/office/drawing/2014/main" id="{FC49D109-59EA-0B2E-463C-7CE7CDAA29FF}"/>
              </a:ext>
            </a:extLst>
          </p:cNvPr>
          <p:cNvPicPr>
            <a:picLocks noChangeAspect="1"/>
          </p:cNvPicPr>
          <p:nvPr/>
        </p:nvPicPr>
        <p:blipFill>
          <a:blip r:embed="rId3"/>
          <a:stretch>
            <a:fillRect/>
          </a:stretch>
        </p:blipFill>
        <p:spPr>
          <a:xfrm>
            <a:off x="10743743" y="322673"/>
            <a:ext cx="475128" cy="475128"/>
          </a:xfrm>
          <a:prstGeom prst="rect">
            <a:avLst/>
          </a:prstGeom>
        </p:spPr>
      </p:pic>
      <p:pic>
        <p:nvPicPr>
          <p:cNvPr id="29" name="Grafik 122">
            <a:extLst>
              <a:ext uri="{FF2B5EF4-FFF2-40B4-BE49-F238E27FC236}">
                <a16:creationId xmlns:a16="http://schemas.microsoft.com/office/drawing/2014/main" id="{A904C62E-7571-EC2D-0D28-6D85561A9E9D}"/>
              </a:ext>
            </a:extLst>
          </p:cNvPr>
          <p:cNvPicPr>
            <a:picLocks noChangeAspect="1"/>
          </p:cNvPicPr>
          <p:nvPr/>
        </p:nvPicPr>
        <p:blipFill>
          <a:blip r:embed="rId3"/>
          <a:stretch>
            <a:fillRect/>
          </a:stretch>
        </p:blipFill>
        <p:spPr>
          <a:xfrm>
            <a:off x="10981306" y="453207"/>
            <a:ext cx="475128" cy="475128"/>
          </a:xfrm>
          <a:prstGeom prst="rect">
            <a:avLst/>
          </a:prstGeom>
        </p:spPr>
      </p:pic>
      <p:pic>
        <p:nvPicPr>
          <p:cNvPr id="30" name="Grafik 122">
            <a:extLst>
              <a:ext uri="{FF2B5EF4-FFF2-40B4-BE49-F238E27FC236}">
                <a16:creationId xmlns:a16="http://schemas.microsoft.com/office/drawing/2014/main" id="{329E53C1-FD2C-4BEF-A330-16E5825A335D}"/>
              </a:ext>
            </a:extLst>
          </p:cNvPr>
          <p:cNvPicPr>
            <a:picLocks noChangeAspect="1"/>
          </p:cNvPicPr>
          <p:nvPr/>
        </p:nvPicPr>
        <p:blipFill>
          <a:blip r:embed="rId3"/>
          <a:stretch>
            <a:fillRect/>
          </a:stretch>
        </p:blipFill>
        <p:spPr>
          <a:xfrm>
            <a:off x="10743742" y="609062"/>
            <a:ext cx="475128" cy="475128"/>
          </a:xfrm>
          <a:prstGeom prst="rect">
            <a:avLst/>
          </a:prstGeom>
        </p:spPr>
      </p:pic>
      <p:pic>
        <p:nvPicPr>
          <p:cNvPr id="31" name="Grafik 122">
            <a:extLst>
              <a:ext uri="{FF2B5EF4-FFF2-40B4-BE49-F238E27FC236}">
                <a16:creationId xmlns:a16="http://schemas.microsoft.com/office/drawing/2014/main" id="{47F56D49-1808-23CB-DFE8-375FD4F4057A}"/>
              </a:ext>
            </a:extLst>
          </p:cNvPr>
          <p:cNvPicPr>
            <a:picLocks noChangeAspect="1"/>
          </p:cNvPicPr>
          <p:nvPr/>
        </p:nvPicPr>
        <p:blipFill>
          <a:blip r:embed="rId3"/>
          <a:stretch>
            <a:fillRect/>
          </a:stretch>
        </p:blipFill>
        <p:spPr>
          <a:xfrm>
            <a:off x="11061369" y="696416"/>
            <a:ext cx="475128" cy="475128"/>
          </a:xfrm>
          <a:prstGeom prst="rect">
            <a:avLst/>
          </a:prstGeom>
        </p:spPr>
      </p:pic>
      <p:pic>
        <p:nvPicPr>
          <p:cNvPr id="32" name="!!Grafik 122">
            <a:extLst>
              <a:ext uri="{FF2B5EF4-FFF2-40B4-BE49-F238E27FC236}">
                <a16:creationId xmlns:a16="http://schemas.microsoft.com/office/drawing/2014/main" id="{65D6A67F-B084-40DB-DD31-4877ACAA84DB}"/>
              </a:ext>
            </a:extLst>
          </p:cNvPr>
          <p:cNvPicPr>
            <a:picLocks noChangeAspect="1"/>
          </p:cNvPicPr>
          <p:nvPr/>
        </p:nvPicPr>
        <p:blipFill>
          <a:blip r:embed="rId3"/>
          <a:stretch>
            <a:fillRect/>
          </a:stretch>
        </p:blipFill>
        <p:spPr>
          <a:xfrm>
            <a:off x="11346833" y="723692"/>
            <a:ext cx="475128" cy="475128"/>
          </a:xfrm>
          <a:prstGeom prst="rect">
            <a:avLst/>
          </a:prstGeom>
        </p:spPr>
      </p:pic>
      <p:grpSp>
        <p:nvGrpSpPr>
          <p:cNvPr id="33" name="Group 32">
            <a:extLst>
              <a:ext uri="{FF2B5EF4-FFF2-40B4-BE49-F238E27FC236}">
                <a16:creationId xmlns:a16="http://schemas.microsoft.com/office/drawing/2014/main" id="{F20FEF57-0CC0-D73B-349E-72C3C1FC813A}"/>
              </a:ext>
            </a:extLst>
          </p:cNvPr>
          <p:cNvGrpSpPr/>
          <p:nvPr/>
        </p:nvGrpSpPr>
        <p:grpSpPr>
          <a:xfrm>
            <a:off x="8871942" y="155878"/>
            <a:ext cx="1469828" cy="993723"/>
            <a:chOff x="2285378" y="2462941"/>
            <a:chExt cx="1463685" cy="989570"/>
          </a:xfrm>
        </p:grpSpPr>
        <p:pic>
          <p:nvPicPr>
            <p:cNvPr id="34" name="Picture 33">
              <a:extLst>
                <a:ext uri="{FF2B5EF4-FFF2-40B4-BE49-F238E27FC236}">
                  <a16:creationId xmlns:a16="http://schemas.microsoft.com/office/drawing/2014/main" id="{FF20A1C6-A07D-FD1D-9874-735086ECBDDE}"/>
                </a:ext>
              </a:extLst>
            </p:cNvPr>
            <p:cNvPicPr>
              <a:picLocks noChangeAspect="1"/>
            </p:cNvPicPr>
            <p:nvPr/>
          </p:nvPicPr>
          <p:blipFill>
            <a:blip r:embed="rId4"/>
            <a:stretch>
              <a:fillRect/>
            </a:stretch>
          </p:blipFill>
          <p:spPr>
            <a:xfrm>
              <a:off x="2456476" y="2524525"/>
              <a:ext cx="539206" cy="539206"/>
            </a:xfrm>
            <a:prstGeom prst="rect">
              <a:avLst/>
            </a:prstGeom>
          </p:spPr>
        </p:pic>
        <p:pic>
          <p:nvPicPr>
            <p:cNvPr id="35" name="Picture 34">
              <a:extLst>
                <a:ext uri="{FF2B5EF4-FFF2-40B4-BE49-F238E27FC236}">
                  <a16:creationId xmlns:a16="http://schemas.microsoft.com/office/drawing/2014/main" id="{A8B1C2BC-0280-7CFC-0C64-45D54E6E1BEA}"/>
                </a:ext>
              </a:extLst>
            </p:cNvPr>
            <p:cNvPicPr>
              <a:picLocks noChangeAspect="1"/>
            </p:cNvPicPr>
            <p:nvPr/>
          </p:nvPicPr>
          <p:blipFill>
            <a:blip r:embed="rId5"/>
            <a:stretch>
              <a:fillRect/>
            </a:stretch>
          </p:blipFill>
          <p:spPr>
            <a:xfrm>
              <a:off x="2806252" y="2462941"/>
              <a:ext cx="540000" cy="540000"/>
            </a:xfrm>
            <a:prstGeom prst="rect">
              <a:avLst/>
            </a:prstGeom>
          </p:spPr>
        </p:pic>
        <p:pic>
          <p:nvPicPr>
            <p:cNvPr id="36" name="Picture 35">
              <a:extLst>
                <a:ext uri="{FF2B5EF4-FFF2-40B4-BE49-F238E27FC236}">
                  <a16:creationId xmlns:a16="http://schemas.microsoft.com/office/drawing/2014/main" id="{F85F1EED-B6B8-6670-DF4F-3692BD0995B1}"/>
                </a:ext>
              </a:extLst>
            </p:cNvPr>
            <p:cNvPicPr>
              <a:picLocks noChangeAspect="1"/>
            </p:cNvPicPr>
            <p:nvPr/>
          </p:nvPicPr>
          <p:blipFill>
            <a:blip r:embed="rId6"/>
            <a:stretch>
              <a:fillRect/>
            </a:stretch>
          </p:blipFill>
          <p:spPr>
            <a:xfrm>
              <a:off x="2285378" y="2775735"/>
              <a:ext cx="540000" cy="540000"/>
            </a:xfrm>
            <a:prstGeom prst="rect">
              <a:avLst/>
            </a:prstGeom>
          </p:spPr>
        </p:pic>
        <p:pic>
          <p:nvPicPr>
            <p:cNvPr id="37" name="Grafik 99">
              <a:extLst>
                <a:ext uri="{FF2B5EF4-FFF2-40B4-BE49-F238E27FC236}">
                  <a16:creationId xmlns:a16="http://schemas.microsoft.com/office/drawing/2014/main" id="{B4DD78D4-A95A-38AA-3A74-F8C02FC2159C}"/>
                </a:ext>
              </a:extLst>
            </p:cNvPr>
            <p:cNvPicPr>
              <a:picLocks noChangeAspect="1"/>
            </p:cNvPicPr>
            <p:nvPr/>
          </p:nvPicPr>
          <p:blipFill>
            <a:blip r:embed="rId7"/>
            <a:stretch>
              <a:fillRect/>
            </a:stretch>
          </p:blipFill>
          <p:spPr>
            <a:xfrm>
              <a:off x="2661828" y="2710581"/>
              <a:ext cx="540000" cy="540000"/>
            </a:xfrm>
            <a:prstGeom prst="rect">
              <a:avLst/>
            </a:prstGeom>
          </p:spPr>
        </p:pic>
        <p:pic>
          <p:nvPicPr>
            <p:cNvPr id="38" name="Picture 37">
              <a:extLst>
                <a:ext uri="{FF2B5EF4-FFF2-40B4-BE49-F238E27FC236}">
                  <a16:creationId xmlns:a16="http://schemas.microsoft.com/office/drawing/2014/main" id="{871E2EC0-7506-C869-3E67-129462E5F00D}"/>
                </a:ext>
              </a:extLst>
            </p:cNvPr>
            <p:cNvPicPr>
              <a:picLocks noChangeAspect="1"/>
            </p:cNvPicPr>
            <p:nvPr/>
          </p:nvPicPr>
          <p:blipFill>
            <a:blip r:embed="rId8"/>
            <a:stretch>
              <a:fillRect/>
            </a:stretch>
          </p:blipFill>
          <p:spPr>
            <a:xfrm>
              <a:off x="2483537" y="2912299"/>
              <a:ext cx="540000" cy="540000"/>
            </a:xfrm>
            <a:prstGeom prst="rect">
              <a:avLst/>
            </a:prstGeom>
          </p:spPr>
        </p:pic>
        <p:pic>
          <p:nvPicPr>
            <p:cNvPr id="39" name="Picture 38">
              <a:extLst>
                <a:ext uri="{FF2B5EF4-FFF2-40B4-BE49-F238E27FC236}">
                  <a16:creationId xmlns:a16="http://schemas.microsoft.com/office/drawing/2014/main" id="{4D673FEC-B72F-0F9D-5795-F7132A9208BE}"/>
                </a:ext>
              </a:extLst>
            </p:cNvPr>
            <p:cNvPicPr>
              <a:picLocks noChangeAspect="1"/>
            </p:cNvPicPr>
            <p:nvPr/>
          </p:nvPicPr>
          <p:blipFill>
            <a:blip r:embed="rId9"/>
            <a:stretch>
              <a:fillRect/>
            </a:stretch>
          </p:blipFill>
          <p:spPr>
            <a:xfrm>
              <a:off x="3032461" y="2664659"/>
              <a:ext cx="540000" cy="540000"/>
            </a:xfrm>
            <a:prstGeom prst="rect">
              <a:avLst/>
            </a:prstGeom>
          </p:spPr>
        </p:pic>
        <p:pic>
          <p:nvPicPr>
            <p:cNvPr id="40" name="Picture 39">
              <a:extLst>
                <a:ext uri="{FF2B5EF4-FFF2-40B4-BE49-F238E27FC236}">
                  <a16:creationId xmlns:a16="http://schemas.microsoft.com/office/drawing/2014/main" id="{A578BDF4-0751-A854-1F4C-B9AD1DFD1CEC}"/>
                </a:ext>
              </a:extLst>
            </p:cNvPr>
            <p:cNvPicPr>
              <a:picLocks noChangeAspect="1"/>
            </p:cNvPicPr>
            <p:nvPr/>
          </p:nvPicPr>
          <p:blipFill>
            <a:blip r:embed="rId10"/>
            <a:stretch>
              <a:fillRect/>
            </a:stretch>
          </p:blipFill>
          <p:spPr>
            <a:xfrm>
              <a:off x="3209063" y="2882543"/>
              <a:ext cx="540000" cy="540000"/>
            </a:xfrm>
            <a:prstGeom prst="rect">
              <a:avLst/>
            </a:prstGeom>
          </p:spPr>
        </p:pic>
        <p:pic>
          <p:nvPicPr>
            <p:cNvPr id="41" name="Picture 40">
              <a:extLst>
                <a:ext uri="{FF2B5EF4-FFF2-40B4-BE49-F238E27FC236}">
                  <a16:creationId xmlns:a16="http://schemas.microsoft.com/office/drawing/2014/main" id="{678971FA-D961-DA49-0572-8D65AFC0FF86}"/>
                </a:ext>
              </a:extLst>
            </p:cNvPr>
            <p:cNvPicPr>
              <a:picLocks noChangeAspect="1"/>
            </p:cNvPicPr>
            <p:nvPr/>
          </p:nvPicPr>
          <p:blipFill>
            <a:blip r:embed="rId11"/>
            <a:stretch>
              <a:fillRect/>
            </a:stretch>
          </p:blipFill>
          <p:spPr>
            <a:xfrm>
              <a:off x="2844532" y="2912511"/>
              <a:ext cx="540000" cy="540000"/>
            </a:xfrm>
            <a:prstGeom prst="rect">
              <a:avLst/>
            </a:prstGeom>
          </p:spPr>
        </p:pic>
      </p:grpSp>
      <p:sp>
        <p:nvSpPr>
          <p:cNvPr id="42" name="Slide Number Placeholder 41">
            <a:extLst>
              <a:ext uri="{FF2B5EF4-FFF2-40B4-BE49-F238E27FC236}">
                <a16:creationId xmlns:a16="http://schemas.microsoft.com/office/drawing/2014/main" id="{A5671725-27BF-90D7-AD83-77730E803E7A}"/>
              </a:ext>
            </a:extLst>
          </p:cNvPr>
          <p:cNvSpPr>
            <a:spLocks noGrp="1"/>
          </p:cNvSpPr>
          <p:nvPr>
            <p:ph type="sldNum" sz="quarter" idx="4"/>
          </p:nvPr>
        </p:nvSpPr>
        <p:spPr/>
        <p:txBody>
          <a:bodyPr/>
          <a:lstStyle/>
          <a:p>
            <a:fld id="{F8325A8C-A62D-5E4B-8AAC-68DD587E4A7D}" type="slidenum">
              <a:rPr lang="de-DE" smtClean="0"/>
              <a:t>23</a:t>
            </a:fld>
            <a:endParaRPr lang="de-DE" dirty="0"/>
          </a:p>
        </p:txBody>
      </p:sp>
      <p:sp>
        <p:nvSpPr>
          <p:cNvPr id="6" name="TextBox 5">
            <a:extLst>
              <a:ext uri="{FF2B5EF4-FFF2-40B4-BE49-F238E27FC236}">
                <a16:creationId xmlns:a16="http://schemas.microsoft.com/office/drawing/2014/main" id="{DB71421A-7D35-4B5F-15A3-EE99E221C362}"/>
              </a:ext>
            </a:extLst>
          </p:cNvPr>
          <p:cNvSpPr txBox="1"/>
          <p:nvPr/>
        </p:nvSpPr>
        <p:spPr>
          <a:xfrm>
            <a:off x="2469969" y="2666081"/>
            <a:ext cx="3089914" cy="553998"/>
          </a:xfrm>
          <a:prstGeom prst="rect">
            <a:avLst/>
          </a:prstGeom>
          <a:noFill/>
        </p:spPr>
        <p:txBody>
          <a:bodyPr wrap="square" rtlCol="0">
            <a:spAutoFit/>
          </a:bodyPr>
          <a:lstStyle/>
          <a:p>
            <a:pPr algn="ctr"/>
            <a:r>
              <a:rPr lang="en-US" sz="3000" b="1" dirty="0">
                <a:solidFill>
                  <a:srgbClr val="D86ECC"/>
                </a:solidFill>
                <a:latin typeface="Calibri" panose="020F0502020204030204" pitchFamily="34" charset="0"/>
                <a:cs typeface="Calibri" panose="020F0502020204030204" pitchFamily="34" charset="0"/>
              </a:rPr>
              <a:t>base agreement</a:t>
            </a:r>
            <a:endParaRPr lang="en-US" sz="3000" dirty="0">
              <a:solidFill>
                <a:srgbClr val="D86ECC"/>
              </a:solidFill>
              <a:latin typeface="Calibri" panose="020F0502020204030204" pitchFamily="34" charset="0"/>
              <a:cs typeface="Calibri" panose="020F0502020204030204" pitchFamily="34" charset="0"/>
            </a:endParaRPr>
          </a:p>
        </p:txBody>
      </p:sp>
      <p:sp>
        <p:nvSpPr>
          <p:cNvPr id="5" name="!!Textfeld 98">
            <a:extLst>
              <a:ext uri="{FF2B5EF4-FFF2-40B4-BE49-F238E27FC236}">
                <a16:creationId xmlns:a16="http://schemas.microsoft.com/office/drawing/2014/main" id="{86BA82C2-2325-4028-CCD7-8AFDAD3816A3}"/>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Comparing Human and LLM Results</a:t>
            </a:r>
            <a:endParaRPr lang="en-US" sz="3500" b="1" dirty="0">
              <a:solidFill>
                <a:schemeClr val="accent5">
                  <a:lumMod val="60000"/>
                  <a:lumOff val="40000"/>
                </a:schemeClr>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5752644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3"/>
                                        </p:tgtEl>
                                        <p:attrNameLst>
                                          <p:attrName>style.visibility</p:attrName>
                                        </p:attrNameLst>
                                      </p:cBhvr>
                                      <p:to>
                                        <p:strVal val="visible"/>
                                      </p:to>
                                    </p:set>
                                    <p:animEffect transition="in" filter="fade">
                                      <p:cBhvr>
                                        <p:cTn id="15" dur="500"/>
                                        <p:tgtEl>
                                          <p:spTgt spid="4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fade">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3" grpId="0"/>
      <p:bldP spid="23" grpId="0"/>
      <p:bldP spid="6" grpId="0"/>
    </p:bld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070C3166-D7F8-81F9-02B0-32B33A4C453B}"/>
            </a:ext>
          </a:extLst>
        </p:cNvPr>
        <p:cNvGrpSpPr/>
        <p:nvPr/>
      </p:nvGrpSpPr>
      <p:grpSpPr>
        <a:xfrm>
          <a:off x="0" y="0"/>
          <a:ext cx="0" cy="0"/>
          <a:chOff x="0" y="0"/>
          <a:chExt cx="0" cy="0"/>
        </a:xfrm>
      </p:grpSpPr>
      <p:sp>
        <p:nvSpPr>
          <p:cNvPr id="47" name="!!Rounded Rectangle 48">
            <a:extLst>
              <a:ext uri="{FF2B5EF4-FFF2-40B4-BE49-F238E27FC236}">
                <a16:creationId xmlns:a16="http://schemas.microsoft.com/office/drawing/2014/main" id="{8D3125B1-3F11-5C8B-9C77-45A5D24286EC}"/>
              </a:ext>
            </a:extLst>
          </p:cNvPr>
          <p:cNvSpPr/>
          <p:nvPr/>
        </p:nvSpPr>
        <p:spPr>
          <a:xfrm>
            <a:off x="6426916" y="5438987"/>
            <a:ext cx="5130297" cy="890780"/>
          </a:xfrm>
          <a:custGeom>
            <a:avLst/>
            <a:gdLst>
              <a:gd name="csX0" fmla="*/ 0 w 5130297"/>
              <a:gd name="csY0" fmla="*/ 148466 h 890780"/>
              <a:gd name="csX1" fmla="*/ 148466 w 5130297"/>
              <a:gd name="csY1" fmla="*/ 0 h 890780"/>
              <a:gd name="csX2" fmla="*/ 887280 w 5130297"/>
              <a:gd name="csY2" fmla="*/ 0 h 890780"/>
              <a:gd name="csX3" fmla="*/ 1432760 w 5130297"/>
              <a:gd name="csY3" fmla="*/ 0 h 890780"/>
              <a:gd name="csX4" fmla="*/ 2123241 w 5130297"/>
              <a:gd name="csY4" fmla="*/ 0 h 890780"/>
              <a:gd name="csX5" fmla="*/ 2717054 w 5130297"/>
              <a:gd name="csY5" fmla="*/ 0 h 890780"/>
              <a:gd name="csX6" fmla="*/ 3455869 w 5130297"/>
              <a:gd name="csY6" fmla="*/ 0 h 890780"/>
              <a:gd name="csX7" fmla="*/ 4049682 w 5130297"/>
              <a:gd name="csY7" fmla="*/ 0 h 890780"/>
              <a:gd name="csX8" fmla="*/ 4981831 w 5130297"/>
              <a:gd name="csY8" fmla="*/ 0 h 890780"/>
              <a:gd name="csX9" fmla="*/ 5130297 w 5130297"/>
              <a:gd name="csY9" fmla="*/ 148466 h 890780"/>
              <a:gd name="csX10" fmla="*/ 5130297 w 5130297"/>
              <a:gd name="csY10" fmla="*/ 742314 h 890780"/>
              <a:gd name="csX11" fmla="*/ 4981831 w 5130297"/>
              <a:gd name="csY11" fmla="*/ 890780 h 890780"/>
              <a:gd name="csX12" fmla="*/ 4194683 w 5130297"/>
              <a:gd name="csY12" fmla="*/ 890780 h 890780"/>
              <a:gd name="csX13" fmla="*/ 3600870 w 5130297"/>
              <a:gd name="csY13" fmla="*/ 890780 h 890780"/>
              <a:gd name="csX14" fmla="*/ 3055390 w 5130297"/>
              <a:gd name="csY14" fmla="*/ 890780 h 890780"/>
              <a:gd name="csX15" fmla="*/ 2461576 w 5130297"/>
              <a:gd name="csY15" fmla="*/ 890780 h 890780"/>
              <a:gd name="csX16" fmla="*/ 1819429 w 5130297"/>
              <a:gd name="csY16" fmla="*/ 890780 h 890780"/>
              <a:gd name="csX17" fmla="*/ 1128949 w 5130297"/>
              <a:gd name="csY17" fmla="*/ 890780 h 890780"/>
              <a:gd name="csX18" fmla="*/ 148466 w 5130297"/>
              <a:gd name="csY18" fmla="*/ 890780 h 890780"/>
              <a:gd name="csX19" fmla="*/ 0 w 5130297"/>
              <a:gd name="csY19" fmla="*/ 742314 h 890780"/>
              <a:gd name="csX20" fmla="*/ 0 w 5130297"/>
              <a:gd name="csY20" fmla="*/ 148466 h 890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130297" h="890780" fill="none" extrusionOk="0">
                <a:moveTo>
                  <a:pt x="0" y="148466"/>
                </a:moveTo>
                <a:cubicBezTo>
                  <a:pt x="5440" y="77241"/>
                  <a:pt x="62827" y="1921"/>
                  <a:pt x="148466" y="0"/>
                </a:cubicBezTo>
                <a:cubicBezTo>
                  <a:pt x="342331" y="-27000"/>
                  <a:pt x="651071" y="30667"/>
                  <a:pt x="887280" y="0"/>
                </a:cubicBezTo>
                <a:cubicBezTo>
                  <a:pt x="1123489" y="-30667"/>
                  <a:pt x="1192894" y="22344"/>
                  <a:pt x="1432760" y="0"/>
                </a:cubicBezTo>
                <a:cubicBezTo>
                  <a:pt x="1672626" y="-22344"/>
                  <a:pt x="1925670" y="-6096"/>
                  <a:pt x="2123241" y="0"/>
                </a:cubicBezTo>
                <a:cubicBezTo>
                  <a:pt x="2320812" y="6096"/>
                  <a:pt x="2597921" y="-28595"/>
                  <a:pt x="2717054" y="0"/>
                </a:cubicBezTo>
                <a:cubicBezTo>
                  <a:pt x="2836187" y="28595"/>
                  <a:pt x="3249290" y="15030"/>
                  <a:pt x="3455869" y="0"/>
                </a:cubicBezTo>
                <a:cubicBezTo>
                  <a:pt x="3662448" y="-15030"/>
                  <a:pt x="3798581" y="-2799"/>
                  <a:pt x="4049682" y="0"/>
                </a:cubicBezTo>
                <a:cubicBezTo>
                  <a:pt x="4300783" y="2799"/>
                  <a:pt x="4769419" y="37851"/>
                  <a:pt x="4981831" y="0"/>
                </a:cubicBezTo>
                <a:cubicBezTo>
                  <a:pt x="5062279" y="1567"/>
                  <a:pt x="5126699" y="74169"/>
                  <a:pt x="5130297" y="148466"/>
                </a:cubicBezTo>
                <a:cubicBezTo>
                  <a:pt x="5106124" y="298557"/>
                  <a:pt x="5157030" y="502458"/>
                  <a:pt x="5130297" y="742314"/>
                </a:cubicBezTo>
                <a:cubicBezTo>
                  <a:pt x="5128369" y="825391"/>
                  <a:pt x="5069159" y="905227"/>
                  <a:pt x="4981831" y="890780"/>
                </a:cubicBezTo>
                <a:cubicBezTo>
                  <a:pt x="4657640" y="929264"/>
                  <a:pt x="4360830" y="925594"/>
                  <a:pt x="4194683" y="890780"/>
                </a:cubicBezTo>
                <a:cubicBezTo>
                  <a:pt x="4028536" y="855966"/>
                  <a:pt x="3885906" y="877980"/>
                  <a:pt x="3600870" y="890780"/>
                </a:cubicBezTo>
                <a:cubicBezTo>
                  <a:pt x="3315834" y="903580"/>
                  <a:pt x="3185488" y="868124"/>
                  <a:pt x="3055390" y="890780"/>
                </a:cubicBezTo>
                <a:cubicBezTo>
                  <a:pt x="2925292" y="913436"/>
                  <a:pt x="2641569" y="868319"/>
                  <a:pt x="2461576" y="890780"/>
                </a:cubicBezTo>
                <a:cubicBezTo>
                  <a:pt x="2281583" y="913241"/>
                  <a:pt x="2104465" y="902654"/>
                  <a:pt x="1819429" y="890780"/>
                </a:cubicBezTo>
                <a:cubicBezTo>
                  <a:pt x="1534393" y="878906"/>
                  <a:pt x="1383204" y="923336"/>
                  <a:pt x="1128949" y="890780"/>
                </a:cubicBezTo>
                <a:cubicBezTo>
                  <a:pt x="874694" y="858224"/>
                  <a:pt x="546663" y="852664"/>
                  <a:pt x="148466" y="890780"/>
                </a:cubicBezTo>
                <a:cubicBezTo>
                  <a:pt x="71154" y="902821"/>
                  <a:pt x="11529" y="829674"/>
                  <a:pt x="0" y="742314"/>
                </a:cubicBezTo>
                <a:cubicBezTo>
                  <a:pt x="-25663" y="542359"/>
                  <a:pt x="9436" y="287648"/>
                  <a:pt x="0" y="148466"/>
                </a:cubicBezTo>
                <a:close/>
              </a:path>
              <a:path w="5130297" h="890780" stroke="0" extrusionOk="0">
                <a:moveTo>
                  <a:pt x="0" y="148466"/>
                </a:moveTo>
                <a:cubicBezTo>
                  <a:pt x="-12093" y="59011"/>
                  <a:pt x="52837" y="5117"/>
                  <a:pt x="148466" y="0"/>
                </a:cubicBezTo>
                <a:cubicBezTo>
                  <a:pt x="318829" y="-34442"/>
                  <a:pt x="601797" y="31134"/>
                  <a:pt x="935614" y="0"/>
                </a:cubicBezTo>
                <a:cubicBezTo>
                  <a:pt x="1269431" y="-31134"/>
                  <a:pt x="1425156" y="29624"/>
                  <a:pt x="1577761" y="0"/>
                </a:cubicBezTo>
                <a:cubicBezTo>
                  <a:pt x="1730366" y="-29624"/>
                  <a:pt x="1875787" y="-10329"/>
                  <a:pt x="2171574" y="0"/>
                </a:cubicBezTo>
                <a:cubicBezTo>
                  <a:pt x="2467361" y="10329"/>
                  <a:pt x="2542731" y="34303"/>
                  <a:pt x="2910389" y="0"/>
                </a:cubicBezTo>
                <a:cubicBezTo>
                  <a:pt x="3278047" y="-34303"/>
                  <a:pt x="3351714" y="-19855"/>
                  <a:pt x="3552536" y="0"/>
                </a:cubicBezTo>
                <a:cubicBezTo>
                  <a:pt x="3753358" y="19855"/>
                  <a:pt x="4004557" y="10452"/>
                  <a:pt x="4339684" y="0"/>
                </a:cubicBezTo>
                <a:cubicBezTo>
                  <a:pt x="4674811" y="-10452"/>
                  <a:pt x="4758484" y="17863"/>
                  <a:pt x="4981831" y="0"/>
                </a:cubicBezTo>
                <a:cubicBezTo>
                  <a:pt x="5055837" y="13218"/>
                  <a:pt x="5120470" y="55072"/>
                  <a:pt x="5130297" y="148466"/>
                </a:cubicBezTo>
                <a:cubicBezTo>
                  <a:pt x="5125402" y="396689"/>
                  <a:pt x="5127351" y="504660"/>
                  <a:pt x="5130297" y="742314"/>
                </a:cubicBezTo>
                <a:cubicBezTo>
                  <a:pt x="5134407" y="830429"/>
                  <a:pt x="5065721" y="910393"/>
                  <a:pt x="4981831" y="890780"/>
                </a:cubicBezTo>
                <a:cubicBezTo>
                  <a:pt x="4787642" y="873493"/>
                  <a:pt x="4561856" y="908966"/>
                  <a:pt x="4436351" y="890780"/>
                </a:cubicBezTo>
                <a:cubicBezTo>
                  <a:pt x="4310846" y="872594"/>
                  <a:pt x="3811500" y="880518"/>
                  <a:pt x="3649203" y="890780"/>
                </a:cubicBezTo>
                <a:cubicBezTo>
                  <a:pt x="3486906" y="901042"/>
                  <a:pt x="3318329" y="911193"/>
                  <a:pt x="3055390" y="890780"/>
                </a:cubicBezTo>
                <a:cubicBezTo>
                  <a:pt x="2792451" y="870367"/>
                  <a:pt x="2503680" y="873822"/>
                  <a:pt x="2364909" y="890780"/>
                </a:cubicBezTo>
                <a:cubicBezTo>
                  <a:pt x="2226138" y="907738"/>
                  <a:pt x="1861465" y="854842"/>
                  <a:pt x="1577761" y="890780"/>
                </a:cubicBezTo>
                <a:cubicBezTo>
                  <a:pt x="1294057" y="926718"/>
                  <a:pt x="1056761" y="860195"/>
                  <a:pt x="887280" y="890780"/>
                </a:cubicBezTo>
                <a:cubicBezTo>
                  <a:pt x="717799" y="921365"/>
                  <a:pt x="345868" y="886021"/>
                  <a:pt x="148466" y="890780"/>
                </a:cubicBezTo>
                <a:cubicBezTo>
                  <a:pt x="60427" y="891029"/>
                  <a:pt x="1134" y="822266"/>
                  <a:pt x="0" y="742314"/>
                </a:cubicBezTo>
                <a:cubicBezTo>
                  <a:pt x="12583" y="548095"/>
                  <a:pt x="-16714" y="387957"/>
                  <a:pt x="0" y="14846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C7256313-13B2-80C5-9233-13F5FAFB8AAC}"/>
              </a:ext>
            </a:extLst>
          </p:cNvPr>
          <p:cNvGrpSpPr/>
          <p:nvPr/>
        </p:nvGrpSpPr>
        <p:grpSpPr>
          <a:xfrm>
            <a:off x="8871942" y="155878"/>
            <a:ext cx="1469828" cy="993723"/>
            <a:chOff x="2285378" y="2462941"/>
            <a:chExt cx="1463685" cy="989570"/>
          </a:xfrm>
        </p:grpSpPr>
        <p:pic>
          <p:nvPicPr>
            <p:cNvPr id="14" name="Picture 13">
              <a:extLst>
                <a:ext uri="{FF2B5EF4-FFF2-40B4-BE49-F238E27FC236}">
                  <a16:creationId xmlns:a16="http://schemas.microsoft.com/office/drawing/2014/main" id="{4727A4FF-B20C-D68C-73A1-4AB1B4E17213}"/>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F5400D6F-DAAC-2D61-8CFF-AE29AFE10473}"/>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95551AE3-D30E-4E58-97C5-D674637101F5}"/>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C835A546-9918-BC16-6665-BD8B370E7A9C}"/>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4F2AA6E8-109E-A392-0F73-4C4A2C169AF3}"/>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8DFD1C91-AFC3-9764-1764-0195D85875BB}"/>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E927077E-1270-65AD-DEF2-4FCD346F24AE}"/>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C8369AFC-6C9D-8D63-A925-632558D1B439}"/>
                </a:ext>
              </a:extLst>
            </p:cNvPr>
            <p:cNvPicPr>
              <a:picLocks noChangeAspect="1"/>
            </p:cNvPicPr>
            <p:nvPr/>
          </p:nvPicPr>
          <p:blipFill>
            <a:blip r:embed="rId10"/>
            <a:stretch>
              <a:fillRect/>
            </a:stretch>
          </p:blipFill>
          <p:spPr>
            <a:xfrm>
              <a:off x="2844532" y="2912511"/>
              <a:ext cx="540000" cy="540000"/>
            </a:xfrm>
            <a:prstGeom prst="rect">
              <a:avLst/>
            </a:prstGeom>
          </p:spPr>
        </p:pic>
      </p:grpSp>
      <p:pic>
        <p:nvPicPr>
          <p:cNvPr id="8" name="Grafik 122">
            <a:extLst>
              <a:ext uri="{FF2B5EF4-FFF2-40B4-BE49-F238E27FC236}">
                <a16:creationId xmlns:a16="http://schemas.microsoft.com/office/drawing/2014/main" id="{A1316C0C-3312-8504-2972-F76C438B9594}"/>
              </a:ext>
            </a:extLst>
          </p:cNvPr>
          <p:cNvPicPr>
            <a:picLocks noChangeAspect="1"/>
          </p:cNvPicPr>
          <p:nvPr/>
        </p:nvPicPr>
        <p:blipFill>
          <a:blip r:embed="rId11"/>
          <a:stretch>
            <a:fillRect/>
          </a:stretch>
        </p:blipFill>
        <p:spPr>
          <a:xfrm>
            <a:off x="11172062" y="242920"/>
            <a:ext cx="475128" cy="475128"/>
          </a:xfrm>
          <a:prstGeom prst="rect">
            <a:avLst/>
          </a:prstGeom>
        </p:spPr>
      </p:pic>
      <p:pic>
        <p:nvPicPr>
          <p:cNvPr id="12" name="Grafik 122">
            <a:extLst>
              <a:ext uri="{FF2B5EF4-FFF2-40B4-BE49-F238E27FC236}">
                <a16:creationId xmlns:a16="http://schemas.microsoft.com/office/drawing/2014/main" id="{54C40BDC-755B-D2FF-100B-855679B39DBA}"/>
              </a:ext>
            </a:extLst>
          </p:cNvPr>
          <p:cNvPicPr>
            <a:picLocks noChangeAspect="1"/>
          </p:cNvPicPr>
          <p:nvPr/>
        </p:nvPicPr>
        <p:blipFill>
          <a:blip r:embed="rId11"/>
          <a:stretch>
            <a:fillRect/>
          </a:stretch>
        </p:blipFill>
        <p:spPr>
          <a:xfrm>
            <a:off x="11409625" y="415176"/>
            <a:ext cx="475128" cy="475128"/>
          </a:xfrm>
          <a:prstGeom prst="rect">
            <a:avLst/>
          </a:prstGeom>
        </p:spPr>
      </p:pic>
      <p:pic>
        <p:nvPicPr>
          <p:cNvPr id="9" name="Grafik 122">
            <a:extLst>
              <a:ext uri="{FF2B5EF4-FFF2-40B4-BE49-F238E27FC236}">
                <a16:creationId xmlns:a16="http://schemas.microsoft.com/office/drawing/2014/main" id="{4B9E151B-0D27-C104-3D2C-ABFD404CF957}"/>
              </a:ext>
            </a:extLst>
          </p:cNvPr>
          <p:cNvPicPr>
            <a:picLocks noChangeAspect="1"/>
          </p:cNvPicPr>
          <p:nvPr/>
        </p:nvPicPr>
        <p:blipFill>
          <a:blip r:embed="rId11"/>
          <a:stretch>
            <a:fillRect/>
          </a:stretch>
        </p:blipFill>
        <p:spPr>
          <a:xfrm>
            <a:off x="10743743" y="322673"/>
            <a:ext cx="475128" cy="475128"/>
          </a:xfrm>
          <a:prstGeom prst="rect">
            <a:avLst/>
          </a:prstGeom>
        </p:spPr>
      </p:pic>
      <p:pic>
        <p:nvPicPr>
          <p:cNvPr id="3" name="Grafik 122">
            <a:extLst>
              <a:ext uri="{FF2B5EF4-FFF2-40B4-BE49-F238E27FC236}">
                <a16:creationId xmlns:a16="http://schemas.microsoft.com/office/drawing/2014/main" id="{2CF3B135-17FF-747A-7C5E-3A710B41D140}"/>
              </a:ext>
            </a:extLst>
          </p:cNvPr>
          <p:cNvPicPr>
            <a:picLocks noChangeAspect="1"/>
          </p:cNvPicPr>
          <p:nvPr/>
        </p:nvPicPr>
        <p:blipFill>
          <a:blip r:embed="rId11"/>
          <a:stretch>
            <a:fillRect/>
          </a:stretch>
        </p:blipFill>
        <p:spPr>
          <a:xfrm>
            <a:off x="10981306" y="453207"/>
            <a:ext cx="475128" cy="475128"/>
          </a:xfrm>
          <a:prstGeom prst="rect">
            <a:avLst/>
          </a:prstGeom>
        </p:spPr>
      </p:pic>
      <p:pic>
        <p:nvPicPr>
          <p:cNvPr id="10" name="Grafik 122">
            <a:extLst>
              <a:ext uri="{FF2B5EF4-FFF2-40B4-BE49-F238E27FC236}">
                <a16:creationId xmlns:a16="http://schemas.microsoft.com/office/drawing/2014/main" id="{95920958-2863-C26A-3DA7-EF86B3896820}"/>
              </a:ext>
            </a:extLst>
          </p:cNvPr>
          <p:cNvPicPr>
            <a:picLocks noChangeAspect="1"/>
          </p:cNvPicPr>
          <p:nvPr/>
        </p:nvPicPr>
        <p:blipFill>
          <a:blip r:embed="rId11"/>
          <a:stretch>
            <a:fillRect/>
          </a:stretch>
        </p:blipFill>
        <p:spPr>
          <a:xfrm>
            <a:off x="10743742" y="609062"/>
            <a:ext cx="475128" cy="475128"/>
          </a:xfrm>
          <a:prstGeom prst="rect">
            <a:avLst/>
          </a:prstGeom>
        </p:spPr>
      </p:pic>
      <p:pic>
        <p:nvPicPr>
          <p:cNvPr id="11" name="Grafik 122">
            <a:extLst>
              <a:ext uri="{FF2B5EF4-FFF2-40B4-BE49-F238E27FC236}">
                <a16:creationId xmlns:a16="http://schemas.microsoft.com/office/drawing/2014/main" id="{5FB58092-E938-4305-DBB4-AB0777497443}"/>
              </a:ext>
            </a:extLst>
          </p:cNvPr>
          <p:cNvPicPr>
            <a:picLocks noChangeAspect="1"/>
          </p:cNvPicPr>
          <p:nvPr/>
        </p:nvPicPr>
        <p:blipFill>
          <a:blip r:embed="rId11"/>
          <a:stretch>
            <a:fillRect/>
          </a:stretch>
        </p:blipFill>
        <p:spPr>
          <a:xfrm>
            <a:off x="11061369" y="696416"/>
            <a:ext cx="475128" cy="475128"/>
          </a:xfrm>
          <a:prstGeom prst="rect">
            <a:avLst/>
          </a:prstGeom>
        </p:spPr>
      </p:pic>
      <p:pic>
        <p:nvPicPr>
          <p:cNvPr id="21" name="!!Grafik 122">
            <a:extLst>
              <a:ext uri="{FF2B5EF4-FFF2-40B4-BE49-F238E27FC236}">
                <a16:creationId xmlns:a16="http://schemas.microsoft.com/office/drawing/2014/main" id="{7CCE7738-BB63-7576-526A-FD0324493233}"/>
              </a:ext>
            </a:extLst>
          </p:cNvPr>
          <p:cNvPicPr>
            <a:picLocks noChangeAspect="1"/>
          </p:cNvPicPr>
          <p:nvPr/>
        </p:nvPicPr>
        <p:blipFill>
          <a:blip r:embed="rId11"/>
          <a:stretch>
            <a:fillRect/>
          </a:stretch>
        </p:blipFill>
        <p:spPr>
          <a:xfrm>
            <a:off x="11346833" y="723692"/>
            <a:ext cx="475128" cy="475128"/>
          </a:xfrm>
          <a:prstGeom prst="rect">
            <a:avLst/>
          </a:prstGeom>
        </p:spPr>
      </p:pic>
      <p:sp>
        <p:nvSpPr>
          <p:cNvPr id="6" name="TextBox 5">
            <a:extLst>
              <a:ext uri="{FF2B5EF4-FFF2-40B4-BE49-F238E27FC236}">
                <a16:creationId xmlns:a16="http://schemas.microsoft.com/office/drawing/2014/main" id="{669797A4-DD27-534D-82D9-E693E9EA2D46}"/>
              </a:ext>
            </a:extLst>
          </p:cNvPr>
          <p:cNvSpPr txBox="1"/>
          <p:nvPr/>
        </p:nvSpPr>
        <p:spPr>
          <a:xfrm>
            <a:off x="-9583" y="1191941"/>
            <a:ext cx="7119658" cy="707886"/>
          </a:xfrm>
          <a:prstGeom prst="rect">
            <a:avLst/>
          </a:prstGeom>
          <a:noFill/>
        </p:spPr>
        <p:txBody>
          <a:bodyPr wrap="square" rtlCol="0">
            <a:spAutoFit/>
          </a:bodyPr>
          <a:lstStyle/>
          <a:p>
            <a:pPr algn="ctr"/>
            <a:r>
              <a:rPr lang="en-US" sz="4000" b="1" dirty="0">
                <a:solidFill>
                  <a:srgbClr val="D86ECC"/>
                </a:solidFill>
                <a:latin typeface="Calibri" panose="020F0502020204030204" pitchFamily="34" charset="0"/>
                <a:cs typeface="Calibri" panose="020F0502020204030204" pitchFamily="34" charset="0"/>
              </a:rPr>
              <a:t>base agreement</a:t>
            </a:r>
            <a:endParaRPr lang="en-US" sz="4000" dirty="0">
              <a:solidFill>
                <a:srgbClr val="D86ECC"/>
              </a:solidFill>
              <a:latin typeface="Calibri" panose="020F0502020204030204" pitchFamily="34" charset="0"/>
              <a:cs typeface="Calibri" panose="020F0502020204030204" pitchFamily="34" charset="0"/>
            </a:endParaRPr>
          </a:p>
        </p:txBody>
      </p:sp>
      <p:grpSp>
        <p:nvGrpSpPr>
          <p:cNvPr id="29" name="Group 28">
            <a:extLst>
              <a:ext uri="{FF2B5EF4-FFF2-40B4-BE49-F238E27FC236}">
                <a16:creationId xmlns:a16="http://schemas.microsoft.com/office/drawing/2014/main" id="{F758957F-6117-EABC-A37C-5F25A67E3599}"/>
              </a:ext>
            </a:extLst>
          </p:cNvPr>
          <p:cNvGrpSpPr/>
          <p:nvPr/>
        </p:nvGrpSpPr>
        <p:grpSpPr>
          <a:xfrm>
            <a:off x="2379819" y="2109921"/>
            <a:ext cx="7440491" cy="3033090"/>
            <a:chOff x="2525419" y="2012316"/>
            <a:chExt cx="7440491" cy="3033090"/>
          </a:xfrm>
        </p:grpSpPr>
        <p:sp>
          <p:nvSpPr>
            <p:cNvPr id="28" name="Rounded Rectangle 49">
              <a:extLst>
                <a:ext uri="{FF2B5EF4-FFF2-40B4-BE49-F238E27FC236}">
                  <a16:creationId xmlns:a16="http://schemas.microsoft.com/office/drawing/2014/main" id="{A9EAA36F-02A9-968A-6EAA-26FBD91244A2}"/>
                </a:ext>
              </a:extLst>
            </p:cNvPr>
            <p:cNvSpPr/>
            <p:nvPr/>
          </p:nvSpPr>
          <p:spPr>
            <a:xfrm>
              <a:off x="2525419" y="2012316"/>
              <a:ext cx="7440491" cy="3033090"/>
            </a:xfrm>
            <a:custGeom>
              <a:avLst/>
              <a:gdLst>
                <a:gd name="csX0" fmla="*/ 0 w 7440491"/>
                <a:gd name="csY0" fmla="*/ 386992 h 3033090"/>
                <a:gd name="csX1" fmla="*/ 386992 w 7440491"/>
                <a:gd name="csY1" fmla="*/ 0 h 3033090"/>
                <a:gd name="csX2" fmla="*/ 920313 w 7440491"/>
                <a:gd name="csY2" fmla="*/ 0 h 3033090"/>
                <a:gd name="csX3" fmla="*/ 1386968 w 7440491"/>
                <a:gd name="csY3" fmla="*/ 0 h 3033090"/>
                <a:gd name="csX4" fmla="*/ 1920289 w 7440491"/>
                <a:gd name="csY4" fmla="*/ 0 h 3033090"/>
                <a:gd name="csX5" fmla="*/ 2520274 w 7440491"/>
                <a:gd name="csY5" fmla="*/ 0 h 3033090"/>
                <a:gd name="csX6" fmla="*/ 3186925 w 7440491"/>
                <a:gd name="csY6" fmla="*/ 0 h 3033090"/>
                <a:gd name="csX7" fmla="*/ 3720246 w 7440491"/>
                <a:gd name="csY7" fmla="*/ 0 h 3033090"/>
                <a:gd name="csX8" fmla="*/ 4520226 w 7440491"/>
                <a:gd name="csY8" fmla="*/ 0 h 3033090"/>
                <a:gd name="csX9" fmla="*/ 5186877 w 7440491"/>
                <a:gd name="csY9" fmla="*/ 0 h 3033090"/>
                <a:gd name="csX10" fmla="*/ 5986858 w 7440491"/>
                <a:gd name="csY10" fmla="*/ 0 h 3033090"/>
                <a:gd name="csX11" fmla="*/ 7053499 w 7440491"/>
                <a:gd name="csY11" fmla="*/ 0 h 3033090"/>
                <a:gd name="csX12" fmla="*/ 7440491 w 7440491"/>
                <a:gd name="csY12" fmla="*/ 386992 h 3033090"/>
                <a:gd name="csX13" fmla="*/ 7440491 w 7440491"/>
                <a:gd name="csY13" fmla="*/ 929177 h 3033090"/>
                <a:gd name="csX14" fmla="*/ 7440491 w 7440491"/>
                <a:gd name="csY14" fmla="*/ 1493954 h 3033090"/>
                <a:gd name="csX15" fmla="*/ 7440491 w 7440491"/>
                <a:gd name="csY15" fmla="*/ 1990957 h 3033090"/>
                <a:gd name="csX16" fmla="*/ 7440491 w 7440491"/>
                <a:gd name="csY16" fmla="*/ 2646098 h 3033090"/>
                <a:gd name="csX17" fmla="*/ 7053499 w 7440491"/>
                <a:gd name="csY17" fmla="*/ 3033090 h 3033090"/>
                <a:gd name="csX18" fmla="*/ 6253518 w 7440491"/>
                <a:gd name="csY18" fmla="*/ 3033090 h 3033090"/>
                <a:gd name="csX19" fmla="*/ 5720198 w 7440491"/>
                <a:gd name="csY19" fmla="*/ 3033090 h 3033090"/>
                <a:gd name="csX20" fmla="*/ 5053547 w 7440491"/>
                <a:gd name="csY20" fmla="*/ 3033090 h 3033090"/>
                <a:gd name="csX21" fmla="*/ 4320231 w 7440491"/>
                <a:gd name="csY21" fmla="*/ 3033090 h 3033090"/>
                <a:gd name="csX22" fmla="*/ 3520250 w 7440491"/>
                <a:gd name="csY22" fmla="*/ 3033090 h 3033090"/>
                <a:gd name="csX23" fmla="*/ 2786935 w 7440491"/>
                <a:gd name="csY23" fmla="*/ 3033090 h 3033090"/>
                <a:gd name="csX24" fmla="*/ 1986954 w 7440491"/>
                <a:gd name="csY24" fmla="*/ 3033090 h 3033090"/>
                <a:gd name="csX25" fmla="*/ 1253638 w 7440491"/>
                <a:gd name="csY25" fmla="*/ 3033090 h 3033090"/>
                <a:gd name="csX26" fmla="*/ 386992 w 7440491"/>
                <a:gd name="csY26" fmla="*/ 3033090 h 3033090"/>
                <a:gd name="csX27" fmla="*/ 0 w 7440491"/>
                <a:gd name="csY27" fmla="*/ 2646098 h 3033090"/>
                <a:gd name="csX28" fmla="*/ 0 w 7440491"/>
                <a:gd name="csY28" fmla="*/ 2036139 h 3033090"/>
                <a:gd name="csX29" fmla="*/ 0 w 7440491"/>
                <a:gd name="csY29" fmla="*/ 1539136 h 3033090"/>
                <a:gd name="csX30" fmla="*/ 0 w 7440491"/>
                <a:gd name="csY30" fmla="*/ 1019542 h 3033090"/>
                <a:gd name="csX31" fmla="*/ 0 w 7440491"/>
                <a:gd name="csY31" fmla="*/ 386992 h 303309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Lst>
              <a:rect l="l" t="t" r="r" b="b"/>
              <a:pathLst>
                <a:path w="7440491" h="3033090" fill="none" extrusionOk="0">
                  <a:moveTo>
                    <a:pt x="0" y="386992"/>
                  </a:moveTo>
                  <a:cubicBezTo>
                    <a:pt x="7464" y="140684"/>
                    <a:pt x="145667" y="-889"/>
                    <a:pt x="386992" y="0"/>
                  </a:cubicBezTo>
                  <a:cubicBezTo>
                    <a:pt x="633094" y="-16512"/>
                    <a:pt x="694867" y="-15923"/>
                    <a:pt x="920313" y="0"/>
                  </a:cubicBezTo>
                  <a:cubicBezTo>
                    <a:pt x="1145759" y="15923"/>
                    <a:pt x="1164798" y="11682"/>
                    <a:pt x="1386968" y="0"/>
                  </a:cubicBezTo>
                  <a:cubicBezTo>
                    <a:pt x="1609139" y="-11682"/>
                    <a:pt x="1710686" y="13192"/>
                    <a:pt x="1920289" y="0"/>
                  </a:cubicBezTo>
                  <a:cubicBezTo>
                    <a:pt x="2129892" y="-13192"/>
                    <a:pt x="2225594" y="9033"/>
                    <a:pt x="2520274" y="0"/>
                  </a:cubicBezTo>
                  <a:cubicBezTo>
                    <a:pt x="2814955" y="-9033"/>
                    <a:pt x="2941953" y="-23732"/>
                    <a:pt x="3186925" y="0"/>
                  </a:cubicBezTo>
                  <a:cubicBezTo>
                    <a:pt x="3431897" y="23732"/>
                    <a:pt x="3516460" y="-14356"/>
                    <a:pt x="3720246" y="0"/>
                  </a:cubicBezTo>
                  <a:cubicBezTo>
                    <a:pt x="3924032" y="14356"/>
                    <a:pt x="4322230" y="2260"/>
                    <a:pt x="4520226" y="0"/>
                  </a:cubicBezTo>
                  <a:cubicBezTo>
                    <a:pt x="4718222" y="-2260"/>
                    <a:pt x="5017419" y="28549"/>
                    <a:pt x="5186877" y="0"/>
                  </a:cubicBezTo>
                  <a:cubicBezTo>
                    <a:pt x="5356335" y="-28549"/>
                    <a:pt x="5628088" y="30245"/>
                    <a:pt x="5986858" y="0"/>
                  </a:cubicBezTo>
                  <a:cubicBezTo>
                    <a:pt x="6345628" y="-30245"/>
                    <a:pt x="6759809" y="48177"/>
                    <a:pt x="7053499" y="0"/>
                  </a:cubicBezTo>
                  <a:cubicBezTo>
                    <a:pt x="7262983" y="15550"/>
                    <a:pt x="7450864" y="155792"/>
                    <a:pt x="7440491" y="386992"/>
                  </a:cubicBezTo>
                  <a:cubicBezTo>
                    <a:pt x="7434588" y="649944"/>
                    <a:pt x="7442996" y="743107"/>
                    <a:pt x="7440491" y="929177"/>
                  </a:cubicBezTo>
                  <a:cubicBezTo>
                    <a:pt x="7437986" y="1115248"/>
                    <a:pt x="7450799" y="1359930"/>
                    <a:pt x="7440491" y="1493954"/>
                  </a:cubicBezTo>
                  <a:cubicBezTo>
                    <a:pt x="7430183" y="1627978"/>
                    <a:pt x="7417766" y="1798623"/>
                    <a:pt x="7440491" y="1990957"/>
                  </a:cubicBezTo>
                  <a:cubicBezTo>
                    <a:pt x="7463216" y="2183291"/>
                    <a:pt x="7429322" y="2401658"/>
                    <a:pt x="7440491" y="2646098"/>
                  </a:cubicBezTo>
                  <a:cubicBezTo>
                    <a:pt x="7452783" y="2816655"/>
                    <a:pt x="7253765" y="3009158"/>
                    <a:pt x="7053499" y="3033090"/>
                  </a:cubicBezTo>
                  <a:cubicBezTo>
                    <a:pt x="6743973" y="3041642"/>
                    <a:pt x="6438036" y="3035884"/>
                    <a:pt x="6253518" y="3033090"/>
                  </a:cubicBezTo>
                  <a:cubicBezTo>
                    <a:pt x="6069000" y="3030296"/>
                    <a:pt x="5932869" y="3017319"/>
                    <a:pt x="5720198" y="3033090"/>
                  </a:cubicBezTo>
                  <a:cubicBezTo>
                    <a:pt x="5507527" y="3048861"/>
                    <a:pt x="5365780" y="3019928"/>
                    <a:pt x="5053547" y="3033090"/>
                  </a:cubicBezTo>
                  <a:cubicBezTo>
                    <a:pt x="4741314" y="3046252"/>
                    <a:pt x="4661497" y="3051885"/>
                    <a:pt x="4320231" y="3033090"/>
                  </a:cubicBezTo>
                  <a:cubicBezTo>
                    <a:pt x="3978965" y="3014295"/>
                    <a:pt x="3840353" y="3063041"/>
                    <a:pt x="3520250" y="3033090"/>
                  </a:cubicBezTo>
                  <a:cubicBezTo>
                    <a:pt x="3200147" y="3003139"/>
                    <a:pt x="3150002" y="3004476"/>
                    <a:pt x="2786935" y="3033090"/>
                  </a:cubicBezTo>
                  <a:cubicBezTo>
                    <a:pt x="2423868" y="3061704"/>
                    <a:pt x="2223257" y="3009425"/>
                    <a:pt x="1986954" y="3033090"/>
                  </a:cubicBezTo>
                  <a:cubicBezTo>
                    <a:pt x="1750651" y="3056755"/>
                    <a:pt x="1597669" y="3067909"/>
                    <a:pt x="1253638" y="3033090"/>
                  </a:cubicBezTo>
                  <a:cubicBezTo>
                    <a:pt x="909607" y="2998271"/>
                    <a:pt x="579994" y="3000744"/>
                    <a:pt x="386992" y="3033090"/>
                  </a:cubicBezTo>
                  <a:cubicBezTo>
                    <a:pt x="177241" y="2982682"/>
                    <a:pt x="-8693" y="2872454"/>
                    <a:pt x="0" y="2646098"/>
                  </a:cubicBezTo>
                  <a:cubicBezTo>
                    <a:pt x="7600" y="2503107"/>
                    <a:pt x="19527" y="2180957"/>
                    <a:pt x="0" y="2036139"/>
                  </a:cubicBezTo>
                  <a:cubicBezTo>
                    <a:pt x="-19527" y="1891321"/>
                    <a:pt x="23657" y="1666103"/>
                    <a:pt x="0" y="1539136"/>
                  </a:cubicBezTo>
                  <a:cubicBezTo>
                    <a:pt x="-23657" y="1412169"/>
                    <a:pt x="19650" y="1226124"/>
                    <a:pt x="0" y="1019542"/>
                  </a:cubicBezTo>
                  <a:cubicBezTo>
                    <a:pt x="-19650" y="812960"/>
                    <a:pt x="-358" y="514711"/>
                    <a:pt x="0" y="386992"/>
                  </a:cubicBezTo>
                  <a:close/>
                </a:path>
                <a:path w="7440491" h="3033090" stroke="0" extrusionOk="0">
                  <a:moveTo>
                    <a:pt x="0" y="386992"/>
                  </a:moveTo>
                  <a:cubicBezTo>
                    <a:pt x="-43312" y="146546"/>
                    <a:pt x="164921" y="3131"/>
                    <a:pt x="386992" y="0"/>
                  </a:cubicBezTo>
                  <a:cubicBezTo>
                    <a:pt x="700438" y="19565"/>
                    <a:pt x="988939" y="3020"/>
                    <a:pt x="1186973" y="0"/>
                  </a:cubicBezTo>
                  <a:cubicBezTo>
                    <a:pt x="1385007" y="-3020"/>
                    <a:pt x="1533400" y="1974"/>
                    <a:pt x="1786958" y="0"/>
                  </a:cubicBezTo>
                  <a:cubicBezTo>
                    <a:pt x="2040516" y="-1974"/>
                    <a:pt x="2183610" y="8950"/>
                    <a:pt x="2320279" y="0"/>
                  </a:cubicBezTo>
                  <a:cubicBezTo>
                    <a:pt x="2456948" y="-8950"/>
                    <a:pt x="2834523" y="-16945"/>
                    <a:pt x="3053595" y="0"/>
                  </a:cubicBezTo>
                  <a:cubicBezTo>
                    <a:pt x="3272667" y="16945"/>
                    <a:pt x="3445703" y="-27441"/>
                    <a:pt x="3653580" y="0"/>
                  </a:cubicBezTo>
                  <a:cubicBezTo>
                    <a:pt x="3861458" y="27441"/>
                    <a:pt x="4159691" y="12834"/>
                    <a:pt x="4453561" y="0"/>
                  </a:cubicBezTo>
                  <a:cubicBezTo>
                    <a:pt x="4747431" y="-12834"/>
                    <a:pt x="4879079" y="14885"/>
                    <a:pt x="4986882" y="0"/>
                  </a:cubicBezTo>
                  <a:cubicBezTo>
                    <a:pt x="5094685" y="-14885"/>
                    <a:pt x="5521207" y="38425"/>
                    <a:pt x="5786863" y="0"/>
                  </a:cubicBezTo>
                  <a:cubicBezTo>
                    <a:pt x="6052519" y="-38425"/>
                    <a:pt x="6054172" y="-6415"/>
                    <a:pt x="6253518" y="0"/>
                  </a:cubicBezTo>
                  <a:cubicBezTo>
                    <a:pt x="6452865" y="6415"/>
                    <a:pt x="6890827" y="28118"/>
                    <a:pt x="7053499" y="0"/>
                  </a:cubicBezTo>
                  <a:cubicBezTo>
                    <a:pt x="7271760" y="6745"/>
                    <a:pt x="7441543" y="184161"/>
                    <a:pt x="7440491" y="386992"/>
                  </a:cubicBezTo>
                  <a:cubicBezTo>
                    <a:pt x="7459434" y="492558"/>
                    <a:pt x="7420432" y="644238"/>
                    <a:pt x="7440491" y="883995"/>
                  </a:cubicBezTo>
                  <a:cubicBezTo>
                    <a:pt x="7460550" y="1123752"/>
                    <a:pt x="7452897" y="1369913"/>
                    <a:pt x="7440491" y="1493954"/>
                  </a:cubicBezTo>
                  <a:cubicBezTo>
                    <a:pt x="7428085" y="1617995"/>
                    <a:pt x="7418523" y="1870445"/>
                    <a:pt x="7440491" y="2013548"/>
                  </a:cubicBezTo>
                  <a:cubicBezTo>
                    <a:pt x="7462459" y="2156651"/>
                    <a:pt x="7470451" y="2338599"/>
                    <a:pt x="7440491" y="2646098"/>
                  </a:cubicBezTo>
                  <a:cubicBezTo>
                    <a:pt x="7426916" y="2832155"/>
                    <a:pt x="7269039" y="3008608"/>
                    <a:pt x="7053499" y="3033090"/>
                  </a:cubicBezTo>
                  <a:cubicBezTo>
                    <a:pt x="6810425" y="2998819"/>
                    <a:pt x="6590366" y="3040264"/>
                    <a:pt x="6320183" y="3033090"/>
                  </a:cubicBezTo>
                  <a:cubicBezTo>
                    <a:pt x="6050000" y="3025916"/>
                    <a:pt x="5982844" y="3008233"/>
                    <a:pt x="5786863" y="3033090"/>
                  </a:cubicBezTo>
                  <a:cubicBezTo>
                    <a:pt x="5590882" y="3057947"/>
                    <a:pt x="5299882" y="3050573"/>
                    <a:pt x="4986882" y="3033090"/>
                  </a:cubicBezTo>
                  <a:cubicBezTo>
                    <a:pt x="4673882" y="3015607"/>
                    <a:pt x="4470330" y="3011747"/>
                    <a:pt x="4320231" y="3033090"/>
                  </a:cubicBezTo>
                  <a:cubicBezTo>
                    <a:pt x="4170132" y="3054433"/>
                    <a:pt x="3991608" y="3008659"/>
                    <a:pt x="3786911" y="3033090"/>
                  </a:cubicBezTo>
                  <a:cubicBezTo>
                    <a:pt x="3582214" y="3057521"/>
                    <a:pt x="3344231" y="3015188"/>
                    <a:pt x="3120260" y="3033090"/>
                  </a:cubicBezTo>
                  <a:cubicBezTo>
                    <a:pt x="2896289" y="3050992"/>
                    <a:pt x="2826731" y="3019141"/>
                    <a:pt x="2653604" y="3033090"/>
                  </a:cubicBezTo>
                  <a:cubicBezTo>
                    <a:pt x="2480477" y="3047039"/>
                    <a:pt x="2411348" y="3024155"/>
                    <a:pt x="2186949" y="3033090"/>
                  </a:cubicBezTo>
                  <a:cubicBezTo>
                    <a:pt x="1962551" y="3042025"/>
                    <a:pt x="1731345" y="3011230"/>
                    <a:pt x="1520298" y="3033090"/>
                  </a:cubicBezTo>
                  <a:cubicBezTo>
                    <a:pt x="1309251" y="3054950"/>
                    <a:pt x="1214363" y="3027911"/>
                    <a:pt x="986978" y="3033090"/>
                  </a:cubicBezTo>
                  <a:cubicBezTo>
                    <a:pt x="759593" y="3038269"/>
                    <a:pt x="540749" y="3058122"/>
                    <a:pt x="386992" y="3033090"/>
                  </a:cubicBezTo>
                  <a:cubicBezTo>
                    <a:pt x="222600" y="3022268"/>
                    <a:pt x="7129" y="2865701"/>
                    <a:pt x="0" y="2646098"/>
                  </a:cubicBezTo>
                  <a:cubicBezTo>
                    <a:pt x="7390" y="2521595"/>
                    <a:pt x="4594" y="2333101"/>
                    <a:pt x="0" y="2036139"/>
                  </a:cubicBezTo>
                  <a:cubicBezTo>
                    <a:pt x="-4594" y="1739177"/>
                    <a:pt x="-8421" y="1710856"/>
                    <a:pt x="0" y="1448772"/>
                  </a:cubicBezTo>
                  <a:cubicBezTo>
                    <a:pt x="8421" y="1186688"/>
                    <a:pt x="-6016" y="1078509"/>
                    <a:pt x="0" y="929177"/>
                  </a:cubicBezTo>
                  <a:cubicBezTo>
                    <a:pt x="6016" y="779846"/>
                    <a:pt x="24326" y="559527"/>
                    <a:pt x="0" y="386992"/>
                  </a:cubicBezTo>
                  <a:close/>
                </a:path>
              </a:pathLst>
            </a:custGeom>
            <a:solidFill>
              <a:srgbClr val="F1F4F9"/>
            </a:solidFill>
            <a:ln w="130175">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pic>
          <p:nvPicPr>
            <p:cNvPr id="27" name="Picture 26">
              <a:extLst>
                <a:ext uri="{FF2B5EF4-FFF2-40B4-BE49-F238E27FC236}">
                  <a16:creationId xmlns:a16="http://schemas.microsoft.com/office/drawing/2014/main" id="{2186AC66-64CB-D4B6-DEA4-267EE4016CFF}"/>
                </a:ext>
              </a:extLst>
            </p:cNvPr>
            <p:cNvPicPr>
              <a:picLocks noChangeAspect="1"/>
            </p:cNvPicPr>
            <p:nvPr/>
          </p:nvPicPr>
          <p:blipFill>
            <a:blip r:embed="rId12"/>
            <a:stretch>
              <a:fillRect/>
            </a:stretch>
          </p:blipFill>
          <p:spPr>
            <a:xfrm>
              <a:off x="2666999" y="2197099"/>
              <a:ext cx="7119657" cy="2557803"/>
            </a:xfrm>
            <a:prstGeom prst="rect">
              <a:avLst/>
            </a:prstGeom>
          </p:spPr>
        </p:pic>
      </p:grpSp>
      <p:sp>
        <p:nvSpPr>
          <p:cNvPr id="31" name="TextBox 30">
            <a:extLst>
              <a:ext uri="{FF2B5EF4-FFF2-40B4-BE49-F238E27FC236}">
                <a16:creationId xmlns:a16="http://schemas.microsoft.com/office/drawing/2014/main" id="{0715671D-69D5-2E3A-369B-6DD0679D848F}"/>
              </a:ext>
            </a:extLst>
          </p:cNvPr>
          <p:cNvSpPr txBox="1"/>
          <p:nvPr/>
        </p:nvSpPr>
        <p:spPr>
          <a:xfrm>
            <a:off x="5951048" y="1207656"/>
            <a:ext cx="7119658" cy="707886"/>
          </a:xfrm>
          <a:prstGeom prst="rect">
            <a:avLst/>
          </a:prstGeom>
          <a:noFill/>
        </p:spPr>
        <p:txBody>
          <a:bodyPr wrap="square" rtlCol="0">
            <a:spAutoFit/>
          </a:bodyPr>
          <a:lstStyle/>
          <a:p>
            <a:pPr algn="ctr"/>
            <a:r>
              <a:rPr lang="en-US" sz="4000" b="1" dirty="0">
                <a:solidFill>
                  <a:srgbClr val="F6C96B"/>
                </a:solidFill>
                <a:latin typeface="Calibri" panose="020F0502020204030204" pitchFamily="34" charset="0"/>
                <a:cs typeface="Calibri" panose="020F0502020204030204" pitchFamily="34" charset="0"/>
              </a:rPr>
              <a:t>sensitivity alignment</a:t>
            </a:r>
            <a:endParaRPr lang="en-US" sz="4000" dirty="0">
              <a:solidFill>
                <a:schemeClr val="bg1"/>
              </a:solidFill>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AA1A7394-DABF-D90E-0310-6BB0B174AB47}"/>
              </a:ext>
            </a:extLst>
          </p:cNvPr>
          <p:cNvSpPr/>
          <p:nvPr/>
        </p:nvSpPr>
        <p:spPr>
          <a:xfrm>
            <a:off x="6206937" y="2449837"/>
            <a:ext cx="682906" cy="2193979"/>
          </a:xfrm>
          <a:prstGeom prst="rect">
            <a:avLst/>
          </a:prstGeom>
          <a:noFill/>
          <a:ln w="50800">
            <a:solidFill>
              <a:srgbClr val="D86ECC"/>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33" name="Rectangle 32">
            <a:extLst>
              <a:ext uri="{FF2B5EF4-FFF2-40B4-BE49-F238E27FC236}">
                <a16:creationId xmlns:a16="http://schemas.microsoft.com/office/drawing/2014/main" id="{5DA7E912-0545-05F7-DFE6-21D159145BF3}"/>
              </a:ext>
            </a:extLst>
          </p:cNvPr>
          <p:cNvSpPr/>
          <p:nvPr/>
        </p:nvSpPr>
        <p:spPr>
          <a:xfrm>
            <a:off x="7028824" y="2449837"/>
            <a:ext cx="2482053" cy="2193979"/>
          </a:xfrm>
          <a:prstGeom prst="rect">
            <a:avLst/>
          </a:prstGeom>
          <a:noFill/>
          <a:ln w="50800">
            <a:solidFill>
              <a:srgbClr val="F6C96B"/>
            </a:solidFill>
            <a:prstDash val="sysDo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37" name="!!Curved Connector 8">
            <a:extLst>
              <a:ext uri="{FF2B5EF4-FFF2-40B4-BE49-F238E27FC236}">
                <a16:creationId xmlns:a16="http://schemas.microsoft.com/office/drawing/2014/main" id="{FD599BA6-3752-5C8C-225F-2E08D45FAD38}"/>
              </a:ext>
            </a:extLst>
          </p:cNvPr>
          <p:cNvCxnSpPr>
            <a:cxnSpLocks/>
            <a:stCxn id="6" idx="2"/>
            <a:endCxn id="32" idx="0"/>
          </p:cNvCxnSpPr>
          <p:nvPr/>
        </p:nvCxnSpPr>
        <p:spPr>
          <a:xfrm rot="16200000" flipH="1">
            <a:off x="4774313" y="675760"/>
            <a:ext cx="550010" cy="2998144"/>
          </a:xfrm>
          <a:prstGeom prst="curvedConnector3">
            <a:avLst>
              <a:gd name="adj1" fmla="val 50000"/>
            </a:avLst>
          </a:prstGeom>
          <a:ln w="63500">
            <a:solidFill>
              <a:srgbClr val="D86ECC"/>
            </a:solidFill>
            <a:tailEnd type="triangle"/>
          </a:ln>
        </p:spPr>
        <p:style>
          <a:lnRef idx="2">
            <a:schemeClr val="accent1"/>
          </a:lnRef>
          <a:fillRef idx="0">
            <a:schemeClr val="accent1"/>
          </a:fillRef>
          <a:effectRef idx="1">
            <a:schemeClr val="accent1"/>
          </a:effectRef>
          <a:fontRef idx="minor">
            <a:schemeClr val="tx1"/>
          </a:fontRef>
        </p:style>
      </p:cxnSp>
      <p:cxnSp>
        <p:nvCxnSpPr>
          <p:cNvPr id="40" name="!!Curved Connector 8">
            <a:extLst>
              <a:ext uri="{FF2B5EF4-FFF2-40B4-BE49-F238E27FC236}">
                <a16:creationId xmlns:a16="http://schemas.microsoft.com/office/drawing/2014/main" id="{B9660B2C-944C-7F7A-E86C-B418922CA440}"/>
              </a:ext>
            </a:extLst>
          </p:cNvPr>
          <p:cNvCxnSpPr>
            <a:cxnSpLocks/>
            <a:stCxn id="31" idx="2"/>
            <a:endCxn id="33" idx="0"/>
          </p:cNvCxnSpPr>
          <p:nvPr/>
        </p:nvCxnSpPr>
        <p:spPr>
          <a:xfrm rot="5400000">
            <a:off x="8623217" y="1562176"/>
            <a:ext cx="534295" cy="1241026"/>
          </a:xfrm>
          <a:prstGeom prst="curvedConnector3">
            <a:avLst>
              <a:gd name="adj1" fmla="val 50000"/>
            </a:avLst>
          </a:prstGeom>
          <a:ln w="63500">
            <a:solidFill>
              <a:srgbClr val="F6C96B"/>
            </a:solidFill>
            <a:tailEnd type="triangle"/>
          </a:ln>
        </p:spPr>
        <p:style>
          <a:lnRef idx="2">
            <a:schemeClr val="accent1"/>
          </a:lnRef>
          <a:fillRef idx="0">
            <a:schemeClr val="accent1"/>
          </a:fillRef>
          <a:effectRef idx="1">
            <a:schemeClr val="accent1"/>
          </a:effectRef>
          <a:fontRef idx="minor">
            <a:schemeClr val="tx1"/>
          </a:fontRef>
        </p:style>
      </p:cxnSp>
      <p:sp>
        <p:nvSpPr>
          <p:cNvPr id="56" name="TextBox 55">
            <a:extLst>
              <a:ext uri="{FF2B5EF4-FFF2-40B4-BE49-F238E27FC236}">
                <a16:creationId xmlns:a16="http://schemas.microsoft.com/office/drawing/2014/main" id="{0B4A9B7D-96E6-8999-73E9-269CDB8FA3E2}"/>
              </a:ext>
            </a:extLst>
          </p:cNvPr>
          <p:cNvSpPr txBox="1"/>
          <p:nvPr/>
        </p:nvSpPr>
        <p:spPr>
          <a:xfrm>
            <a:off x="6385239" y="5542751"/>
            <a:ext cx="5146492" cy="707886"/>
          </a:xfrm>
          <a:prstGeom prst="rect">
            <a:avLst/>
          </a:prstGeom>
          <a:noFill/>
        </p:spPr>
        <p:txBody>
          <a:bodyPr wrap="square">
            <a:spAutoFit/>
          </a:bodyPr>
          <a:lstStyle/>
          <a:p>
            <a:pPr algn="ctr"/>
            <a:r>
              <a:rPr lang="en-DE" sz="2000" b="1" dirty="0">
                <a:solidFill>
                  <a:srgbClr val="D86ECC"/>
                </a:solidFill>
                <a:latin typeface="Calibri" panose="020F0502020204030204" pitchFamily="34" charset="0"/>
                <a:cs typeface="Calibri" panose="020F0502020204030204" pitchFamily="34" charset="0"/>
              </a:rPr>
              <a:t>Baseline agreement</a:t>
            </a:r>
            <a:r>
              <a:rPr lang="en-DE" sz="2000" dirty="0">
                <a:solidFill>
                  <a:schemeClr val="bg1"/>
                </a:solidFill>
                <a:latin typeface="Calibri" panose="020F0502020204030204" pitchFamily="34" charset="0"/>
                <a:cs typeface="Calibri" panose="020F0502020204030204" pitchFamily="34" charset="0"/>
              </a:rPr>
              <a:t> is </a:t>
            </a:r>
            <a:r>
              <a:rPr lang="en-DE" sz="2000" u="sng" dirty="0">
                <a:solidFill>
                  <a:schemeClr val="bg1"/>
                </a:solidFill>
                <a:latin typeface="Calibri" panose="020F0502020204030204" pitchFamily="34" charset="0"/>
                <a:cs typeface="Calibri" panose="020F0502020204030204" pitchFamily="34" charset="0"/>
              </a:rPr>
              <a:t>detached</a:t>
            </a:r>
            <a:r>
              <a:rPr lang="en-DE" sz="2000" dirty="0">
                <a:solidFill>
                  <a:schemeClr val="bg1"/>
                </a:solidFill>
                <a:latin typeface="Calibri" panose="020F0502020204030204" pitchFamily="34" charset="0"/>
                <a:cs typeface="Calibri" panose="020F0502020204030204" pitchFamily="34" charset="0"/>
              </a:rPr>
              <a:t> </a:t>
            </a:r>
          </a:p>
          <a:p>
            <a:pPr algn="ctr"/>
            <a:r>
              <a:rPr lang="en-US" sz="2000" b="1" dirty="0">
                <a:solidFill>
                  <a:schemeClr val="bg1"/>
                </a:solidFill>
                <a:latin typeface="Calibri" panose="020F0502020204030204" pitchFamily="34" charset="0"/>
                <a:cs typeface="Calibri" panose="020F0502020204030204" pitchFamily="34" charset="0"/>
              </a:rPr>
              <a:t>f</a:t>
            </a:r>
            <a:r>
              <a:rPr lang="en-DE" sz="2000" b="1" dirty="0">
                <a:solidFill>
                  <a:schemeClr val="bg1"/>
                </a:solidFill>
                <a:latin typeface="Calibri" panose="020F0502020204030204" pitchFamily="34" charset="0"/>
                <a:cs typeface="Calibri" panose="020F0502020204030204" pitchFamily="34" charset="0"/>
              </a:rPr>
              <a:t>rom </a:t>
            </a:r>
            <a:r>
              <a:rPr lang="en-DE" sz="2000" b="1" dirty="0">
                <a:solidFill>
                  <a:srgbClr val="F6C96B"/>
                </a:solidFill>
                <a:latin typeface="Calibri" panose="020F0502020204030204" pitchFamily="34" charset="0"/>
                <a:cs typeface="Calibri" panose="020F0502020204030204" pitchFamily="34" charset="0"/>
              </a:rPr>
              <a:t>human-like preference shifts</a:t>
            </a:r>
            <a:endParaRPr lang="en-DE" sz="2000" b="1" dirty="0">
              <a:solidFill>
                <a:schemeClr val="bg1"/>
              </a:solidFill>
              <a:latin typeface="Calibri" panose="020F0502020204030204" pitchFamily="34" charset="0"/>
              <a:cs typeface="Calibri" panose="020F0502020204030204" pitchFamily="34" charset="0"/>
            </a:endParaRPr>
          </a:p>
        </p:txBody>
      </p:sp>
      <p:sp>
        <p:nvSpPr>
          <p:cNvPr id="57" name="!!Rounded Rectangle 48">
            <a:extLst>
              <a:ext uri="{FF2B5EF4-FFF2-40B4-BE49-F238E27FC236}">
                <a16:creationId xmlns:a16="http://schemas.microsoft.com/office/drawing/2014/main" id="{5FF138C3-0C9A-02BB-00E3-5092F78F51EA}"/>
              </a:ext>
            </a:extLst>
          </p:cNvPr>
          <p:cNvSpPr/>
          <p:nvPr/>
        </p:nvSpPr>
        <p:spPr>
          <a:xfrm>
            <a:off x="676466" y="5438987"/>
            <a:ext cx="5130297" cy="890780"/>
          </a:xfrm>
          <a:custGeom>
            <a:avLst/>
            <a:gdLst>
              <a:gd name="csX0" fmla="*/ 0 w 5130297"/>
              <a:gd name="csY0" fmla="*/ 148466 h 890780"/>
              <a:gd name="csX1" fmla="*/ 148466 w 5130297"/>
              <a:gd name="csY1" fmla="*/ 0 h 890780"/>
              <a:gd name="csX2" fmla="*/ 887280 w 5130297"/>
              <a:gd name="csY2" fmla="*/ 0 h 890780"/>
              <a:gd name="csX3" fmla="*/ 1432760 w 5130297"/>
              <a:gd name="csY3" fmla="*/ 0 h 890780"/>
              <a:gd name="csX4" fmla="*/ 2123241 w 5130297"/>
              <a:gd name="csY4" fmla="*/ 0 h 890780"/>
              <a:gd name="csX5" fmla="*/ 2717054 w 5130297"/>
              <a:gd name="csY5" fmla="*/ 0 h 890780"/>
              <a:gd name="csX6" fmla="*/ 3455869 w 5130297"/>
              <a:gd name="csY6" fmla="*/ 0 h 890780"/>
              <a:gd name="csX7" fmla="*/ 4049682 w 5130297"/>
              <a:gd name="csY7" fmla="*/ 0 h 890780"/>
              <a:gd name="csX8" fmla="*/ 4981831 w 5130297"/>
              <a:gd name="csY8" fmla="*/ 0 h 890780"/>
              <a:gd name="csX9" fmla="*/ 5130297 w 5130297"/>
              <a:gd name="csY9" fmla="*/ 148466 h 890780"/>
              <a:gd name="csX10" fmla="*/ 5130297 w 5130297"/>
              <a:gd name="csY10" fmla="*/ 742314 h 890780"/>
              <a:gd name="csX11" fmla="*/ 4981831 w 5130297"/>
              <a:gd name="csY11" fmla="*/ 890780 h 890780"/>
              <a:gd name="csX12" fmla="*/ 4194683 w 5130297"/>
              <a:gd name="csY12" fmla="*/ 890780 h 890780"/>
              <a:gd name="csX13" fmla="*/ 3600870 w 5130297"/>
              <a:gd name="csY13" fmla="*/ 890780 h 890780"/>
              <a:gd name="csX14" fmla="*/ 3055390 w 5130297"/>
              <a:gd name="csY14" fmla="*/ 890780 h 890780"/>
              <a:gd name="csX15" fmla="*/ 2461576 w 5130297"/>
              <a:gd name="csY15" fmla="*/ 890780 h 890780"/>
              <a:gd name="csX16" fmla="*/ 1819429 w 5130297"/>
              <a:gd name="csY16" fmla="*/ 890780 h 890780"/>
              <a:gd name="csX17" fmla="*/ 1128949 w 5130297"/>
              <a:gd name="csY17" fmla="*/ 890780 h 890780"/>
              <a:gd name="csX18" fmla="*/ 148466 w 5130297"/>
              <a:gd name="csY18" fmla="*/ 890780 h 890780"/>
              <a:gd name="csX19" fmla="*/ 0 w 5130297"/>
              <a:gd name="csY19" fmla="*/ 742314 h 890780"/>
              <a:gd name="csX20" fmla="*/ 0 w 5130297"/>
              <a:gd name="csY20" fmla="*/ 148466 h 890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5130297" h="890780" fill="none" extrusionOk="0">
                <a:moveTo>
                  <a:pt x="0" y="148466"/>
                </a:moveTo>
                <a:cubicBezTo>
                  <a:pt x="5440" y="77241"/>
                  <a:pt x="62827" y="1921"/>
                  <a:pt x="148466" y="0"/>
                </a:cubicBezTo>
                <a:cubicBezTo>
                  <a:pt x="342331" y="-27000"/>
                  <a:pt x="651071" y="30667"/>
                  <a:pt x="887280" y="0"/>
                </a:cubicBezTo>
                <a:cubicBezTo>
                  <a:pt x="1123489" y="-30667"/>
                  <a:pt x="1192894" y="22344"/>
                  <a:pt x="1432760" y="0"/>
                </a:cubicBezTo>
                <a:cubicBezTo>
                  <a:pt x="1672626" y="-22344"/>
                  <a:pt x="1925670" y="-6096"/>
                  <a:pt x="2123241" y="0"/>
                </a:cubicBezTo>
                <a:cubicBezTo>
                  <a:pt x="2320812" y="6096"/>
                  <a:pt x="2597921" y="-28595"/>
                  <a:pt x="2717054" y="0"/>
                </a:cubicBezTo>
                <a:cubicBezTo>
                  <a:pt x="2836187" y="28595"/>
                  <a:pt x="3249290" y="15030"/>
                  <a:pt x="3455869" y="0"/>
                </a:cubicBezTo>
                <a:cubicBezTo>
                  <a:pt x="3662448" y="-15030"/>
                  <a:pt x="3798581" y="-2799"/>
                  <a:pt x="4049682" y="0"/>
                </a:cubicBezTo>
                <a:cubicBezTo>
                  <a:pt x="4300783" y="2799"/>
                  <a:pt x="4769419" y="37851"/>
                  <a:pt x="4981831" y="0"/>
                </a:cubicBezTo>
                <a:cubicBezTo>
                  <a:pt x="5062279" y="1567"/>
                  <a:pt x="5126699" y="74169"/>
                  <a:pt x="5130297" y="148466"/>
                </a:cubicBezTo>
                <a:cubicBezTo>
                  <a:pt x="5106124" y="298557"/>
                  <a:pt x="5157030" y="502458"/>
                  <a:pt x="5130297" y="742314"/>
                </a:cubicBezTo>
                <a:cubicBezTo>
                  <a:pt x="5128369" y="825391"/>
                  <a:pt x="5069159" y="905227"/>
                  <a:pt x="4981831" y="890780"/>
                </a:cubicBezTo>
                <a:cubicBezTo>
                  <a:pt x="4657640" y="929264"/>
                  <a:pt x="4360830" y="925594"/>
                  <a:pt x="4194683" y="890780"/>
                </a:cubicBezTo>
                <a:cubicBezTo>
                  <a:pt x="4028536" y="855966"/>
                  <a:pt x="3885906" y="877980"/>
                  <a:pt x="3600870" y="890780"/>
                </a:cubicBezTo>
                <a:cubicBezTo>
                  <a:pt x="3315834" y="903580"/>
                  <a:pt x="3185488" y="868124"/>
                  <a:pt x="3055390" y="890780"/>
                </a:cubicBezTo>
                <a:cubicBezTo>
                  <a:pt x="2925292" y="913436"/>
                  <a:pt x="2641569" y="868319"/>
                  <a:pt x="2461576" y="890780"/>
                </a:cubicBezTo>
                <a:cubicBezTo>
                  <a:pt x="2281583" y="913241"/>
                  <a:pt x="2104465" y="902654"/>
                  <a:pt x="1819429" y="890780"/>
                </a:cubicBezTo>
                <a:cubicBezTo>
                  <a:pt x="1534393" y="878906"/>
                  <a:pt x="1383204" y="923336"/>
                  <a:pt x="1128949" y="890780"/>
                </a:cubicBezTo>
                <a:cubicBezTo>
                  <a:pt x="874694" y="858224"/>
                  <a:pt x="546663" y="852664"/>
                  <a:pt x="148466" y="890780"/>
                </a:cubicBezTo>
                <a:cubicBezTo>
                  <a:pt x="71154" y="902821"/>
                  <a:pt x="11529" y="829674"/>
                  <a:pt x="0" y="742314"/>
                </a:cubicBezTo>
                <a:cubicBezTo>
                  <a:pt x="-25663" y="542359"/>
                  <a:pt x="9436" y="287648"/>
                  <a:pt x="0" y="148466"/>
                </a:cubicBezTo>
                <a:close/>
              </a:path>
              <a:path w="5130297" h="890780" stroke="0" extrusionOk="0">
                <a:moveTo>
                  <a:pt x="0" y="148466"/>
                </a:moveTo>
                <a:cubicBezTo>
                  <a:pt x="-12093" y="59011"/>
                  <a:pt x="52837" y="5117"/>
                  <a:pt x="148466" y="0"/>
                </a:cubicBezTo>
                <a:cubicBezTo>
                  <a:pt x="318829" y="-34442"/>
                  <a:pt x="601797" y="31134"/>
                  <a:pt x="935614" y="0"/>
                </a:cubicBezTo>
                <a:cubicBezTo>
                  <a:pt x="1269431" y="-31134"/>
                  <a:pt x="1425156" y="29624"/>
                  <a:pt x="1577761" y="0"/>
                </a:cubicBezTo>
                <a:cubicBezTo>
                  <a:pt x="1730366" y="-29624"/>
                  <a:pt x="1875787" y="-10329"/>
                  <a:pt x="2171574" y="0"/>
                </a:cubicBezTo>
                <a:cubicBezTo>
                  <a:pt x="2467361" y="10329"/>
                  <a:pt x="2542731" y="34303"/>
                  <a:pt x="2910389" y="0"/>
                </a:cubicBezTo>
                <a:cubicBezTo>
                  <a:pt x="3278047" y="-34303"/>
                  <a:pt x="3351714" y="-19855"/>
                  <a:pt x="3552536" y="0"/>
                </a:cubicBezTo>
                <a:cubicBezTo>
                  <a:pt x="3753358" y="19855"/>
                  <a:pt x="4004557" y="10452"/>
                  <a:pt x="4339684" y="0"/>
                </a:cubicBezTo>
                <a:cubicBezTo>
                  <a:pt x="4674811" y="-10452"/>
                  <a:pt x="4758484" y="17863"/>
                  <a:pt x="4981831" y="0"/>
                </a:cubicBezTo>
                <a:cubicBezTo>
                  <a:pt x="5055837" y="13218"/>
                  <a:pt x="5120470" y="55072"/>
                  <a:pt x="5130297" y="148466"/>
                </a:cubicBezTo>
                <a:cubicBezTo>
                  <a:pt x="5125402" y="396689"/>
                  <a:pt x="5127351" y="504660"/>
                  <a:pt x="5130297" y="742314"/>
                </a:cubicBezTo>
                <a:cubicBezTo>
                  <a:pt x="5134407" y="830429"/>
                  <a:pt x="5065721" y="910393"/>
                  <a:pt x="4981831" y="890780"/>
                </a:cubicBezTo>
                <a:cubicBezTo>
                  <a:pt x="4787642" y="873493"/>
                  <a:pt x="4561856" y="908966"/>
                  <a:pt x="4436351" y="890780"/>
                </a:cubicBezTo>
                <a:cubicBezTo>
                  <a:pt x="4310846" y="872594"/>
                  <a:pt x="3811500" y="880518"/>
                  <a:pt x="3649203" y="890780"/>
                </a:cubicBezTo>
                <a:cubicBezTo>
                  <a:pt x="3486906" y="901042"/>
                  <a:pt x="3318329" y="911193"/>
                  <a:pt x="3055390" y="890780"/>
                </a:cubicBezTo>
                <a:cubicBezTo>
                  <a:pt x="2792451" y="870367"/>
                  <a:pt x="2503680" y="873822"/>
                  <a:pt x="2364909" y="890780"/>
                </a:cubicBezTo>
                <a:cubicBezTo>
                  <a:pt x="2226138" y="907738"/>
                  <a:pt x="1861465" y="854842"/>
                  <a:pt x="1577761" y="890780"/>
                </a:cubicBezTo>
                <a:cubicBezTo>
                  <a:pt x="1294057" y="926718"/>
                  <a:pt x="1056761" y="860195"/>
                  <a:pt x="887280" y="890780"/>
                </a:cubicBezTo>
                <a:cubicBezTo>
                  <a:pt x="717799" y="921365"/>
                  <a:pt x="345868" y="886021"/>
                  <a:pt x="148466" y="890780"/>
                </a:cubicBezTo>
                <a:cubicBezTo>
                  <a:pt x="60427" y="891029"/>
                  <a:pt x="1134" y="822266"/>
                  <a:pt x="0" y="742314"/>
                </a:cubicBezTo>
                <a:cubicBezTo>
                  <a:pt x="12583" y="548095"/>
                  <a:pt x="-16714" y="387957"/>
                  <a:pt x="0" y="14846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58" name="TextBox 57">
            <a:extLst>
              <a:ext uri="{FF2B5EF4-FFF2-40B4-BE49-F238E27FC236}">
                <a16:creationId xmlns:a16="http://schemas.microsoft.com/office/drawing/2014/main" id="{91E15F5A-7D90-E279-6BED-6262C4989AAB}"/>
              </a:ext>
            </a:extLst>
          </p:cNvPr>
          <p:cNvSpPr txBox="1"/>
          <p:nvPr/>
        </p:nvSpPr>
        <p:spPr>
          <a:xfrm>
            <a:off x="401425" y="5504605"/>
            <a:ext cx="5694575" cy="400110"/>
          </a:xfrm>
          <a:prstGeom prst="rect">
            <a:avLst/>
          </a:prstGeom>
          <a:noFill/>
        </p:spPr>
        <p:txBody>
          <a:bodyPr wrap="square">
            <a:spAutoFit/>
          </a:bodyPr>
          <a:lstStyle/>
          <a:p>
            <a:pPr algn="ctr"/>
            <a:r>
              <a:rPr lang="en-DE" sz="2000" b="1" dirty="0">
                <a:solidFill>
                  <a:schemeClr val="bg1"/>
                </a:solidFill>
                <a:latin typeface="Calibri" panose="020F0502020204030204" pitchFamily="34" charset="0"/>
                <a:cs typeface="Calibri" panose="020F0502020204030204" pitchFamily="34" charset="0"/>
              </a:rPr>
              <a:t>Difference </a:t>
            </a:r>
            <a:r>
              <a:rPr lang="en-DE" sz="2000" b="1" u="sng" dirty="0">
                <a:solidFill>
                  <a:schemeClr val="bg1"/>
                </a:solidFill>
                <a:latin typeface="Calibri" panose="020F0502020204030204" pitchFamily="34" charset="0"/>
                <a:cs typeface="Calibri" panose="020F0502020204030204" pitchFamily="34" charset="0"/>
              </a:rPr>
              <a:t>between</a:t>
            </a:r>
            <a:r>
              <a:rPr lang="en-DE" sz="2000" b="1" dirty="0">
                <a:solidFill>
                  <a:schemeClr val="bg1"/>
                </a:solidFill>
                <a:latin typeface="Calibri" panose="020F0502020204030204" pitchFamily="34" charset="0"/>
                <a:cs typeface="Calibri" panose="020F0502020204030204" pitchFamily="34" charset="0"/>
              </a:rPr>
              <a:t> models for</a:t>
            </a:r>
            <a:r>
              <a:rPr lang="en-DE" sz="2000" b="1" dirty="0">
                <a:solidFill>
                  <a:srgbClr val="D86ECC"/>
                </a:solidFill>
                <a:latin typeface="Calibri" panose="020F0502020204030204" pitchFamily="34" charset="0"/>
                <a:cs typeface="Calibri" panose="020F0502020204030204" pitchFamily="34" charset="0"/>
              </a:rPr>
              <a:t> base agreement</a:t>
            </a:r>
          </a:p>
        </p:txBody>
      </p:sp>
      <p:sp>
        <p:nvSpPr>
          <p:cNvPr id="60" name="TextBox 59">
            <a:extLst>
              <a:ext uri="{FF2B5EF4-FFF2-40B4-BE49-F238E27FC236}">
                <a16:creationId xmlns:a16="http://schemas.microsoft.com/office/drawing/2014/main" id="{6D39339A-68A1-E287-1113-6B6F05B7C034}"/>
              </a:ext>
            </a:extLst>
          </p:cNvPr>
          <p:cNvSpPr txBox="1"/>
          <p:nvPr/>
        </p:nvSpPr>
        <p:spPr>
          <a:xfrm>
            <a:off x="-139453" y="5874735"/>
            <a:ext cx="6762134" cy="400110"/>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a</a:t>
            </a:r>
            <a:r>
              <a:rPr lang="en-DE" sz="2000" b="1" dirty="0">
                <a:solidFill>
                  <a:schemeClr val="bg1"/>
                </a:solidFill>
                <a:latin typeface="Calibri" panose="020F0502020204030204" pitchFamily="34" charset="0"/>
                <a:cs typeface="Calibri" panose="020F0502020204030204" pitchFamily="34" charset="0"/>
              </a:rPr>
              <a:t>nd </a:t>
            </a:r>
            <a:r>
              <a:rPr lang="en-DE" sz="2000" b="1" u="sng" dirty="0">
                <a:solidFill>
                  <a:schemeClr val="bg1"/>
                </a:solidFill>
                <a:latin typeface="Calibri" panose="020F0502020204030204" pitchFamily="34" charset="0"/>
                <a:cs typeface="Calibri" panose="020F0502020204030204" pitchFamily="34" charset="0"/>
              </a:rPr>
              <a:t>within</a:t>
            </a:r>
            <a:r>
              <a:rPr lang="en-DE" sz="2000" b="1" dirty="0">
                <a:solidFill>
                  <a:schemeClr val="bg1"/>
                </a:solidFill>
                <a:latin typeface="Calibri" panose="020F0502020204030204" pitchFamily="34" charset="0"/>
                <a:cs typeface="Calibri" panose="020F0502020204030204" pitchFamily="34" charset="0"/>
              </a:rPr>
              <a:t> models for</a:t>
            </a:r>
            <a:r>
              <a:rPr lang="en-DE" sz="2000" b="1" dirty="0">
                <a:solidFill>
                  <a:srgbClr val="D86ECC"/>
                </a:solidFill>
                <a:latin typeface="Calibri" panose="020F0502020204030204" pitchFamily="34" charset="0"/>
                <a:cs typeface="Calibri" panose="020F0502020204030204" pitchFamily="34" charset="0"/>
              </a:rPr>
              <a:t> </a:t>
            </a:r>
            <a:r>
              <a:rPr lang="en-DE" sz="2000" b="1" dirty="0">
                <a:solidFill>
                  <a:srgbClr val="F6C96B"/>
                </a:solidFill>
                <a:latin typeface="Calibri" panose="020F0502020204030204" pitchFamily="34" charset="0"/>
                <a:cs typeface="Calibri" panose="020F0502020204030204" pitchFamily="34" charset="0"/>
              </a:rPr>
              <a:t>sensitivity alignment</a:t>
            </a:r>
          </a:p>
        </p:txBody>
      </p:sp>
      <p:sp>
        <p:nvSpPr>
          <p:cNvPr id="62" name="Rectangle 61">
            <a:extLst>
              <a:ext uri="{FF2B5EF4-FFF2-40B4-BE49-F238E27FC236}">
                <a16:creationId xmlns:a16="http://schemas.microsoft.com/office/drawing/2014/main" id="{B1914622-549F-8BBE-7704-B3816DF347C5}"/>
              </a:ext>
            </a:extLst>
          </p:cNvPr>
          <p:cNvSpPr/>
          <p:nvPr/>
        </p:nvSpPr>
        <p:spPr>
          <a:xfrm>
            <a:off x="6206937" y="3252108"/>
            <a:ext cx="3303940" cy="280066"/>
          </a:xfrm>
          <a:prstGeom prst="rect">
            <a:avLst/>
          </a:prstGeom>
          <a:noFill/>
          <a:ln w="50800">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3" name="Slide Number Placeholder 62">
            <a:extLst>
              <a:ext uri="{FF2B5EF4-FFF2-40B4-BE49-F238E27FC236}">
                <a16:creationId xmlns:a16="http://schemas.microsoft.com/office/drawing/2014/main" id="{E5A898C2-F9EF-2C0D-2F6C-A585DE18BF51}"/>
              </a:ext>
            </a:extLst>
          </p:cNvPr>
          <p:cNvSpPr>
            <a:spLocks noGrp="1"/>
          </p:cNvSpPr>
          <p:nvPr>
            <p:ph type="sldNum" sz="quarter" idx="4"/>
          </p:nvPr>
        </p:nvSpPr>
        <p:spPr/>
        <p:txBody>
          <a:bodyPr/>
          <a:lstStyle/>
          <a:p>
            <a:fld id="{F8325A8C-A62D-5E4B-8AAC-68DD587E4A7D}" type="slidenum">
              <a:rPr lang="de-DE" smtClean="0"/>
              <a:t>24</a:t>
            </a:fld>
            <a:endParaRPr lang="de-DE" dirty="0"/>
          </a:p>
        </p:txBody>
      </p:sp>
      <p:sp>
        <p:nvSpPr>
          <p:cNvPr id="2" name="!!Textfeld 98">
            <a:extLst>
              <a:ext uri="{FF2B5EF4-FFF2-40B4-BE49-F238E27FC236}">
                <a16:creationId xmlns:a16="http://schemas.microsoft.com/office/drawing/2014/main" id="{3C8207ED-CBA1-2993-8F36-9ADF5B7A4558}"/>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Comparing Human and LLM Results</a:t>
            </a:r>
            <a:endParaRPr lang="en-US" sz="3500" b="1" dirty="0">
              <a:solidFill>
                <a:schemeClr val="accent5">
                  <a:lumMod val="60000"/>
                  <a:lumOff val="40000"/>
                </a:schemeClr>
              </a:solidFill>
              <a:latin typeface="Calibri" panose="020F0502020204030204" pitchFamily="34" charset="0"/>
              <a:cs typeface="Calibri" panose="020F0502020204030204" pitchFamily="34" charset="0"/>
            </a:endParaRPr>
          </a:p>
        </p:txBody>
      </p:sp>
      <p:sp>
        <p:nvSpPr>
          <p:cNvPr id="5" name="Rectangle 4">
            <a:extLst>
              <a:ext uri="{FF2B5EF4-FFF2-40B4-BE49-F238E27FC236}">
                <a16:creationId xmlns:a16="http://schemas.microsoft.com/office/drawing/2014/main" id="{86617CFC-09D6-E6F9-3A2E-FFF0E93E65D3}"/>
              </a:ext>
            </a:extLst>
          </p:cNvPr>
          <p:cNvSpPr/>
          <p:nvPr/>
        </p:nvSpPr>
        <p:spPr>
          <a:xfrm>
            <a:off x="6206937" y="4332754"/>
            <a:ext cx="3303940" cy="280066"/>
          </a:xfrm>
          <a:prstGeom prst="rect">
            <a:avLst/>
          </a:prstGeom>
          <a:noFill/>
          <a:ln w="50800">
            <a:solidFill>
              <a:srgbClr val="FF0000"/>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Tree>
    <p:extLst>
      <p:ext uri="{BB962C8B-B14F-4D97-AF65-F5344CB8AC3E}">
        <p14:creationId xmlns:p14="http://schemas.microsoft.com/office/powerpoint/2010/main" val="22714995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8"/>
                                        </p:tgtEl>
                                        <p:attrNameLst>
                                          <p:attrName>style.visibility</p:attrName>
                                        </p:attrNameLst>
                                      </p:cBhvr>
                                      <p:to>
                                        <p:strVal val="visible"/>
                                      </p:to>
                                    </p:set>
                                    <p:animEffect transition="in" filter="fade">
                                      <p:cBhvr>
                                        <p:cTn id="7" dur="500"/>
                                        <p:tgtEl>
                                          <p:spTgt spid="5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7"/>
                                        </p:tgtEl>
                                        <p:attrNameLst>
                                          <p:attrName>style.visibility</p:attrName>
                                        </p:attrNameLst>
                                      </p:cBhvr>
                                      <p:to>
                                        <p:strVal val="visible"/>
                                      </p:to>
                                    </p:set>
                                    <p:animEffect transition="in" filter="fade">
                                      <p:cBhvr>
                                        <p:cTn id="10" dur="500"/>
                                        <p:tgtEl>
                                          <p:spTgt spid="5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500"/>
                                        <p:tgtEl>
                                          <p:spTgt spid="60"/>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56"/>
                                        </p:tgtEl>
                                        <p:attrNameLst>
                                          <p:attrName>style.visibility</p:attrName>
                                        </p:attrNameLst>
                                      </p:cBhvr>
                                      <p:to>
                                        <p:strVal val="visible"/>
                                      </p:to>
                                    </p:set>
                                    <p:animEffect transition="in" filter="fade">
                                      <p:cBhvr>
                                        <p:cTn id="20" dur="500"/>
                                        <p:tgtEl>
                                          <p:spTgt spid="56"/>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47"/>
                                        </p:tgtEl>
                                        <p:attrNameLst>
                                          <p:attrName>style.visibility</p:attrName>
                                        </p:attrNameLst>
                                      </p:cBhvr>
                                      <p:to>
                                        <p:strVal val="visible"/>
                                      </p:to>
                                    </p:set>
                                    <p:animEffect transition="in" filter="fade">
                                      <p:cBhvr>
                                        <p:cTn id="23" dur="500"/>
                                        <p:tgtEl>
                                          <p:spTgt spid="47"/>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2"/>
                                        </p:tgtEl>
                                        <p:attrNameLst>
                                          <p:attrName>style.visibility</p:attrName>
                                        </p:attrNameLst>
                                      </p:cBhvr>
                                      <p:to>
                                        <p:strVal val="visible"/>
                                      </p:to>
                                    </p:set>
                                    <p:animEffect transition="in" filter="fade">
                                      <p:cBhvr>
                                        <p:cTn id="26" dur="500"/>
                                        <p:tgtEl>
                                          <p:spTgt spid="62"/>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animEffect transition="in" filter="fade">
                                      <p:cBhvr>
                                        <p:cTn id="2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animBg="1"/>
      <p:bldP spid="56" grpId="0"/>
      <p:bldP spid="57" grpId="0" animBg="1"/>
      <p:bldP spid="58" grpId="0"/>
      <p:bldP spid="60" grpId="0"/>
      <p:bldP spid="62" grpId="0" animBg="1"/>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A68761DB-A0CF-93ED-DED1-3B7E9215B8BC}"/>
            </a:ext>
          </a:extLst>
        </p:cNvPr>
        <p:cNvGrpSpPr/>
        <p:nvPr/>
      </p:nvGrpSpPr>
      <p:grpSpPr>
        <a:xfrm>
          <a:off x="0" y="0"/>
          <a:ext cx="0" cy="0"/>
          <a:chOff x="0" y="0"/>
          <a:chExt cx="0" cy="0"/>
        </a:xfrm>
      </p:grpSpPr>
      <p:grpSp>
        <p:nvGrpSpPr>
          <p:cNvPr id="13" name="Group 12">
            <a:extLst>
              <a:ext uri="{FF2B5EF4-FFF2-40B4-BE49-F238E27FC236}">
                <a16:creationId xmlns:a16="http://schemas.microsoft.com/office/drawing/2014/main" id="{B12EB2FE-16B5-6E27-FC18-990FD13E01DD}"/>
              </a:ext>
            </a:extLst>
          </p:cNvPr>
          <p:cNvGrpSpPr/>
          <p:nvPr/>
        </p:nvGrpSpPr>
        <p:grpSpPr>
          <a:xfrm>
            <a:off x="1363150" y="961221"/>
            <a:ext cx="3158903" cy="2135675"/>
            <a:chOff x="2285378" y="2462941"/>
            <a:chExt cx="1463685" cy="989570"/>
          </a:xfrm>
        </p:grpSpPr>
        <p:pic>
          <p:nvPicPr>
            <p:cNvPr id="14" name="Picture 13">
              <a:extLst>
                <a:ext uri="{FF2B5EF4-FFF2-40B4-BE49-F238E27FC236}">
                  <a16:creationId xmlns:a16="http://schemas.microsoft.com/office/drawing/2014/main" id="{31F0C7BC-36C5-E8E8-72B3-AF7D1CB491E3}"/>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B838C37A-2D0B-A995-FE46-DB264CB9CFEE}"/>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F095494C-2E5C-8326-E2F7-6E07D72FB045}"/>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C42075B1-0E0B-0684-ECA8-1A103E7AFBAD}"/>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31EFC630-F047-D9AB-E051-ECE5998764AD}"/>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0C8CBB4F-6171-C25C-092E-181B50C73F44}"/>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6BD0A63D-1BD8-E0E0-3045-3415F220EBB4}"/>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53F8DC9B-6117-D0B7-0C3A-C08BBDDECF37}"/>
                </a:ext>
              </a:extLst>
            </p:cNvPr>
            <p:cNvPicPr>
              <a:picLocks noChangeAspect="1"/>
            </p:cNvPicPr>
            <p:nvPr/>
          </p:nvPicPr>
          <p:blipFill>
            <a:blip r:embed="rId10"/>
            <a:stretch>
              <a:fillRect/>
            </a:stretch>
          </p:blipFill>
          <p:spPr>
            <a:xfrm>
              <a:off x="2844532" y="2912511"/>
              <a:ext cx="540000" cy="540000"/>
            </a:xfrm>
            <a:prstGeom prst="rect">
              <a:avLst/>
            </a:prstGeom>
          </p:spPr>
        </p:pic>
      </p:grpSp>
      <p:pic>
        <p:nvPicPr>
          <p:cNvPr id="36" name="Grafik 122">
            <a:extLst>
              <a:ext uri="{FF2B5EF4-FFF2-40B4-BE49-F238E27FC236}">
                <a16:creationId xmlns:a16="http://schemas.microsoft.com/office/drawing/2014/main" id="{53CD1B80-776D-44FF-1BF3-BCE0D8AED60E}"/>
              </a:ext>
            </a:extLst>
          </p:cNvPr>
          <p:cNvPicPr>
            <a:picLocks noChangeAspect="1"/>
          </p:cNvPicPr>
          <p:nvPr/>
        </p:nvPicPr>
        <p:blipFill>
          <a:blip r:embed="rId11"/>
          <a:stretch>
            <a:fillRect/>
          </a:stretch>
        </p:blipFill>
        <p:spPr>
          <a:xfrm>
            <a:off x="9038205" y="932644"/>
            <a:ext cx="1171815" cy="1171815"/>
          </a:xfrm>
          <a:prstGeom prst="rect">
            <a:avLst/>
          </a:prstGeom>
        </p:spPr>
      </p:pic>
      <p:pic>
        <p:nvPicPr>
          <p:cNvPr id="38" name="Grafik 122">
            <a:extLst>
              <a:ext uri="{FF2B5EF4-FFF2-40B4-BE49-F238E27FC236}">
                <a16:creationId xmlns:a16="http://schemas.microsoft.com/office/drawing/2014/main" id="{9124B22D-625F-B163-580A-8A0159AEE23B}"/>
              </a:ext>
            </a:extLst>
          </p:cNvPr>
          <p:cNvPicPr>
            <a:picLocks noChangeAspect="1"/>
          </p:cNvPicPr>
          <p:nvPr/>
        </p:nvPicPr>
        <p:blipFill>
          <a:blip r:embed="rId11"/>
          <a:stretch>
            <a:fillRect/>
          </a:stretch>
        </p:blipFill>
        <p:spPr>
          <a:xfrm>
            <a:off x="9624111" y="1357480"/>
            <a:ext cx="1171815" cy="1171815"/>
          </a:xfrm>
          <a:prstGeom prst="rect">
            <a:avLst/>
          </a:prstGeom>
        </p:spPr>
      </p:pic>
      <p:pic>
        <p:nvPicPr>
          <p:cNvPr id="39" name="Grafik 122">
            <a:extLst>
              <a:ext uri="{FF2B5EF4-FFF2-40B4-BE49-F238E27FC236}">
                <a16:creationId xmlns:a16="http://schemas.microsoft.com/office/drawing/2014/main" id="{34D2ECA8-723C-CFE2-F7C6-D74965AB7732}"/>
              </a:ext>
            </a:extLst>
          </p:cNvPr>
          <p:cNvPicPr>
            <a:picLocks noChangeAspect="1"/>
          </p:cNvPicPr>
          <p:nvPr/>
        </p:nvPicPr>
        <p:blipFill>
          <a:blip r:embed="rId11"/>
          <a:stretch>
            <a:fillRect/>
          </a:stretch>
        </p:blipFill>
        <p:spPr>
          <a:xfrm>
            <a:off x="7981833" y="1129340"/>
            <a:ext cx="1171815" cy="1171815"/>
          </a:xfrm>
          <a:prstGeom prst="rect">
            <a:avLst/>
          </a:prstGeom>
        </p:spPr>
      </p:pic>
      <p:pic>
        <p:nvPicPr>
          <p:cNvPr id="41" name="Grafik 122">
            <a:extLst>
              <a:ext uri="{FF2B5EF4-FFF2-40B4-BE49-F238E27FC236}">
                <a16:creationId xmlns:a16="http://schemas.microsoft.com/office/drawing/2014/main" id="{26D81514-0675-AAB0-B350-9A26B6F429FF}"/>
              </a:ext>
            </a:extLst>
          </p:cNvPr>
          <p:cNvPicPr>
            <a:picLocks noChangeAspect="1"/>
          </p:cNvPicPr>
          <p:nvPr/>
        </p:nvPicPr>
        <p:blipFill>
          <a:blip r:embed="rId11"/>
          <a:stretch>
            <a:fillRect/>
          </a:stretch>
        </p:blipFill>
        <p:spPr>
          <a:xfrm>
            <a:off x="8567741" y="1451280"/>
            <a:ext cx="1171815" cy="1171815"/>
          </a:xfrm>
          <a:prstGeom prst="rect">
            <a:avLst/>
          </a:prstGeom>
        </p:spPr>
      </p:pic>
      <p:pic>
        <p:nvPicPr>
          <p:cNvPr id="42" name="Grafik 122">
            <a:extLst>
              <a:ext uri="{FF2B5EF4-FFF2-40B4-BE49-F238E27FC236}">
                <a16:creationId xmlns:a16="http://schemas.microsoft.com/office/drawing/2014/main" id="{BAD960A5-4662-068F-370E-92274D516772}"/>
              </a:ext>
            </a:extLst>
          </p:cNvPr>
          <p:cNvPicPr>
            <a:picLocks noChangeAspect="1"/>
          </p:cNvPicPr>
          <p:nvPr/>
        </p:nvPicPr>
        <p:blipFill>
          <a:blip r:embed="rId11"/>
          <a:stretch>
            <a:fillRect/>
          </a:stretch>
        </p:blipFill>
        <p:spPr>
          <a:xfrm>
            <a:off x="7981832" y="1835665"/>
            <a:ext cx="1171815" cy="1171815"/>
          </a:xfrm>
          <a:prstGeom prst="rect">
            <a:avLst/>
          </a:prstGeom>
        </p:spPr>
      </p:pic>
      <p:pic>
        <p:nvPicPr>
          <p:cNvPr id="43" name="Grafik 122">
            <a:extLst>
              <a:ext uri="{FF2B5EF4-FFF2-40B4-BE49-F238E27FC236}">
                <a16:creationId xmlns:a16="http://schemas.microsoft.com/office/drawing/2014/main" id="{7ABB080A-3D77-8E5C-05FC-1E49BE6CCF5D}"/>
              </a:ext>
            </a:extLst>
          </p:cNvPr>
          <p:cNvPicPr>
            <a:picLocks noChangeAspect="1"/>
          </p:cNvPicPr>
          <p:nvPr/>
        </p:nvPicPr>
        <p:blipFill>
          <a:blip r:embed="rId11"/>
          <a:stretch>
            <a:fillRect/>
          </a:stretch>
        </p:blipFill>
        <p:spPr>
          <a:xfrm>
            <a:off x="8765201" y="2051109"/>
            <a:ext cx="1171815" cy="1171815"/>
          </a:xfrm>
          <a:prstGeom prst="rect">
            <a:avLst/>
          </a:prstGeom>
        </p:spPr>
      </p:pic>
      <p:pic>
        <p:nvPicPr>
          <p:cNvPr id="44" name="!!Grafik 122">
            <a:extLst>
              <a:ext uri="{FF2B5EF4-FFF2-40B4-BE49-F238E27FC236}">
                <a16:creationId xmlns:a16="http://schemas.microsoft.com/office/drawing/2014/main" id="{8B342436-ACC1-99AF-4386-97081635E3FF}"/>
              </a:ext>
            </a:extLst>
          </p:cNvPr>
          <p:cNvPicPr>
            <a:picLocks noChangeAspect="1"/>
          </p:cNvPicPr>
          <p:nvPr/>
        </p:nvPicPr>
        <p:blipFill>
          <a:blip r:embed="rId11"/>
          <a:stretch>
            <a:fillRect/>
          </a:stretch>
        </p:blipFill>
        <p:spPr>
          <a:xfrm>
            <a:off x="9469245" y="2118380"/>
            <a:ext cx="1171815" cy="1171815"/>
          </a:xfrm>
          <a:prstGeom prst="rect">
            <a:avLst/>
          </a:prstGeom>
        </p:spPr>
      </p:pic>
      <p:cxnSp>
        <p:nvCxnSpPr>
          <p:cNvPr id="52" name="!!Curved Connector 8">
            <a:extLst>
              <a:ext uri="{FF2B5EF4-FFF2-40B4-BE49-F238E27FC236}">
                <a16:creationId xmlns:a16="http://schemas.microsoft.com/office/drawing/2014/main" id="{45EB7BFC-5A91-FE30-640F-A509D5CF0372}"/>
              </a:ext>
            </a:extLst>
          </p:cNvPr>
          <p:cNvCxnSpPr>
            <a:cxnSpLocks/>
          </p:cNvCxnSpPr>
          <p:nvPr/>
        </p:nvCxnSpPr>
        <p:spPr>
          <a:xfrm>
            <a:off x="4479189" y="2301155"/>
            <a:ext cx="3262319" cy="12700"/>
          </a:xfrm>
          <a:prstGeom prst="curvedConnector3">
            <a:avLst>
              <a:gd name="adj1" fmla="val 50000"/>
            </a:avLst>
          </a:prstGeom>
          <a:ln w="63500">
            <a:solidFill>
              <a:srgbClr val="C1E5F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61" name="Textfeld 98">
            <a:extLst>
              <a:ext uri="{FF2B5EF4-FFF2-40B4-BE49-F238E27FC236}">
                <a16:creationId xmlns:a16="http://schemas.microsoft.com/office/drawing/2014/main" id="{5A0E35CB-CE50-1CA8-365C-C2F9CDA3A9DF}"/>
              </a:ext>
            </a:extLst>
          </p:cNvPr>
          <p:cNvSpPr txBox="1"/>
          <p:nvPr/>
        </p:nvSpPr>
        <p:spPr>
          <a:xfrm>
            <a:off x="622902" y="4002848"/>
            <a:ext cx="10970260" cy="707886"/>
          </a:xfrm>
          <a:prstGeom prst="rect">
            <a:avLst/>
          </a:prstGeom>
          <a:noFill/>
        </p:spPr>
        <p:txBody>
          <a:bodyPr wrap="square" rtlCol="0">
            <a:spAutoFit/>
          </a:bodyPr>
          <a:lstStyle/>
          <a:p>
            <a:pPr algn="ctr"/>
            <a:r>
              <a:rPr lang="en-US" sz="4000" b="1" dirty="0">
                <a:solidFill>
                  <a:schemeClr val="bg1"/>
                </a:solidFill>
                <a:latin typeface="Calibri" panose="020F0502020204030204" pitchFamily="34" charset="0"/>
                <a:cs typeface="Calibri" panose="020F0502020204030204" pitchFamily="34" charset="0"/>
              </a:rPr>
              <a:t>What do we want?</a:t>
            </a:r>
            <a:endParaRPr lang="en-US" sz="4000" b="1" dirty="0">
              <a:solidFill>
                <a:schemeClr val="accent5">
                  <a:lumMod val="60000"/>
                  <a:lumOff val="40000"/>
                </a:schemeClr>
              </a:solidFill>
              <a:latin typeface="Calibri" panose="020F0502020204030204" pitchFamily="34" charset="0"/>
              <a:cs typeface="Calibri" panose="020F0502020204030204" pitchFamily="34" charset="0"/>
            </a:endParaRPr>
          </a:p>
        </p:txBody>
      </p:sp>
      <p:pic>
        <p:nvPicPr>
          <p:cNvPr id="64" name="Picture 63">
            <a:extLst>
              <a:ext uri="{FF2B5EF4-FFF2-40B4-BE49-F238E27FC236}">
                <a16:creationId xmlns:a16="http://schemas.microsoft.com/office/drawing/2014/main" id="{24DB2234-2EE4-261C-8005-36687EDF7642}"/>
              </a:ext>
            </a:extLst>
          </p:cNvPr>
          <p:cNvPicPr>
            <a:picLocks noChangeAspect="1"/>
          </p:cNvPicPr>
          <p:nvPr/>
        </p:nvPicPr>
        <p:blipFill>
          <a:blip r:embed="rId12"/>
          <a:stretch>
            <a:fillRect/>
          </a:stretch>
        </p:blipFill>
        <p:spPr>
          <a:xfrm>
            <a:off x="5691978" y="1281548"/>
            <a:ext cx="822911" cy="822911"/>
          </a:xfrm>
          <a:prstGeom prst="rect">
            <a:avLst/>
          </a:prstGeom>
        </p:spPr>
      </p:pic>
      <p:sp>
        <p:nvSpPr>
          <p:cNvPr id="65" name="Slide Number Placeholder 64">
            <a:extLst>
              <a:ext uri="{FF2B5EF4-FFF2-40B4-BE49-F238E27FC236}">
                <a16:creationId xmlns:a16="http://schemas.microsoft.com/office/drawing/2014/main" id="{9AF206FA-C74E-BAB1-305E-4CF89235D209}"/>
              </a:ext>
            </a:extLst>
          </p:cNvPr>
          <p:cNvSpPr>
            <a:spLocks noGrp="1"/>
          </p:cNvSpPr>
          <p:nvPr>
            <p:ph type="sldNum" sz="quarter" idx="4"/>
          </p:nvPr>
        </p:nvSpPr>
        <p:spPr/>
        <p:txBody>
          <a:bodyPr/>
          <a:lstStyle/>
          <a:p>
            <a:fld id="{F8325A8C-A62D-5E4B-8AAC-68DD587E4A7D}" type="slidenum">
              <a:rPr lang="de-DE" smtClean="0"/>
              <a:t>25</a:t>
            </a:fld>
            <a:endParaRPr lang="de-DE" dirty="0"/>
          </a:p>
        </p:txBody>
      </p:sp>
    </p:spTree>
    <p:extLst>
      <p:ext uri="{BB962C8B-B14F-4D97-AF65-F5344CB8AC3E}">
        <p14:creationId xmlns:p14="http://schemas.microsoft.com/office/powerpoint/2010/main" val="183618043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4616A81D-627B-680A-43FA-DE86EB91CED8}"/>
            </a:ext>
          </a:extLst>
        </p:cNvPr>
        <p:cNvGrpSpPr/>
        <p:nvPr/>
      </p:nvGrpSpPr>
      <p:grpSpPr>
        <a:xfrm>
          <a:off x="0" y="0"/>
          <a:ext cx="0" cy="0"/>
          <a:chOff x="0" y="0"/>
          <a:chExt cx="0" cy="0"/>
        </a:xfrm>
      </p:grpSpPr>
      <p:sp>
        <p:nvSpPr>
          <p:cNvPr id="33" name="Rounded Rectangle 32">
            <a:extLst>
              <a:ext uri="{FF2B5EF4-FFF2-40B4-BE49-F238E27FC236}">
                <a16:creationId xmlns:a16="http://schemas.microsoft.com/office/drawing/2014/main" id="{DE2261C9-F139-5352-474B-77B40417C102}"/>
              </a:ext>
            </a:extLst>
          </p:cNvPr>
          <p:cNvSpPr/>
          <p:nvPr/>
        </p:nvSpPr>
        <p:spPr>
          <a:xfrm>
            <a:off x="4343249" y="2311308"/>
            <a:ext cx="3498240" cy="2753777"/>
          </a:xfrm>
          <a:custGeom>
            <a:avLst/>
            <a:gdLst>
              <a:gd name="csX0" fmla="*/ 0 w 3498240"/>
              <a:gd name="csY0" fmla="*/ 458972 h 2753777"/>
              <a:gd name="csX1" fmla="*/ 458972 w 3498240"/>
              <a:gd name="csY1" fmla="*/ 0 h 2753777"/>
              <a:gd name="csX2" fmla="*/ 1129849 w 3498240"/>
              <a:gd name="csY2" fmla="*/ 0 h 2753777"/>
              <a:gd name="csX3" fmla="*/ 1723317 w 3498240"/>
              <a:gd name="csY3" fmla="*/ 0 h 2753777"/>
              <a:gd name="csX4" fmla="*/ 2368391 w 3498240"/>
              <a:gd name="csY4" fmla="*/ 0 h 2753777"/>
              <a:gd name="csX5" fmla="*/ 3039268 w 3498240"/>
              <a:gd name="csY5" fmla="*/ 0 h 2753777"/>
              <a:gd name="csX6" fmla="*/ 3498240 w 3498240"/>
              <a:gd name="csY6" fmla="*/ 458972 h 2753777"/>
              <a:gd name="csX7" fmla="*/ 3498240 w 3498240"/>
              <a:gd name="csY7" fmla="*/ 1107633 h 2753777"/>
              <a:gd name="csX8" fmla="*/ 3498240 w 3498240"/>
              <a:gd name="csY8" fmla="*/ 1737936 h 2753777"/>
              <a:gd name="csX9" fmla="*/ 3498240 w 3498240"/>
              <a:gd name="csY9" fmla="*/ 2294805 h 2753777"/>
              <a:gd name="csX10" fmla="*/ 3039268 w 3498240"/>
              <a:gd name="csY10" fmla="*/ 2753777 h 2753777"/>
              <a:gd name="csX11" fmla="*/ 2394194 w 3498240"/>
              <a:gd name="csY11" fmla="*/ 2753777 h 2753777"/>
              <a:gd name="csX12" fmla="*/ 1800726 w 3498240"/>
              <a:gd name="csY12" fmla="*/ 2753777 h 2753777"/>
              <a:gd name="csX13" fmla="*/ 1233061 w 3498240"/>
              <a:gd name="csY13" fmla="*/ 2753777 h 2753777"/>
              <a:gd name="csX14" fmla="*/ 458972 w 3498240"/>
              <a:gd name="csY14" fmla="*/ 2753777 h 2753777"/>
              <a:gd name="csX15" fmla="*/ 0 w 3498240"/>
              <a:gd name="csY15" fmla="*/ 2294805 h 2753777"/>
              <a:gd name="csX16" fmla="*/ 0 w 3498240"/>
              <a:gd name="csY16" fmla="*/ 1664502 h 2753777"/>
              <a:gd name="csX17" fmla="*/ 0 w 3498240"/>
              <a:gd name="csY17" fmla="*/ 1089275 h 2753777"/>
              <a:gd name="csX18" fmla="*/ 0 w 3498240"/>
              <a:gd name="csY18" fmla="*/ 458972 h 2753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98240" h="2753777" fill="none" extrusionOk="0">
                <a:moveTo>
                  <a:pt x="0" y="458972"/>
                </a:moveTo>
                <a:cubicBezTo>
                  <a:pt x="-56211" y="207803"/>
                  <a:pt x="222073" y="-29896"/>
                  <a:pt x="458972" y="0"/>
                </a:cubicBezTo>
                <a:cubicBezTo>
                  <a:pt x="680920" y="-32165"/>
                  <a:pt x="894285" y="9825"/>
                  <a:pt x="1129849" y="0"/>
                </a:cubicBezTo>
                <a:cubicBezTo>
                  <a:pt x="1365413" y="-9825"/>
                  <a:pt x="1592829" y="-12999"/>
                  <a:pt x="1723317" y="0"/>
                </a:cubicBezTo>
                <a:cubicBezTo>
                  <a:pt x="1853805" y="12999"/>
                  <a:pt x="2119964" y="13460"/>
                  <a:pt x="2368391" y="0"/>
                </a:cubicBezTo>
                <a:cubicBezTo>
                  <a:pt x="2616818" y="-13460"/>
                  <a:pt x="2713856" y="-33453"/>
                  <a:pt x="3039268" y="0"/>
                </a:cubicBezTo>
                <a:cubicBezTo>
                  <a:pt x="3311245" y="-56880"/>
                  <a:pt x="3520735" y="229812"/>
                  <a:pt x="3498240" y="458972"/>
                </a:cubicBezTo>
                <a:cubicBezTo>
                  <a:pt x="3496722" y="739523"/>
                  <a:pt x="3490659" y="854315"/>
                  <a:pt x="3498240" y="1107633"/>
                </a:cubicBezTo>
                <a:cubicBezTo>
                  <a:pt x="3505821" y="1360951"/>
                  <a:pt x="3511479" y="1464961"/>
                  <a:pt x="3498240" y="1737936"/>
                </a:cubicBezTo>
                <a:cubicBezTo>
                  <a:pt x="3485001" y="2010911"/>
                  <a:pt x="3475877" y="2079968"/>
                  <a:pt x="3498240" y="2294805"/>
                </a:cubicBezTo>
                <a:cubicBezTo>
                  <a:pt x="3487784" y="2580885"/>
                  <a:pt x="3279730" y="2712771"/>
                  <a:pt x="3039268" y="2753777"/>
                </a:cubicBezTo>
                <a:cubicBezTo>
                  <a:pt x="2909016" y="2743861"/>
                  <a:pt x="2594742" y="2779564"/>
                  <a:pt x="2394194" y="2753777"/>
                </a:cubicBezTo>
                <a:cubicBezTo>
                  <a:pt x="2193646" y="2727990"/>
                  <a:pt x="1982047" y="2772352"/>
                  <a:pt x="1800726" y="2753777"/>
                </a:cubicBezTo>
                <a:cubicBezTo>
                  <a:pt x="1619405" y="2735202"/>
                  <a:pt x="1452076" y="2764878"/>
                  <a:pt x="1233061" y="2753777"/>
                </a:cubicBezTo>
                <a:cubicBezTo>
                  <a:pt x="1014047" y="2742676"/>
                  <a:pt x="710746" y="2771212"/>
                  <a:pt x="458972" y="2753777"/>
                </a:cubicBezTo>
                <a:cubicBezTo>
                  <a:pt x="203804" y="2760081"/>
                  <a:pt x="50550" y="2562787"/>
                  <a:pt x="0" y="2294805"/>
                </a:cubicBezTo>
                <a:cubicBezTo>
                  <a:pt x="-27734" y="2115166"/>
                  <a:pt x="-6162" y="1968948"/>
                  <a:pt x="0" y="1664502"/>
                </a:cubicBezTo>
                <a:cubicBezTo>
                  <a:pt x="6162" y="1360056"/>
                  <a:pt x="-7948" y="1213975"/>
                  <a:pt x="0" y="1089275"/>
                </a:cubicBezTo>
                <a:cubicBezTo>
                  <a:pt x="7948" y="964575"/>
                  <a:pt x="-11668" y="680123"/>
                  <a:pt x="0" y="458972"/>
                </a:cubicBezTo>
                <a:close/>
              </a:path>
              <a:path w="3498240" h="2753777" stroke="0" extrusionOk="0">
                <a:moveTo>
                  <a:pt x="0" y="458972"/>
                </a:moveTo>
                <a:cubicBezTo>
                  <a:pt x="-10612" y="198943"/>
                  <a:pt x="178153" y="10260"/>
                  <a:pt x="458972" y="0"/>
                </a:cubicBezTo>
                <a:cubicBezTo>
                  <a:pt x="604415" y="2117"/>
                  <a:pt x="866841" y="14407"/>
                  <a:pt x="1155652" y="0"/>
                </a:cubicBezTo>
                <a:cubicBezTo>
                  <a:pt x="1444463" y="-14407"/>
                  <a:pt x="1625741" y="-25076"/>
                  <a:pt x="1774923" y="0"/>
                </a:cubicBezTo>
                <a:cubicBezTo>
                  <a:pt x="1924105" y="25076"/>
                  <a:pt x="2078986" y="-29499"/>
                  <a:pt x="2368391" y="0"/>
                </a:cubicBezTo>
                <a:cubicBezTo>
                  <a:pt x="2657796" y="29499"/>
                  <a:pt x="2876418" y="-28621"/>
                  <a:pt x="3039268" y="0"/>
                </a:cubicBezTo>
                <a:cubicBezTo>
                  <a:pt x="3315237" y="-46277"/>
                  <a:pt x="3485452" y="203531"/>
                  <a:pt x="3498240" y="458972"/>
                </a:cubicBezTo>
                <a:cubicBezTo>
                  <a:pt x="3494293" y="717846"/>
                  <a:pt x="3518385" y="775582"/>
                  <a:pt x="3498240" y="1070916"/>
                </a:cubicBezTo>
                <a:cubicBezTo>
                  <a:pt x="3478095" y="1366250"/>
                  <a:pt x="3477121" y="1558421"/>
                  <a:pt x="3498240" y="1719577"/>
                </a:cubicBezTo>
                <a:cubicBezTo>
                  <a:pt x="3519359" y="1880733"/>
                  <a:pt x="3502922" y="2172448"/>
                  <a:pt x="3498240" y="2294805"/>
                </a:cubicBezTo>
                <a:cubicBezTo>
                  <a:pt x="3439904" y="2544951"/>
                  <a:pt x="3309236" y="2708572"/>
                  <a:pt x="3039268" y="2753777"/>
                </a:cubicBezTo>
                <a:cubicBezTo>
                  <a:pt x="2763766" y="2720892"/>
                  <a:pt x="2592057" y="2740396"/>
                  <a:pt x="2368391" y="2753777"/>
                </a:cubicBezTo>
                <a:cubicBezTo>
                  <a:pt x="2144725" y="2767158"/>
                  <a:pt x="1814036" y="2764499"/>
                  <a:pt x="1671711" y="2753777"/>
                </a:cubicBezTo>
                <a:cubicBezTo>
                  <a:pt x="1529386" y="2743055"/>
                  <a:pt x="723282" y="2719535"/>
                  <a:pt x="458972" y="2753777"/>
                </a:cubicBezTo>
                <a:cubicBezTo>
                  <a:pt x="185556" y="2757050"/>
                  <a:pt x="-12348" y="2539768"/>
                  <a:pt x="0" y="2294805"/>
                </a:cubicBezTo>
                <a:cubicBezTo>
                  <a:pt x="-17686" y="2028898"/>
                  <a:pt x="6773" y="1877027"/>
                  <a:pt x="0" y="1664502"/>
                </a:cubicBezTo>
                <a:cubicBezTo>
                  <a:pt x="-6773" y="1451977"/>
                  <a:pt x="-23123" y="1194142"/>
                  <a:pt x="0" y="1052558"/>
                </a:cubicBezTo>
                <a:cubicBezTo>
                  <a:pt x="23123" y="910974"/>
                  <a:pt x="7699" y="678011"/>
                  <a:pt x="0" y="45897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p:sp>
        <p:nvSpPr>
          <p:cNvPr id="34" name="Rounded Rectangle 33">
            <a:extLst>
              <a:ext uri="{FF2B5EF4-FFF2-40B4-BE49-F238E27FC236}">
                <a16:creationId xmlns:a16="http://schemas.microsoft.com/office/drawing/2014/main" id="{ADDEEAAD-4DA5-9536-F7E0-235F029A71A6}"/>
              </a:ext>
            </a:extLst>
          </p:cNvPr>
          <p:cNvSpPr/>
          <p:nvPr/>
        </p:nvSpPr>
        <p:spPr>
          <a:xfrm>
            <a:off x="8135467" y="2300379"/>
            <a:ext cx="3498240" cy="2753777"/>
          </a:xfrm>
          <a:custGeom>
            <a:avLst/>
            <a:gdLst>
              <a:gd name="csX0" fmla="*/ 0 w 3498240"/>
              <a:gd name="csY0" fmla="*/ 458972 h 2753777"/>
              <a:gd name="csX1" fmla="*/ 458972 w 3498240"/>
              <a:gd name="csY1" fmla="*/ 0 h 2753777"/>
              <a:gd name="csX2" fmla="*/ 1129849 w 3498240"/>
              <a:gd name="csY2" fmla="*/ 0 h 2753777"/>
              <a:gd name="csX3" fmla="*/ 1723317 w 3498240"/>
              <a:gd name="csY3" fmla="*/ 0 h 2753777"/>
              <a:gd name="csX4" fmla="*/ 2368391 w 3498240"/>
              <a:gd name="csY4" fmla="*/ 0 h 2753777"/>
              <a:gd name="csX5" fmla="*/ 3039268 w 3498240"/>
              <a:gd name="csY5" fmla="*/ 0 h 2753777"/>
              <a:gd name="csX6" fmla="*/ 3498240 w 3498240"/>
              <a:gd name="csY6" fmla="*/ 458972 h 2753777"/>
              <a:gd name="csX7" fmla="*/ 3498240 w 3498240"/>
              <a:gd name="csY7" fmla="*/ 1107633 h 2753777"/>
              <a:gd name="csX8" fmla="*/ 3498240 w 3498240"/>
              <a:gd name="csY8" fmla="*/ 1737936 h 2753777"/>
              <a:gd name="csX9" fmla="*/ 3498240 w 3498240"/>
              <a:gd name="csY9" fmla="*/ 2294805 h 2753777"/>
              <a:gd name="csX10" fmla="*/ 3039268 w 3498240"/>
              <a:gd name="csY10" fmla="*/ 2753777 h 2753777"/>
              <a:gd name="csX11" fmla="*/ 2394194 w 3498240"/>
              <a:gd name="csY11" fmla="*/ 2753777 h 2753777"/>
              <a:gd name="csX12" fmla="*/ 1800726 w 3498240"/>
              <a:gd name="csY12" fmla="*/ 2753777 h 2753777"/>
              <a:gd name="csX13" fmla="*/ 1233061 w 3498240"/>
              <a:gd name="csY13" fmla="*/ 2753777 h 2753777"/>
              <a:gd name="csX14" fmla="*/ 458972 w 3498240"/>
              <a:gd name="csY14" fmla="*/ 2753777 h 2753777"/>
              <a:gd name="csX15" fmla="*/ 0 w 3498240"/>
              <a:gd name="csY15" fmla="*/ 2294805 h 2753777"/>
              <a:gd name="csX16" fmla="*/ 0 w 3498240"/>
              <a:gd name="csY16" fmla="*/ 1664502 h 2753777"/>
              <a:gd name="csX17" fmla="*/ 0 w 3498240"/>
              <a:gd name="csY17" fmla="*/ 1089275 h 2753777"/>
              <a:gd name="csX18" fmla="*/ 0 w 3498240"/>
              <a:gd name="csY18" fmla="*/ 458972 h 2753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98240" h="2753777" fill="none" extrusionOk="0">
                <a:moveTo>
                  <a:pt x="0" y="458972"/>
                </a:moveTo>
                <a:cubicBezTo>
                  <a:pt x="-56211" y="207803"/>
                  <a:pt x="222073" y="-29896"/>
                  <a:pt x="458972" y="0"/>
                </a:cubicBezTo>
                <a:cubicBezTo>
                  <a:pt x="680920" y="-32165"/>
                  <a:pt x="894285" y="9825"/>
                  <a:pt x="1129849" y="0"/>
                </a:cubicBezTo>
                <a:cubicBezTo>
                  <a:pt x="1365413" y="-9825"/>
                  <a:pt x="1592829" y="-12999"/>
                  <a:pt x="1723317" y="0"/>
                </a:cubicBezTo>
                <a:cubicBezTo>
                  <a:pt x="1853805" y="12999"/>
                  <a:pt x="2119964" y="13460"/>
                  <a:pt x="2368391" y="0"/>
                </a:cubicBezTo>
                <a:cubicBezTo>
                  <a:pt x="2616818" y="-13460"/>
                  <a:pt x="2713856" y="-33453"/>
                  <a:pt x="3039268" y="0"/>
                </a:cubicBezTo>
                <a:cubicBezTo>
                  <a:pt x="3311245" y="-56880"/>
                  <a:pt x="3520735" y="229812"/>
                  <a:pt x="3498240" y="458972"/>
                </a:cubicBezTo>
                <a:cubicBezTo>
                  <a:pt x="3496722" y="739523"/>
                  <a:pt x="3490659" y="854315"/>
                  <a:pt x="3498240" y="1107633"/>
                </a:cubicBezTo>
                <a:cubicBezTo>
                  <a:pt x="3505821" y="1360951"/>
                  <a:pt x="3511479" y="1464961"/>
                  <a:pt x="3498240" y="1737936"/>
                </a:cubicBezTo>
                <a:cubicBezTo>
                  <a:pt x="3485001" y="2010911"/>
                  <a:pt x="3475877" y="2079968"/>
                  <a:pt x="3498240" y="2294805"/>
                </a:cubicBezTo>
                <a:cubicBezTo>
                  <a:pt x="3487784" y="2580885"/>
                  <a:pt x="3279730" y="2712771"/>
                  <a:pt x="3039268" y="2753777"/>
                </a:cubicBezTo>
                <a:cubicBezTo>
                  <a:pt x="2909016" y="2743861"/>
                  <a:pt x="2594742" y="2779564"/>
                  <a:pt x="2394194" y="2753777"/>
                </a:cubicBezTo>
                <a:cubicBezTo>
                  <a:pt x="2193646" y="2727990"/>
                  <a:pt x="1982047" y="2772352"/>
                  <a:pt x="1800726" y="2753777"/>
                </a:cubicBezTo>
                <a:cubicBezTo>
                  <a:pt x="1619405" y="2735202"/>
                  <a:pt x="1452076" y="2764878"/>
                  <a:pt x="1233061" y="2753777"/>
                </a:cubicBezTo>
                <a:cubicBezTo>
                  <a:pt x="1014047" y="2742676"/>
                  <a:pt x="710746" y="2771212"/>
                  <a:pt x="458972" y="2753777"/>
                </a:cubicBezTo>
                <a:cubicBezTo>
                  <a:pt x="203804" y="2760081"/>
                  <a:pt x="50550" y="2562787"/>
                  <a:pt x="0" y="2294805"/>
                </a:cubicBezTo>
                <a:cubicBezTo>
                  <a:pt x="-27734" y="2115166"/>
                  <a:pt x="-6162" y="1968948"/>
                  <a:pt x="0" y="1664502"/>
                </a:cubicBezTo>
                <a:cubicBezTo>
                  <a:pt x="6162" y="1360056"/>
                  <a:pt x="-7948" y="1213975"/>
                  <a:pt x="0" y="1089275"/>
                </a:cubicBezTo>
                <a:cubicBezTo>
                  <a:pt x="7948" y="964575"/>
                  <a:pt x="-11668" y="680123"/>
                  <a:pt x="0" y="458972"/>
                </a:cubicBezTo>
                <a:close/>
              </a:path>
              <a:path w="3498240" h="2753777" stroke="0" extrusionOk="0">
                <a:moveTo>
                  <a:pt x="0" y="458972"/>
                </a:moveTo>
                <a:cubicBezTo>
                  <a:pt x="-10612" y="198943"/>
                  <a:pt x="178153" y="10260"/>
                  <a:pt x="458972" y="0"/>
                </a:cubicBezTo>
                <a:cubicBezTo>
                  <a:pt x="604415" y="2117"/>
                  <a:pt x="866841" y="14407"/>
                  <a:pt x="1155652" y="0"/>
                </a:cubicBezTo>
                <a:cubicBezTo>
                  <a:pt x="1444463" y="-14407"/>
                  <a:pt x="1625741" y="-25076"/>
                  <a:pt x="1774923" y="0"/>
                </a:cubicBezTo>
                <a:cubicBezTo>
                  <a:pt x="1924105" y="25076"/>
                  <a:pt x="2078986" y="-29499"/>
                  <a:pt x="2368391" y="0"/>
                </a:cubicBezTo>
                <a:cubicBezTo>
                  <a:pt x="2657796" y="29499"/>
                  <a:pt x="2876418" y="-28621"/>
                  <a:pt x="3039268" y="0"/>
                </a:cubicBezTo>
                <a:cubicBezTo>
                  <a:pt x="3315237" y="-46277"/>
                  <a:pt x="3485452" y="203531"/>
                  <a:pt x="3498240" y="458972"/>
                </a:cubicBezTo>
                <a:cubicBezTo>
                  <a:pt x="3494293" y="717846"/>
                  <a:pt x="3518385" y="775582"/>
                  <a:pt x="3498240" y="1070916"/>
                </a:cubicBezTo>
                <a:cubicBezTo>
                  <a:pt x="3478095" y="1366250"/>
                  <a:pt x="3477121" y="1558421"/>
                  <a:pt x="3498240" y="1719577"/>
                </a:cubicBezTo>
                <a:cubicBezTo>
                  <a:pt x="3519359" y="1880733"/>
                  <a:pt x="3502922" y="2172448"/>
                  <a:pt x="3498240" y="2294805"/>
                </a:cubicBezTo>
                <a:cubicBezTo>
                  <a:pt x="3439904" y="2544951"/>
                  <a:pt x="3309236" y="2708572"/>
                  <a:pt x="3039268" y="2753777"/>
                </a:cubicBezTo>
                <a:cubicBezTo>
                  <a:pt x="2763766" y="2720892"/>
                  <a:pt x="2592057" y="2740396"/>
                  <a:pt x="2368391" y="2753777"/>
                </a:cubicBezTo>
                <a:cubicBezTo>
                  <a:pt x="2144725" y="2767158"/>
                  <a:pt x="1814036" y="2764499"/>
                  <a:pt x="1671711" y="2753777"/>
                </a:cubicBezTo>
                <a:cubicBezTo>
                  <a:pt x="1529386" y="2743055"/>
                  <a:pt x="723282" y="2719535"/>
                  <a:pt x="458972" y="2753777"/>
                </a:cubicBezTo>
                <a:cubicBezTo>
                  <a:pt x="185556" y="2757050"/>
                  <a:pt x="-12348" y="2539768"/>
                  <a:pt x="0" y="2294805"/>
                </a:cubicBezTo>
                <a:cubicBezTo>
                  <a:pt x="-17686" y="2028898"/>
                  <a:pt x="6773" y="1877027"/>
                  <a:pt x="0" y="1664502"/>
                </a:cubicBezTo>
                <a:cubicBezTo>
                  <a:pt x="-6773" y="1451977"/>
                  <a:pt x="-23123" y="1194142"/>
                  <a:pt x="0" y="1052558"/>
                </a:cubicBezTo>
                <a:cubicBezTo>
                  <a:pt x="23123" y="910974"/>
                  <a:pt x="7699" y="678011"/>
                  <a:pt x="0" y="45897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p:sp>
        <p:nvSpPr>
          <p:cNvPr id="32" name="Rounded Rectangle 31">
            <a:extLst>
              <a:ext uri="{FF2B5EF4-FFF2-40B4-BE49-F238E27FC236}">
                <a16:creationId xmlns:a16="http://schemas.microsoft.com/office/drawing/2014/main" id="{EE350A4F-8617-C030-2536-69B339E510DD}"/>
              </a:ext>
            </a:extLst>
          </p:cNvPr>
          <p:cNvSpPr/>
          <p:nvPr/>
        </p:nvSpPr>
        <p:spPr>
          <a:xfrm>
            <a:off x="546826" y="2303189"/>
            <a:ext cx="3498240" cy="2753777"/>
          </a:xfrm>
          <a:custGeom>
            <a:avLst/>
            <a:gdLst>
              <a:gd name="csX0" fmla="*/ 0 w 3498240"/>
              <a:gd name="csY0" fmla="*/ 458972 h 2753777"/>
              <a:gd name="csX1" fmla="*/ 458972 w 3498240"/>
              <a:gd name="csY1" fmla="*/ 0 h 2753777"/>
              <a:gd name="csX2" fmla="*/ 1129849 w 3498240"/>
              <a:gd name="csY2" fmla="*/ 0 h 2753777"/>
              <a:gd name="csX3" fmla="*/ 1723317 w 3498240"/>
              <a:gd name="csY3" fmla="*/ 0 h 2753777"/>
              <a:gd name="csX4" fmla="*/ 2368391 w 3498240"/>
              <a:gd name="csY4" fmla="*/ 0 h 2753777"/>
              <a:gd name="csX5" fmla="*/ 3039268 w 3498240"/>
              <a:gd name="csY5" fmla="*/ 0 h 2753777"/>
              <a:gd name="csX6" fmla="*/ 3498240 w 3498240"/>
              <a:gd name="csY6" fmla="*/ 458972 h 2753777"/>
              <a:gd name="csX7" fmla="*/ 3498240 w 3498240"/>
              <a:gd name="csY7" fmla="*/ 1107633 h 2753777"/>
              <a:gd name="csX8" fmla="*/ 3498240 w 3498240"/>
              <a:gd name="csY8" fmla="*/ 1737936 h 2753777"/>
              <a:gd name="csX9" fmla="*/ 3498240 w 3498240"/>
              <a:gd name="csY9" fmla="*/ 2294805 h 2753777"/>
              <a:gd name="csX10" fmla="*/ 3039268 w 3498240"/>
              <a:gd name="csY10" fmla="*/ 2753777 h 2753777"/>
              <a:gd name="csX11" fmla="*/ 2394194 w 3498240"/>
              <a:gd name="csY11" fmla="*/ 2753777 h 2753777"/>
              <a:gd name="csX12" fmla="*/ 1800726 w 3498240"/>
              <a:gd name="csY12" fmla="*/ 2753777 h 2753777"/>
              <a:gd name="csX13" fmla="*/ 1233061 w 3498240"/>
              <a:gd name="csY13" fmla="*/ 2753777 h 2753777"/>
              <a:gd name="csX14" fmla="*/ 458972 w 3498240"/>
              <a:gd name="csY14" fmla="*/ 2753777 h 2753777"/>
              <a:gd name="csX15" fmla="*/ 0 w 3498240"/>
              <a:gd name="csY15" fmla="*/ 2294805 h 2753777"/>
              <a:gd name="csX16" fmla="*/ 0 w 3498240"/>
              <a:gd name="csY16" fmla="*/ 1664502 h 2753777"/>
              <a:gd name="csX17" fmla="*/ 0 w 3498240"/>
              <a:gd name="csY17" fmla="*/ 1089275 h 2753777"/>
              <a:gd name="csX18" fmla="*/ 0 w 3498240"/>
              <a:gd name="csY18" fmla="*/ 458972 h 275377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498240" h="2753777" fill="none" extrusionOk="0">
                <a:moveTo>
                  <a:pt x="0" y="458972"/>
                </a:moveTo>
                <a:cubicBezTo>
                  <a:pt x="-56211" y="207803"/>
                  <a:pt x="222073" y="-29896"/>
                  <a:pt x="458972" y="0"/>
                </a:cubicBezTo>
                <a:cubicBezTo>
                  <a:pt x="680920" y="-32165"/>
                  <a:pt x="894285" y="9825"/>
                  <a:pt x="1129849" y="0"/>
                </a:cubicBezTo>
                <a:cubicBezTo>
                  <a:pt x="1365413" y="-9825"/>
                  <a:pt x="1592829" y="-12999"/>
                  <a:pt x="1723317" y="0"/>
                </a:cubicBezTo>
                <a:cubicBezTo>
                  <a:pt x="1853805" y="12999"/>
                  <a:pt x="2119964" y="13460"/>
                  <a:pt x="2368391" y="0"/>
                </a:cubicBezTo>
                <a:cubicBezTo>
                  <a:pt x="2616818" y="-13460"/>
                  <a:pt x="2713856" y="-33453"/>
                  <a:pt x="3039268" y="0"/>
                </a:cubicBezTo>
                <a:cubicBezTo>
                  <a:pt x="3311245" y="-56880"/>
                  <a:pt x="3520735" y="229812"/>
                  <a:pt x="3498240" y="458972"/>
                </a:cubicBezTo>
                <a:cubicBezTo>
                  <a:pt x="3496722" y="739523"/>
                  <a:pt x="3490659" y="854315"/>
                  <a:pt x="3498240" y="1107633"/>
                </a:cubicBezTo>
                <a:cubicBezTo>
                  <a:pt x="3505821" y="1360951"/>
                  <a:pt x="3511479" y="1464961"/>
                  <a:pt x="3498240" y="1737936"/>
                </a:cubicBezTo>
                <a:cubicBezTo>
                  <a:pt x="3485001" y="2010911"/>
                  <a:pt x="3475877" y="2079968"/>
                  <a:pt x="3498240" y="2294805"/>
                </a:cubicBezTo>
                <a:cubicBezTo>
                  <a:pt x="3487784" y="2580885"/>
                  <a:pt x="3279730" y="2712771"/>
                  <a:pt x="3039268" y="2753777"/>
                </a:cubicBezTo>
                <a:cubicBezTo>
                  <a:pt x="2909016" y="2743861"/>
                  <a:pt x="2594742" y="2779564"/>
                  <a:pt x="2394194" y="2753777"/>
                </a:cubicBezTo>
                <a:cubicBezTo>
                  <a:pt x="2193646" y="2727990"/>
                  <a:pt x="1982047" y="2772352"/>
                  <a:pt x="1800726" y="2753777"/>
                </a:cubicBezTo>
                <a:cubicBezTo>
                  <a:pt x="1619405" y="2735202"/>
                  <a:pt x="1452076" y="2764878"/>
                  <a:pt x="1233061" y="2753777"/>
                </a:cubicBezTo>
                <a:cubicBezTo>
                  <a:pt x="1014047" y="2742676"/>
                  <a:pt x="710746" y="2771212"/>
                  <a:pt x="458972" y="2753777"/>
                </a:cubicBezTo>
                <a:cubicBezTo>
                  <a:pt x="203804" y="2760081"/>
                  <a:pt x="50550" y="2562787"/>
                  <a:pt x="0" y="2294805"/>
                </a:cubicBezTo>
                <a:cubicBezTo>
                  <a:pt x="-27734" y="2115166"/>
                  <a:pt x="-6162" y="1968948"/>
                  <a:pt x="0" y="1664502"/>
                </a:cubicBezTo>
                <a:cubicBezTo>
                  <a:pt x="6162" y="1360056"/>
                  <a:pt x="-7948" y="1213975"/>
                  <a:pt x="0" y="1089275"/>
                </a:cubicBezTo>
                <a:cubicBezTo>
                  <a:pt x="7948" y="964575"/>
                  <a:pt x="-11668" y="680123"/>
                  <a:pt x="0" y="458972"/>
                </a:cubicBezTo>
                <a:close/>
              </a:path>
              <a:path w="3498240" h="2753777" stroke="0" extrusionOk="0">
                <a:moveTo>
                  <a:pt x="0" y="458972"/>
                </a:moveTo>
                <a:cubicBezTo>
                  <a:pt x="-10612" y="198943"/>
                  <a:pt x="178153" y="10260"/>
                  <a:pt x="458972" y="0"/>
                </a:cubicBezTo>
                <a:cubicBezTo>
                  <a:pt x="604415" y="2117"/>
                  <a:pt x="866841" y="14407"/>
                  <a:pt x="1155652" y="0"/>
                </a:cubicBezTo>
                <a:cubicBezTo>
                  <a:pt x="1444463" y="-14407"/>
                  <a:pt x="1625741" y="-25076"/>
                  <a:pt x="1774923" y="0"/>
                </a:cubicBezTo>
                <a:cubicBezTo>
                  <a:pt x="1924105" y="25076"/>
                  <a:pt x="2078986" y="-29499"/>
                  <a:pt x="2368391" y="0"/>
                </a:cubicBezTo>
                <a:cubicBezTo>
                  <a:pt x="2657796" y="29499"/>
                  <a:pt x="2876418" y="-28621"/>
                  <a:pt x="3039268" y="0"/>
                </a:cubicBezTo>
                <a:cubicBezTo>
                  <a:pt x="3315237" y="-46277"/>
                  <a:pt x="3485452" y="203531"/>
                  <a:pt x="3498240" y="458972"/>
                </a:cubicBezTo>
                <a:cubicBezTo>
                  <a:pt x="3494293" y="717846"/>
                  <a:pt x="3518385" y="775582"/>
                  <a:pt x="3498240" y="1070916"/>
                </a:cubicBezTo>
                <a:cubicBezTo>
                  <a:pt x="3478095" y="1366250"/>
                  <a:pt x="3477121" y="1558421"/>
                  <a:pt x="3498240" y="1719577"/>
                </a:cubicBezTo>
                <a:cubicBezTo>
                  <a:pt x="3519359" y="1880733"/>
                  <a:pt x="3502922" y="2172448"/>
                  <a:pt x="3498240" y="2294805"/>
                </a:cubicBezTo>
                <a:cubicBezTo>
                  <a:pt x="3439904" y="2544951"/>
                  <a:pt x="3309236" y="2708572"/>
                  <a:pt x="3039268" y="2753777"/>
                </a:cubicBezTo>
                <a:cubicBezTo>
                  <a:pt x="2763766" y="2720892"/>
                  <a:pt x="2592057" y="2740396"/>
                  <a:pt x="2368391" y="2753777"/>
                </a:cubicBezTo>
                <a:cubicBezTo>
                  <a:pt x="2144725" y="2767158"/>
                  <a:pt x="1814036" y="2764499"/>
                  <a:pt x="1671711" y="2753777"/>
                </a:cubicBezTo>
                <a:cubicBezTo>
                  <a:pt x="1529386" y="2743055"/>
                  <a:pt x="723282" y="2719535"/>
                  <a:pt x="458972" y="2753777"/>
                </a:cubicBezTo>
                <a:cubicBezTo>
                  <a:pt x="185556" y="2757050"/>
                  <a:pt x="-12348" y="2539768"/>
                  <a:pt x="0" y="2294805"/>
                </a:cubicBezTo>
                <a:cubicBezTo>
                  <a:pt x="-17686" y="2028898"/>
                  <a:pt x="6773" y="1877027"/>
                  <a:pt x="0" y="1664502"/>
                </a:cubicBezTo>
                <a:cubicBezTo>
                  <a:pt x="-6773" y="1451977"/>
                  <a:pt x="-23123" y="1194142"/>
                  <a:pt x="0" y="1052558"/>
                </a:cubicBezTo>
                <a:cubicBezTo>
                  <a:pt x="23123" y="910974"/>
                  <a:pt x="7699" y="678011"/>
                  <a:pt x="0" y="45897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p:grpSp>
        <p:nvGrpSpPr>
          <p:cNvPr id="13" name="Group 12">
            <a:extLst>
              <a:ext uri="{FF2B5EF4-FFF2-40B4-BE49-F238E27FC236}">
                <a16:creationId xmlns:a16="http://schemas.microsoft.com/office/drawing/2014/main" id="{28291321-26E5-B356-FAE6-B909AFCCF7A6}"/>
              </a:ext>
            </a:extLst>
          </p:cNvPr>
          <p:cNvGrpSpPr/>
          <p:nvPr/>
        </p:nvGrpSpPr>
        <p:grpSpPr>
          <a:xfrm>
            <a:off x="7341705" y="247964"/>
            <a:ext cx="1573939" cy="1064110"/>
            <a:chOff x="2285378" y="2462941"/>
            <a:chExt cx="1463685" cy="989570"/>
          </a:xfrm>
        </p:grpSpPr>
        <p:pic>
          <p:nvPicPr>
            <p:cNvPr id="14" name="Picture 13">
              <a:extLst>
                <a:ext uri="{FF2B5EF4-FFF2-40B4-BE49-F238E27FC236}">
                  <a16:creationId xmlns:a16="http://schemas.microsoft.com/office/drawing/2014/main" id="{966126A7-3F7C-6EA5-AB17-E7D9866164F7}"/>
                </a:ext>
              </a:extLst>
            </p:cNvPr>
            <p:cNvPicPr>
              <a:picLocks noChangeAspect="1"/>
            </p:cNvPicPr>
            <p:nvPr/>
          </p:nvPicPr>
          <p:blipFill>
            <a:blip r:embed="rId3"/>
            <a:stretch>
              <a:fillRect/>
            </a:stretch>
          </p:blipFill>
          <p:spPr>
            <a:xfrm>
              <a:off x="2456476" y="2524525"/>
              <a:ext cx="539206" cy="539206"/>
            </a:xfrm>
            <a:prstGeom prst="rect">
              <a:avLst/>
            </a:prstGeom>
          </p:spPr>
        </p:pic>
        <p:pic>
          <p:nvPicPr>
            <p:cNvPr id="15" name="Picture 14">
              <a:extLst>
                <a:ext uri="{FF2B5EF4-FFF2-40B4-BE49-F238E27FC236}">
                  <a16:creationId xmlns:a16="http://schemas.microsoft.com/office/drawing/2014/main" id="{52C941BA-D90A-0BBE-FE78-F3A43448DBB9}"/>
                </a:ext>
              </a:extLst>
            </p:cNvPr>
            <p:cNvPicPr>
              <a:picLocks noChangeAspect="1"/>
            </p:cNvPicPr>
            <p:nvPr/>
          </p:nvPicPr>
          <p:blipFill>
            <a:blip r:embed="rId4"/>
            <a:stretch>
              <a:fillRect/>
            </a:stretch>
          </p:blipFill>
          <p:spPr>
            <a:xfrm>
              <a:off x="2806252" y="2462941"/>
              <a:ext cx="540000" cy="540000"/>
            </a:xfrm>
            <a:prstGeom prst="rect">
              <a:avLst/>
            </a:prstGeom>
          </p:spPr>
        </p:pic>
        <p:pic>
          <p:nvPicPr>
            <p:cNvPr id="16" name="Picture 15">
              <a:extLst>
                <a:ext uri="{FF2B5EF4-FFF2-40B4-BE49-F238E27FC236}">
                  <a16:creationId xmlns:a16="http://schemas.microsoft.com/office/drawing/2014/main" id="{6CFCD6B6-FE26-0D8B-CADC-DF585B562EB8}"/>
                </a:ext>
              </a:extLst>
            </p:cNvPr>
            <p:cNvPicPr>
              <a:picLocks noChangeAspect="1"/>
            </p:cNvPicPr>
            <p:nvPr/>
          </p:nvPicPr>
          <p:blipFill>
            <a:blip r:embed="rId5"/>
            <a:stretch>
              <a:fillRect/>
            </a:stretch>
          </p:blipFill>
          <p:spPr>
            <a:xfrm>
              <a:off x="2285378" y="2775735"/>
              <a:ext cx="540000" cy="540000"/>
            </a:xfrm>
            <a:prstGeom prst="rect">
              <a:avLst/>
            </a:prstGeom>
          </p:spPr>
        </p:pic>
        <p:pic>
          <p:nvPicPr>
            <p:cNvPr id="17" name="Grafik 99">
              <a:extLst>
                <a:ext uri="{FF2B5EF4-FFF2-40B4-BE49-F238E27FC236}">
                  <a16:creationId xmlns:a16="http://schemas.microsoft.com/office/drawing/2014/main" id="{E6F0B399-E7A0-6360-2388-CD54EF65C071}"/>
                </a:ext>
              </a:extLst>
            </p:cNvPr>
            <p:cNvPicPr>
              <a:picLocks noChangeAspect="1"/>
            </p:cNvPicPr>
            <p:nvPr/>
          </p:nvPicPr>
          <p:blipFill>
            <a:blip r:embed="rId6"/>
            <a:stretch>
              <a:fillRect/>
            </a:stretch>
          </p:blipFill>
          <p:spPr>
            <a:xfrm>
              <a:off x="2661828" y="2710581"/>
              <a:ext cx="540000" cy="540000"/>
            </a:xfrm>
            <a:prstGeom prst="rect">
              <a:avLst/>
            </a:prstGeom>
          </p:spPr>
        </p:pic>
        <p:pic>
          <p:nvPicPr>
            <p:cNvPr id="18" name="Picture 17">
              <a:extLst>
                <a:ext uri="{FF2B5EF4-FFF2-40B4-BE49-F238E27FC236}">
                  <a16:creationId xmlns:a16="http://schemas.microsoft.com/office/drawing/2014/main" id="{951A36D4-05DF-13A5-44E8-FC52ADD2518F}"/>
                </a:ext>
              </a:extLst>
            </p:cNvPr>
            <p:cNvPicPr>
              <a:picLocks noChangeAspect="1"/>
            </p:cNvPicPr>
            <p:nvPr/>
          </p:nvPicPr>
          <p:blipFill>
            <a:blip r:embed="rId7"/>
            <a:stretch>
              <a:fillRect/>
            </a:stretch>
          </p:blipFill>
          <p:spPr>
            <a:xfrm>
              <a:off x="2483537" y="2912299"/>
              <a:ext cx="540000" cy="540000"/>
            </a:xfrm>
            <a:prstGeom prst="rect">
              <a:avLst/>
            </a:prstGeom>
          </p:spPr>
        </p:pic>
        <p:pic>
          <p:nvPicPr>
            <p:cNvPr id="19" name="Picture 18">
              <a:extLst>
                <a:ext uri="{FF2B5EF4-FFF2-40B4-BE49-F238E27FC236}">
                  <a16:creationId xmlns:a16="http://schemas.microsoft.com/office/drawing/2014/main" id="{5204276E-9CB4-817B-8474-A5B28247EC73}"/>
                </a:ext>
              </a:extLst>
            </p:cNvPr>
            <p:cNvPicPr>
              <a:picLocks noChangeAspect="1"/>
            </p:cNvPicPr>
            <p:nvPr/>
          </p:nvPicPr>
          <p:blipFill>
            <a:blip r:embed="rId8"/>
            <a:stretch>
              <a:fillRect/>
            </a:stretch>
          </p:blipFill>
          <p:spPr>
            <a:xfrm>
              <a:off x="3032461" y="2664659"/>
              <a:ext cx="540000" cy="540000"/>
            </a:xfrm>
            <a:prstGeom prst="rect">
              <a:avLst/>
            </a:prstGeom>
          </p:spPr>
        </p:pic>
        <p:pic>
          <p:nvPicPr>
            <p:cNvPr id="20" name="Picture 19">
              <a:extLst>
                <a:ext uri="{FF2B5EF4-FFF2-40B4-BE49-F238E27FC236}">
                  <a16:creationId xmlns:a16="http://schemas.microsoft.com/office/drawing/2014/main" id="{44494E4A-4766-2431-B255-F56424744DE4}"/>
                </a:ext>
              </a:extLst>
            </p:cNvPr>
            <p:cNvPicPr>
              <a:picLocks noChangeAspect="1"/>
            </p:cNvPicPr>
            <p:nvPr/>
          </p:nvPicPr>
          <p:blipFill>
            <a:blip r:embed="rId9"/>
            <a:stretch>
              <a:fillRect/>
            </a:stretch>
          </p:blipFill>
          <p:spPr>
            <a:xfrm>
              <a:off x="3209063" y="2882543"/>
              <a:ext cx="540000" cy="540000"/>
            </a:xfrm>
            <a:prstGeom prst="rect">
              <a:avLst/>
            </a:prstGeom>
          </p:spPr>
        </p:pic>
        <p:pic>
          <p:nvPicPr>
            <p:cNvPr id="22" name="Picture 21">
              <a:extLst>
                <a:ext uri="{FF2B5EF4-FFF2-40B4-BE49-F238E27FC236}">
                  <a16:creationId xmlns:a16="http://schemas.microsoft.com/office/drawing/2014/main" id="{C41DFD96-8DFC-82D6-CFA9-5C1596A0CC15}"/>
                </a:ext>
              </a:extLst>
            </p:cNvPr>
            <p:cNvPicPr>
              <a:picLocks noChangeAspect="1"/>
            </p:cNvPicPr>
            <p:nvPr/>
          </p:nvPicPr>
          <p:blipFill>
            <a:blip r:embed="rId10"/>
            <a:stretch>
              <a:fillRect/>
            </a:stretch>
          </p:blipFill>
          <p:spPr>
            <a:xfrm>
              <a:off x="2844532" y="2912511"/>
              <a:ext cx="540000" cy="540000"/>
            </a:xfrm>
            <a:prstGeom prst="rect">
              <a:avLst/>
            </a:prstGeom>
          </p:spPr>
        </p:pic>
      </p:grpSp>
      <p:pic>
        <p:nvPicPr>
          <p:cNvPr id="36" name="Grafik 122">
            <a:extLst>
              <a:ext uri="{FF2B5EF4-FFF2-40B4-BE49-F238E27FC236}">
                <a16:creationId xmlns:a16="http://schemas.microsoft.com/office/drawing/2014/main" id="{C75F90ED-3117-7D0B-FD2F-D05DBBDBBE6F}"/>
              </a:ext>
            </a:extLst>
          </p:cNvPr>
          <p:cNvPicPr>
            <a:picLocks noChangeAspect="1"/>
          </p:cNvPicPr>
          <p:nvPr/>
        </p:nvPicPr>
        <p:blipFill>
          <a:blip r:embed="rId11"/>
          <a:stretch>
            <a:fillRect/>
          </a:stretch>
        </p:blipFill>
        <p:spPr>
          <a:xfrm>
            <a:off x="11165838" y="233725"/>
            <a:ext cx="583862" cy="583862"/>
          </a:xfrm>
          <a:prstGeom prst="rect">
            <a:avLst/>
          </a:prstGeom>
        </p:spPr>
      </p:pic>
      <p:pic>
        <p:nvPicPr>
          <p:cNvPr id="38" name="Grafik 122">
            <a:extLst>
              <a:ext uri="{FF2B5EF4-FFF2-40B4-BE49-F238E27FC236}">
                <a16:creationId xmlns:a16="http://schemas.microsoft.com/office/drawing/2014/main" id="{F54603BE-72E7-2258-A47B-62B2DFE39753}"/>
              </a:ext>
            </a:extLst>
          </p:cNvPr>
          <p:cNvPicPr>
            <a:picLocks noChangeAspect="1"/>
          </p:cNvPicPr>
          <p:nvPr/>
        </p:nvPicPr>
        <p:blipFill>
          <a:blip r:embed="rId11"/>
          <a:stretch>
            <a:fillRect/>
          </a:stretch>
        </p:blipFill>
        <p:spPr>
          <a:xfrm>
            <a:off x="11457769" y="445402"/>
            <a:ext cx="583862" cy="583862"/>
          </a:xfrm>
          <a:prstGeom prst="rect">
            <a:avLst/>
          </a:prstGeom>
        </p:spPr>
      </p:pic>
      <p:pic>
        <p:nvPicPr>
          <p:cNvPr id="39" name="Grafik 122">
            <a:extLst>
              <a:ext uri="{FF2B5EF4-FFF2-40B4-BE49-F238E27FC236}">
                <a16:creationId xmlns:a16="http://schemas.microsoft.com/office/drawing/2014/main" id="{AA17AAEA-3931-9760-87D3-0191C3A72C5A}"/>
              </a:ext>
            </a:extLst>
          </p:cNvPr>
          <p:cNvPicPr>
            <a:picLocks noChangeAspect="1"/>
          </p:cNvPicPr>
          <p:nvPr/>
        </p:nvPicPr>
        <p:blipFill>
          <a:blip r:embed="rId11"/>
          <a:stretch>
            <a:fillRect/>
          </a:stretch>
        </p:blipFill>
        <p:spPr>
          <a:xfrm>
            <a:off x="10639496" y="331730"/>
            <a:ext cx="583862" cy="583862"/>
          </a:xfrm>
          <a:prstGeom prst="rect">
            <a:avLst/>
          </a:prstGeom>
        </p:spPr>
      </p:pic>
      <p:pic>
        <p:nvPicPr>
          <p:cNvPr id="41" name="Grafik 122">
            <a:extLst>
              <a:ext uri="{FF2B5EF4-FFF2-40B4-BE49-F238E27FC236}">
                <a16:creationId xmlns:a16="http://schemas.microsoft.com/office/drawing/2014/main" id="{7142760B-7873-5F07-2316-7FC53896E6A9}"/>
              </a:ext>
            </a:extLst>
          </p:cNvPr>
          <p:cNvPicPr>
            <a:picLocks noChangeAspect="1"/>
          </p:cNvPicPr>
          <p:nvPr/>
        </p:nvPicPr>
        <p:blipFill>
          <a:blip r:embed="rId11"/>
          <a:stretch>
            <a:fillRect/>
          </a:stretch>
        </p:blipFill>
        <p:spPr>
          <a:xfrm>
            <a:off x="10931427" y="492138"/>
            <a:ext cx="583862" cy="583862"/>
          </a:xfrm>
          <a:prstGeom prst="rect">
            <a:avLst/>
          </a:prstGeom>
        </p:spPr>
      </p:pic>
      <p:pic>
        <p:nvPicPr>
          <p:cNvPr id="42" name="Grafik 122">
            <a:extLst>
              <a:ext uri="{FF2B5EF4-FFF2-40B4-BE49-F238E27FC236}">
                <a16:creationId xmlns:a16="http://schemas.microsoft.com/office/drawing/2014/main" id="{8DFA9512-8EDD-E257-1F29-1C5E4413C983}"/>
              </a:ext>
            </a:extLst>
          </p:cNvPr>
          <p:cNvPicPr>
            <a:picLocks noChangeAspect="1"/>
          </p:cNvPicPr>
          <p:nvPr/>
        </p:nvPicPr>
        <p:blipFill>
          <a:blip r:embed="rId11"/>
          <a:stretch>
            <a:fillRect/>
          </a:stretch>
        </p:blipFill>
        <p:spPr>
          <a:xfrm>
            <a:off x="10639495" y="683660"/>
            <a:ext cx="583862" cy="583862"/>
          </a:xfrm>
          <a:prstGeom prst="rect">
            <a:avLst/>
          </a:prstGeom>
        </p:spPr>
      </p:pic>
      <p:pic>
        <p:nvPicPr>
          <p:cNvPr id="43" name="Grafik 122">
            <a:extLst>
              <a:ext uri="{FF2B5EF4-FFF2-40B4-BE49-F238E27FC236}">
                <a16:creationId xmlns:a16="http://schemas.microsoft.com/office/drawing/2014/main" id="{F0ACDC4F-99DD-1FDE-59D0-C7D2BC472B0C}"/>
              </a:ext>
            </a:extLst>
          </p:cNvPr>
          <p:cNvPicPr>
            <a:picLocks noChangeAspect="1"/>
          </p:cNvPicPr>
          <p:nvPr/>
        </p:nvPicPr>
        <p:blipFill>
          <a:blip r:embed="rId11"/>
          <a:stretch>
            <a:fillRect/>
          </a:stretch>
        </p:blipFill>
        <p:spPr>
          <a:xfrm>
            <a:off x="11029813" y="791006"/>
            <a:ext cx="583862" cy="583862"/>
          </a:xfrm>
          <a:prstGeom prst="rect">
            <a:avLst/>
          </a:prstGeom>
        </p:spPr>
      </p:pic>
      <p:pic>
        <p:nvPicPr>
          <p:cNvPr id="44" name="!!Grafik 122">
            <a:extLst>
              <a:ext uri="{FF2B5EF4-FFF2-40B4-BE49-F238E27FC236}">
                <a16:creationId xmlns:a16="http://schemas.microsoft.com/office/drawing/2014/main" id="{7DDAB4DA-A6F7-7C7F-DD32-F564551902B1}"/>
              </a:ext>
            </a:extLst>
          </p:cNvPr>
          <p:cNvPicPr>
            <a:picLocks noChangeAspect="1"/>
          </p:cNvPicPr>
          <p:nvPr/>
        </p:nvPicPr>
        <p:blipFill>
          <a:blip r:embed="rId11"/>
          <a:stretch>
            <a:fillRect/>
          </a:stretch>
        </p:blipFill>
        <p:spPr>
          <a:xfrm>
            <a:off x="11380606" y="824524"/>
            <a:ext cx="583862" cy="583862"/>
          </a:xfrm>
          <a:prstGeom prst="rect">
            <a:avLst/>
          </a:prstGeom>
        </p:spPr>
      </p:pic>
      <p:cxnSp>
        <p:nvCxnSpPr>
          <p:cNvPr id="52" name="!!Curved Connector 8">
            <a:extLst>
              <a:ext uri="{FF2B5EF4-FFF2-40B4-BE49-F238E27FC236}">
                <a16:creationId xmlns:a16="http://schemas.microsoft.com/office/drawing/2014/main" id="{5DFC1852-219C-1F1A-4F47-0A9D10CF9FC3}"/>
              </a:ext>
            </a:extLst>
          </p:cNvPr>
          <p:cNvCxnSpPr>
            <a:cxnSpLocks/>
          </p:cNvCxnSpPr>
          <p:nvPr/>
        </p:nvCxnSpPr>
        <p:spPr>
          <a:xfrm>
            <a:off x="8894286" y="915592"/>
            <a:ext cx="1625466" cy="6328"/>
          </a:xfrm>
          <a:prstGeom prst="curvedConnector3">
            <a:avLst>
              <a:gd name="adj1" fmla="val 50000"/>
            </a:avLst>
          </a:prstGeom>
          <a:ln w="38100">
            <a:solidFill>
              <a:srgbClr val="C1E5F5"/>
            </a:solidFill>
            <a:headEnd type="triangle"/>
            <a:tailEnd type="triangle"/>
          </a:ln>
        </p:spPr>
        <p:style>
          <a:lnRef idx="2">
            <a:schemeClr val="accent1"/>
          </a:lnRef>
          <a:fillRef idx="0">
            <a:schemeClr val="accent1"/>
          </a:fillRef>
          <a:effectRef idx="1">
            <a:schemeClr val="accent1"/>
          </a:effectRef>
          <a:fontRef idx="minor">
            <a:schemeClr val="tx1"/>
          </a:fontRef>
        </p:style>
      </p:cxnSp>
      <p:sp>
        <p:nvSpPr>
          <p:cNvPr id="3" name="!!Textfeld 98">
            <a:extLst>
              <a:ext uri="{FF2B5EF4-FFF2-40B4-BE49-F238E27FC236}">
                <a16:creationId xmlns:a16="http://schemas.microsoft.com/office/drawing/2014/main" id="{21B978A3-838A-8F74-F569-86251B4CFC40}"/>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Normative Goal - Discussion</a:t>
            </a:r>
            <a:endParaRPr lang="en-US" sz="3500" b="1" dirty="0">
              <a:solidFill>
                <a:schemeClr val="accent5">
                  <a:lumMod val="60000"/>
                  <a:lumOff val="40000"/>
                </a:schemeClr>
              </a:solidFill>
              <a:latin typeface="Calibri" panose="020F0502020204030204" pitchFamily="34" charset="0"/>
              <a:cs typeface="Calibri" panose="020F0502020204030204" pitchFamily="34" charset="0"/>
            </a:endParaRPr>
          </a:p>
        </p:txBody>
      </p:sp>
      <p:sp>
        <p:nvSpPr>
          <p:cNvPr id="5" name="Badge 1">
            <a:extLst>
              <a:ext uri="{FF2B5EF4-FFF2-40B4-BE49-F238E27FC236}">
                <a16:creationId xmlns:a16="http://schemas.microsoft.com/office/drawing/2014/main" id="{3BD5CA24-9F73-272E-7AAC-56BBBFB77647}"/>
              </a:ext>
            </a:extLst>
          </p:cNvPr>
          <p:cNvSpPr>
            <a:spLocks noChangeAspect="1"/>
          </p:cNvSpPr>
          <p:nvPr/>
        </p:nvSpPr>
        <p:spPr>
          <a:xfrm>
            <a:off x="1953806" y="2472558"/>
            <a:ext cx="680646" cy="681830"/>
          </a:xfrm>
          <a:prstGeom prst="ellipse">
            <a:avLst/>
          </a:prstGeom>
          <a:solidFill>
            <a:srgbClr val="C1E5F5"/>
          </a:solidFill>
          <a:ln>
            <a:noFill/>
          </a:ln>
        </p:spPr>
        <p:txBody>
          <a:bodyPr lIns="0" tIns="0" rIns="0" bIns="0" anchor="ctr"/>
          <a:lstStyle/>
          <a:p>
            <a:pPr algn="ctr"/>
            <a:r>
              <a:rPr lang="en-US" sz="2500" b="1" dirty="0">
                <a:solidFill>
                  <a:schemeClr val="bg2">
                    <a:lumMod val="25000"/>
                  </a:schemeClr>
                </a:solidFill>
                <a:latin typeface="Calibri" pitchFamily="34" charset="0"/>
              </a:rPr>
              <a:t>1</a:t>
            </a:r>
          </a:p>
        </p:txBody>
      </p:sp>
      <p:sp>
        <p:nvSpPr>
          <p:cNvPr id="6" name="Header 1">
            <a:extLst>
              <a:ext uri="{FF2B5EF4-FFF2-40B4-BE49-F238E27FC236}">
                <a16:creationId xmlns:a16="http://schemas.microsoft.com/office/drawing/2014/main" id="{67741B1B-854D-5996-DB4F-98EA03FA05FA}"/>
              </a:ext>
            </a:extLst>
          </p:cNvPr>
          <p:cNvSpPr txBox="1"/>
          <p:nvPr/>
        </p:nvSpPr>
        <p:spPr>
          <a:xfrm>
            <a:off x="746826" y="3312662"/>
            <a:ext cx="3098240" cy="460000"/>
          </a:xfrm>
          <a:prstGeom prst="rect">
            <a:avLst/>
          </a:prstGeom>
          <a:noFill/>
          <a:ln>
            <a:noFill/>
          </a:ln>
        </p:spPr>
        <p:txBody>
          <a:bodyPr wrap="square" lIns="0" tIns="0" rIns="0" bIns="0" rtlCol="0" anchor="t"/>
          <a:lstStyle/>
          <a:p>
            <a:pPr marL="0" indent="0" algn="ctr">
              <a:buNone/>
            </a:pPr>
            <a:r>
              <a:rPr lang="en-US" sz="2200" b="1" dirty="0">
                <a:solidFill>
                  <a:schemeClr val="bg1"/>
                </a:solidFill>
                <a:latin typeface="Calibri" pitchFamily="34" charset="0"/>
                <a:ea typeface="Calibri" pitchFamily="34" charset="-122"/>
                <a:cs typeface="Calibri" pitchFamily="34" charset="-120"/>
              </a:rPr>
              <a:t>Refuse to answer</a:t>
            </a:r>
          </a:p>
        </p:txBody>
      </p:sp>
      <p:sp>
        <p:nvSpPr>
          <p:cNvPr id="8" name="Badge 2">
            <a:extLst>
              <a:ext uri="{FF2B5EF4-FFF2-40B4-BE49-F238E27FC236}">
                <a16:creationId xmlns:a16="http://schemas.microsoft.com/office/drawing/2014/main" id="{E01CD990-374A-005E-DDDC-8A078434BC1E}"/>
              </a:ext>
            </a:extLst>
          </p:cNvPr>
          <p:cNvSpPr>
            <a:spLocks noChangeAspect="1"/>
          </p:cNvSpPr>
          <p:nvPr/>
        </p:nvSpPr>
        <p:spPr>
          <a:xfrm>
            <a:off x="5752046" y="2472558"/>
            <a:ext cx="680646" cy="681830"/>
          </a:xfrm>
          <a:prstGeom prst="ellipse">
            <a:avLst/>
          </a:prstGeom>
          <a:solidFill>
            <a:srgbClr val="C1E5F5"/>
          </a:solidFill>
          <a:ln>
            <a:noFill/>
          </a:ln>
        </p:spPr>
        <p:txBody>
          <a:bodyPr lIns="0" tIns="0" rIns="0" bIns="0" anchor="ctr"/>
          <a:lstStyle/>
          <a:p>
            <a:pPr algn="ctr"/>
            <a:r>
              <a:rPr lang="en-US" sz="2500" b="1" dirty="0">
                <a:solidFill>
                  <a:schemeClr val="bg2">
                    <a:lumMod val="25000"/>
                  </a:schemeClr>
                </a:solidFill>
                <a:latin typeface="Calibri" pitchFamily="34" charset="0"/>
              </a:rPr>
              <a:t>2</a:t>
            </a:r>
          </a:p>
        </p:txBody>
      </p:sp>
      <p:sp>
        <p:nvSpPr>
          <p:cNvPr id="9" name="Header 2">
            <a:extLst>
              <a:ext uri="{FF2B5EF4-FFF2-40B4-BE49-F238E27FC236}">
                <a16:creationId xmlns:a16="http://schemas.microsoft.com/office/drawing/2014/main" id="{E8FC98C6-24E2-00B0-BE23-ECAB3B177E7C}"/>
              </a:ext>
            </a:extLst>
          </p:cNvPr>
          <p:cNvSpPr txBox="1"/>
          <p:nvPr/>
        </p:nvSpPr>
        <p:spPr>
          <a:xfrm>
            <a:off x="4545066" y="3312662"/>
            <a:ext cx="3098240" cy="460000"/>
          </a:xfrm>
          <a:prstGeom prst="rect">
            <a:avLst/>
          </a:prstGeom>
          <a:noFill/>
          <a:ln>
            <a:noFill/>
          </a:ln>
        </p:spPr>
        <p:txBody>
          <a:bodyPr wrap="square" lIns="0" tIns="0" rIns="0" bIns="0" rtlCol="0" anchor="t"/>
          <a:lstStyle/>
          <a:p>
            <a:pPr marL="0" indent="0" algn="ctr">
              <a:buNone/>
            </a:pPr>
            <a:r>
              <a:rPr lang="en-US" sz="2200" b="1" dirty="0">
                <a:solidFill>
                  <a:schemeClr val="bg1"/>
                </a:solidFill>
                <a:latin typeface="Calibri" pitchFamily="34" charset="0"/>
                <a:ea typeface="Calibri" pitchFamily="34" charset="-122"/>
                <a:cs typeface="Calibri" pitchFamily="34" charset="-120"/>
              </a:rPr>
              <a:t>Stay rule-adherent</a:t>
            </a:r>
          </a:p>
        </p:txBody>
      </p:sp>
      <p:sp>
        <p:nvSpPr>
          <p:cNvPr id="10" name="Body 2">
            <a:extLst>
              <a:ext uri="{FF2B5EF4-FFF2-40B4-BE49-F238E27FC236}">
                <a16:creationId xmlns:a16="http://schemas.microsoft.com/office/drawing/2014/main" id="{B26DB1CB-00FC-4931-F992-0866CF55031E}"/>
              </a:ext>
            </a:extLst>
          </p:cNvPr>
          <p:cNvSpPr txBox="1"/>
          <p:nvPr/>
        </p:nvSpPr>
        <p:spPr>
          <a:xfrm>
            <a:off x="4575066" y="3861656"/>
            <a:ext cx="3038240" cy="806344"/>
          </a:xfrm>
          <a:prstGeom prst="rect">
            <a:avLst/>
          </a:prstGeom>
          <a:noFill/>
          <a:ln>
            <a:noFill/>
          </a:ln>
        </p:spPr>
        <p:txBody>
          <a:bodyPr wrap="square" lIns="0" tIns="0" rIns="0" bIns="0" rtlCol="0" anchor="t"/>
          <a:lstStyle/>
          <a:p>
            <a:pPr algn="ctr"/>
            <a:r>
              <a:rPr lang="en-US" sz="1700" dirty="0">
                <a:solidFill>
                  <a:schemeClr val="bg1">
                    <a:lumMod val="95000"/>
                  </a:schemeClr>
                </a:solidFill>
                <a:latin typeface="Calibri" pitchFamily="34" charset="0"/>
                <a:ea typeface="Calibri" pitchFamily="34" charset="-122"/>
                <a:cs typeface="Calibri" pitchFamily="34" charset="-120"/>
              </a:rPr>
              <a:t>How does it know when context should matter? </a:t>
            </a:r>
            <a:br>
              <a:rPr lang="en-US" sz="1700" dirty="0">
                <a:solidFill>
                  <a:schemeClr val="bg1">
                    <a:lumMod val="95000"/>
                  </a:schemeClr>
                </a:solidFill>
                <a:latin typeface="Calibri" pitchFamily="34" charset="0"/>
                <a:ea typeface="Calibri" pitchFamily="34" charset="-122"/>
                <a:cs typeface="Calibri" pitchFamily="34" charset="-120"/>
              </a:rPr>
            </a:br>
            <a:r>
              <a:rPr lang="en-US" sz="1700" dirty="0">
                <a:solidFill>
                  <a:schemeClr val="bg1">
                    <a:lumMod val="95000"/>
                  </a:schemeClr>
                </a:solidFill>
                <a:latin typeface="Calibri" pitchFamily="34" charset="0"/>
                <a:ea typeface="Calibri" pitchFamily="34" charset="-122"/>
                <a:cs typeface="Calibri" pitchFamily="34" charset="-120"/>
                <a:sym typeface="Wingdings" pitchFamily="2" charset="2"/>
              </a:rPr>
              <a:t> </a:t>
            </a:r>
            <a:r>
              <a:rPr lang="en-US" sz="1700" dirty="0">
                <a:solidFill>
                  <a:schemeClr val="bg1">
                    <a:lumMod val="95000"/>
                  </a:schemeClr>
                </a:solidFill>
                <a:latin typeface="Calibri" pitchFamily="34" charset="0"/>
                <a:ea typeface="Calibri" pitchFamily="34" charset="-122"/>
                <a:cs typeface="Calibri" pitchFamily="34" charset="-120"/>
              </a:rPr>
              <a:t>Contextual blindness</a:t>
            </a:r>
          </a:p>
        </p:txBody>
      </p:sp>
      <p:sp>
        <p:nvSpPr>
          <p:cNvPr id="12" name="Badge 3">
            <a:extLst>
              <a:ext uri="{FF2B5EF4-FFF2-40B4-BE49-F238E27FC236}">
                <a16:creationId xmlns:a16="http://schemas.microsoft.com/office/drawing/2014/main" id="{971978ED-9D0C-AFEB-3000-D592EE9E7AAB}"/>
              </a:ext>
            </a:extLst>
          </p:cNvPr>
          <p:cNvSpPr>
            <a:spLocks noChangeAspect="1"/>
          </p:cNvSpPr>
          <p:nvPr/>
        </p:nvSpPr>
        <p:spPr>
          <a:xfrm>
            <a:off x="9550286" y="2472558"/>
            <a:ext cx="680646" cy="681830"/>
          </a:xfrm>
          <a:prstGeom prst="ellipse">
            <a:avLst/>
          </a:prstGeom>
          <a:solidFill>
            <a:srgbClr val="C1E5F5"/>
          </a:solidFill>
          <a:ln>
            <a:noFill/>
          </a:ln>
        </p:spPr>
        <p:txBody>
          <a:bodyPr lIns="0" tIns="0" rIns="0" bIns="0" anchor="ctr"/>
          <a:lstStyle/>
          <a:p>
            <a:pPr algn="ctr"/>
            <a:r>
              <a:rPr lang="en-US" sz="2500" b="1" dirty="0">
                <a:solidFill>
                  <a:schemeClr val="bg2">
                    <a:lumMod val="25000"/>
                  </a:schemeClr>
                </a:solidFill>
                <a:latin typeface="Calibri" pitchFamily="34" charset="0"/>
              </a:rPr>
              <a:t>3</a:t>
            </a:r>
          </a:p>
        </p:txBody>
      </p:sp>
      <p:sp>
        <p:nvSpPr>
          <p:cNvPr id="21" name="Header 3">
            <a:extLst>
              <a:ext uri="{FF2B5EF4-FFF2-40B4-BE49-F238E27FC236}">
                <a16:creationId xmlns:a16="http://schemas.microsoft.com/office/drawing/2014/main" id="{E5D4C6B0-25AD-197E-7E18-7542EE343DEC}"/>
              </a:ext>
            </a:extLst>
          </p:cNvPr>
          <p:cNvSpPr txBox="1"/>
          <p:nvPr/>
        </p:nvSpPr>
        <p:spPr>
          <a:xfrm>
            <a:off x="8343306" y="3312662"/>
            <a:ext cx="3098240" cy="460000"/>
          </a:xfrm>
          <a:prstGeom prst="rect">
            <a:avLst/>
          </a:prstGeom>
          <a:noFill/>
          <a:ln>
            <a:noFill/>
          </a:ln>
        </p:spPr>
        <p:txBody>
          <a:bodyPr wrap="square" lIns="0" tIns="0" rIns="0" bIns="0" rtlCol="0" anchor="t"/>
          <a:lstStyle/>
          <a:p>
            <a:pPr marL="0" indent="0" algn="ctr">
              <a:buNone/>
            </a:pPr>
            <a:r>
              <a:rPr lang="en-US" sz="2200" b="1" dirty="0">
                <a:solidFill>
                  <a:schemeClr val="bg1"/>
                </a:solidFill>
                <a:latin typeface="Calibri" pitchFamily="34" charset="0"/>
                <a:ea typeface="Calibri" pitchFamily="34" charset="-122"/>
                <a:cs typeface="Calibri" pitchFamily="34" charset="-120"/>
              </a:rPr>
              <a:t>Mirror human-like shifts</a:t>
            </a:r>
          </a:p>
        </p:txBody>
      </p:sp>
      <p:sp>
        <p:nvSpPr>
          <p:cNvPr id="23" name="Body 3">
            <a:extLst>
              <a:ext uri="{FF2B5EF4-FFF2-40B4-BE49-F238E27FC236}">
                <a16:creationId xmlns:a16="http://schemas.microsoft.com/office/drawing/2014/main" id="{FA9B0814-D71F-AF06-D7BE-6D32BE1C1BA1}"/>
              </a:ext>
            </a:extLst>
          </p:cNvPr>
          <p:cNvSpPr txBox="1"/>
          <p:nvPr/>
        </p:nvSpPr>
        <p:spPr>
          <a:xfrm>
            <a:off x="8385663" y="3861657"/>
            <a:ext cx="3038240" cy="1090836"/>
          </a:xfrm>
          <a:prstGeom prst="rect">
            <a:avLst/>
          </a:prstGeom>
          <a:noFill/>
          <a:ln>
            <a:noFill/>
          </a:ln>
        </p:spPr>
        <p:txBody>
          <a:bodyPr wrap="square" lIns="0" tIns="0" rIns="0" bIns="0" rtlCol="0" anchor="t"/>
          <a:lstStyle/>
          <a:p>
            <a:pPr marL="0" indent="0" algn="ctr">
              <a:buNone/>
            </a:pPr>
            <a:r>
              <a:rPr lang="en-US" sz="1700" dirty="0">
                <a:solidFill>
                  <a:schemeClr val="bg1">
                    <a:lumMod val="95000"/>
                  </a:schemeClr>
                </a:solidFill>
                <a:latin typeface="Calibri" pitchFamily="34" charset="0"/>
                <a:ea typeface="Calibri" pitchFamily="34" charset="-122"/>
                <a:cs typeface="Calibri" pitchFamily="34" charset="-120"/>
              </a:rPr>
              <a:t>Whose values? </a:t>
            </a:r>
            <a:r>
              <a:rPr lang="en-US" sz="1700" dirty="0">
                <a:solidFill>
                  <a:schemeClr val="bg1">
                    <a:lumMod val="95000"/>
                  </a:schemeClr>
                </a:solidFill>
                <a:latin typeface="Calibri" pitchFamily="34" charset="0"/>
                <a:ea typeface="Calibri" pitchFamily="34" charset="-122"/>
                <a:cs typeface="Calibri" pitchFamily="34" charset="-120"/>
                <a:sym typeface="Wingdings" pitchFamily="2" charset="2"/>
              </a:rPr>
              <a:t></a:t>
            </a:r>
            <a:r>
              <a:rPr lang="en-US" sz="1700" dirty="0">
                <a:solidFill>
                  <a:schemeClr val="bg1">
                    <a:lumMod val="95000"/>
                  </a:schemeClr>
                </a:solidFill>
                <a:latin typeface="Calibri" pitchFamily="34" charset="0"/>
                <a:ea typeface="Calibri" pitchFamily="34" charset="-122"/>
                <a:cs typeface="Calibri" pitchFamily="34" charset="-120"/>
              </a:rPr>
              <a:t> Value pluralism</a:t>
            </a:r>
            <a:br>
              <a:rPr lang="en-US" sz="1700" dirty="0">
                <a:solidFill>
                  <a:schemeClr val="bg1">
                    <a:lumMod val="95000"/>
                  </a:schemeClr>
                </a:solidFill>
                <a:latin typeface="Calibri" pitchFamily="34" charset="0"/>
                <a:ea typeface="Calibri" pitchFamily="34" charset="-122"/>
                <a:cs typeface="Calibri" pitchFamily="34" charset="-120"/>
              </a:rPr>
            </a:br>
            <a:r>
              <a:rPr lang="en-US" sz="1700" dirty="0">
                <a:solidFill>
                  <a:schemeClr val="bg1">
                    <a:lumMod val="95000"/>
                  </a:schemeClr>
                </a:solidFill>
                <a:latin typeface="Calibri" pitchFamily="34" charset="0"/>
                <a:ea typeface="Calibri" pitchFamily="34" charset="-122"/>
                <a:cs typeface="Calibri" pitchFamily="34" charset="-120"/>
              </a:rPr>
              <a:t>Institutions can define values, </a:t>
            </a:r>
            <a:br>
              <a:rPr lang="en-US" sz="1700" dirty="0">
                <a:solidFill>
                  <a:schemeClr val="bg1">
                    <a:lumMod val="95000"/>
                  </a:schemeClr>
                </a:solidFill>
                <a:latin typeface="Calibri" pitchFamily="34" charset="0"/>
                <a:ea typeface="Calibri" pitchFamily="34" charset="-122"/>
                <a:cs typeface="Calibri" pitchFamily="34" charset="-120"/>
              </a:rPr>
            </a:br>
            <a:r>
              <a:rPr lang="en-US" sz="1700" dirty="0">
                <a:solidFill>
                  <a:schemeClr val="bg1">
                    <a:lumMod val="95000"/>
                  </a:schemeClr>
                </a:solidFill>
                <a:latin typeface="Calibri" pitchFamily="34" charset="0"/>
                <a:ea typeface="Calibri" pitchFamily="34" charset="-122"/>
                <a:cs typeface="Calibri" pitchFamily="34" charset="-120"/>
              </a:rPr>
              <a:t>but what about individuals? </a:t>
            </a:r>
            <a:br>
              <a:rPr lang="en-US" sz="1700" dirty="0">
                <a:solidFill>
                  <a:schemeClr val="bg1">
                    <a:lumMod val="95000"/>
                  </a:schemeClr>
                </a:solidFill>
                <a:latin typeface="Calibri" pitchFamily="34" charset="0"/>
                <a:ea typeface="Calibri" pitchFamily="34" charset="-122"/>
                <a:cs typeface="Calibri" pitchFamily="34" charset="-120"/>
              </a:rPr>
            </a:br>
            <a:r>
              <a:rPr lang="en-US" sz="1700" dirty="0">
                <a:solidFill>
                  <a:schemeClr val="bg1">
                    <a:lumMod val="95000"/>
                  </a:schemeClr>
                </a:solidFill>
                <a:latin typeface="Calibri" pitchFamily="34" charset="0"/>
                <a:ea typeface="Calibri" pitchFamily="34" charset="-122"/>
                <a:cs typeface="Calibri" pitchFamily="34" charset="-120"/>
                <a:sym typeface="Wingdings" pitchFamily="2" charset="2"/>
              </a:rPr>
              <a:t> Alignment question</a:t>
            </a:r>
            <a:endParaRPr lang="en-US" sz="1700" dirty="0">
              <a:solidFill>
                <a:schemeClr val="bg1">
                  <a:lumMod val="95000"/>
                </a:schemeClr>
              </a:solidFill>
              <a:latin typeface="Calibri" pitchFamily="34" charset="0"/>
              <a:ea typeface="Calibri" pitchFamily="34" charset="-122"/>
              <a:cs typeface="Calibri" pitchFamily="34" charset="-120"/>
            </a:endParaRPr>
          </a:p>
        </p:txBody>
      </p:sp>
      <p:sp>
        <p:nvSpPr>
          <p:cNvPr id="24" name="Banner">
            <a:extLst>
              <a:ext uri="{FF2B5EF4-FFF2-40B4-BE49-F238E27FC236}">
                <a16:creationId xmlns:a16="http://schemas.microsoft.com/office/drawing/2014/main" id="{465616D4-99BC-4C90-19F3-67A7ACE0504B}"/>
              </a:ext>
            </a:extLst>
          </p:cNvPr>
          <p:cNvSpPr/>
          <p:nvPr/>
        </p:nvSpPr>
        <p:spPr>
          <a:xfrm>
            <a:off x="546826" y="5458751"/>
            <a:ext cx="11094720" cy="500000"/>
          </a:xfrm>
          <a:prstGeom prst="roundRect">
            <a:avLst>
              <a:gd name="adj" fmla="val 10000"/>
            </a:avLst>
          </a:prstGeom>
          <a:solidFill>
            <a:srgbClr val="2E6E8C"/>
          </a:solidFill>
          <a:ln w="12700">
            <a:solidFill>
              <a:srgbClr val="2E6E8C"/>
            </a:solidFill>
          </a:ln>
        </p:spPr>
        <p:txBody>
          <a:bodyPr/>
          <a:lstStyle/>
          <a:p>
            <a:endParaRPr lang="en-US"/>
          </a:p>
        </p:txBody>
      </p:sp>
      <p:sp>
        <p:nvSpPr>
          <p:cNvPr id="25" name="Banner Text">
            <a:extLst>
              <a:ext uri="{FF2B5EF4-FFF2-40B4-BE49-F238E27FC236}">
                <a16:creationId xmlns:a16="http://schemas.microsoft.com/office/drawing/2014/main" id="{B43623B3-993E-FB1D-0D9A-EC594FDA00A3}"/>
              </a:ext>
            </a:extLst>
          </p:cNvPr>
          <p:cNvSpPr txBox="1"/>
          <p:nvPr/>
        </p:nvSpPr>
        <p:spPr>
          <a:xfrm>
            <a:off x="1668620" y="5458751"/>
            <a:ext cx="8851132" cy="500000"/>
          </a:xfrm>
          <a:prstGeom prst="rect">
            <a:avLst/>
          </a:prstGeom>
          <a:noFill/>
          <a:ln>
            <a:noFill/>
          </a:ln>
        </p:spPr>
        <p:txBody>
          <a:bodyPr wrap="square" lIns="0" tIns="0" rIns="0" bIns="0" rtlCol="0" anchor="ctr"/>
          <a:lstStyle/>
          <a:p>
            <a:pPr marL="0" indent="0" algn="ctr">
              <a:buNone/>
            </a:pPr>
            <a:r>
              <a:rPr lang="en-US" b="1" i="1" dirty="0">
                <a:solidFill>
                  <a:srgbClr val="FFFFFF"/>
                </a:solidFill>
                <a:latin typeface="Calibri" pitchFamily="34" charset="0"/>
                <a:ea typeface="Calibri" pitchFamily="34" charset="-122"/>
                <a:cs typeface="Calibri" pitchFamily="34" charset="-120"/>
              </a:rPr>
              <a:t>→  Depends on the deployment setting. But can we even control contextual sensitivity?</a:t>
            </a:r>
          </a:p>
        </p:txBody>
      </p:sp>
      <p:sp>
        <p:nvSpPr>
          <p:cNvPr id="26" name="Body 1">
            <a:extLst>
              <a:ext uri="{FF2B5EF4-FFF2-40B4-BE49-F238E27FC236}">
                <a16:creationId xmlns:a16="http://schemas.microsoft.com/office/drawing/2014/main" id="{E5B1C52C-9671-D572-8129-DE4CBBF135F4}"/>
              </a:ext>
            </a:extLst>
          </p:cNvPr>
          <p:cNvSpPr txBox="1"/>
          <p:nvPr/>
        </p:nvSpPr>
        <p:spPr>
          <a:xfrm>
            <a:off x="776826" y="3861657"/>
            <a:ext cx="3038240" cy="560000"/>
          </a:xfrm>
          <a:prstGeom prst="rect">
            <a:avLst/>
          </a:prstGeom>
          <a:noFill/>
          <a:ln>
            <a:noFill/>
          </a:ln>
        </p:spPr>
        <p:txBody>
          <a:bodyPr wrap="square" lIns="0" tIns="0" rIns="0" bIns="0" rtlCol="0" anchor="t"/>
          <a:lstStyle/>
          <a:p>
            <a:pPr marL="0" indent="0" algn="ctr">
              <a:buNone/>
            </a:pPr>
            <a:r>
              <a:rPr lang="en-US" sz="1700" dirty="0">
                <a:solidFill>
                  <a:schemeClr val="bg1">
                    <a:lumMod val="95000"/>
                  </a:schemeClr>
                </a:solidFill>
                <a:latin typeface="Calibri" pitchFamily="34" charset="0"/>
                <a:ea typeface="Calibri" pitchFamily="34" charset="-122"/>
                <a:cs typeface="Calibri" pitchFamily="34" charset="-120"/>
              </a:rPr>
              <a:t>Not a real solution </a:t>
            </a:r>
            <a:br>
              <a:rPr lang="en-US" sz="1700" dirty="0">
                <a:solidFill>
                  <a:schemeClr val="bg1">
                    <a:lumMod val="95000"/>
                  </a:schemeClr>
                </a:solidFill>
                <a:latin typeface="Calibri" pitchFamily="34" charset="0"/>
                <a:ea typeface="Calibri" pitchFamily="34" charset="-122"/>
                <a:cs typeface="Calibri" pitchFamily="34" charset="-120"/>
              </a:rPr>
            </a:br>
            <a:r>
              <a:rPr lang="en-US" sz="1700" dirty="0">
                <a:solidFill>
                  <a:schemeClr val="bg1">
                    <a:lumMod val="95000"/>
                  </a:schemeClr>
                </a:solidFill>
                <a:latin typeface="Calibri" pitchFamily="34" charset="0"/>
                <a:ea typeface="Calibri" pitchFamily="34" charset="-122"/>
                <a:cs typeface="Calibri" pitchFamily="34" charset="-120"/>
                <a:sym typeface="Wingdings" pitchFamily="2" charset="2"/>
              </a:rPr>
              <a:t> Can be circumvented, ….</a:t>
            </a:r>
            <a:endParaRPr lang="en-US" sz="1700" dirty="0">
              <a:solidFill>
                <a:schemeClr val="bg1">
                  <a:lumMod val="95000"/>
                </a:schemeClr>
              </a:solidFill>
              <a:latin typeface="Calibri" pitchFamily="34" charset="0"/>
              <a:ea typeface="Calibri" pitchFamily="34" charset="-122"/>
              <a:cs typeface="Calibri" pitchFamily="34" charset="-120"/>
            </a:endParaRPr>
          </a:p>
        </p:txBody>
      </p:sp>
      <p:pic>
        <p:nvPicPr>
          <p:cNvPr id="30" name="Picture 29">
            <a:extLst>
              <a:ext uri="{FF2B5EF4-FFF2-40B4-BE49-F238E27FC236}">
                <a16:creationId xmlns:a16="http://schemas.microsoft.com/office/drawing/2014/main" id="{2B38B6FB-07BC-F940-0435-64347FAA6D21}"/>
              </a:ext>
            </a:extLst>
          </p:cNvPr>
          <p:cNvPicPr>
            <a:picLocks noChangeAspect="1"/>
          </p:cNvPicPr>
          <p:nvPr/>
        </p:nvPicPr>
        <p:blipFill>
          <a:blip r:embed="rId12"/>
          <a:stretch>
            <a:fillRect/>
          </a:stretch>
        </p:blipFill>
        <p:spPr>
          <a:xfrm>
            <a:off x="9485045" y="459778"/>
            <a:ext cx="374273" cy="374273"/>
          </a:xfrm>
          <a:prstGeom prst="rect">
            <a:avLst/>
          </a:prstGeom>
        </p:spPr>
      </p:pic>
      <p:sp>
        <p:nvSpPr>
          <p:cNvPr id="35" name="Slide Number Placeholder 34">
            <a:extLst>
              <a:ext uri="{FF2B5EF4-FFF2-40B4-BE49-F238E27FC236}">
                <a16:creationId xmlns:a16="http://schemas.microsoft.com/office/drawing/2014/main" id="{9A5CD01E-920D-D06F-3FBC-41F2E9618BCA}"/>
              </a:ext>
            </a:extLst>
          </p:cNvPr>
          <p:cNvSpPr>
            <a:spLocks noGrp="1"/>
          </p:cNvSpPr>
          <p:nvPr>
            <p:ph type="sldNum" sz="quarter" idx="4"/>
          </p:nvPr>
        </p:nvSpPr>
        <p:spPr/>
        <p:txBody>
          <a:bodyPr/>
          <a:lstStyle/>
          <a:p>
            <a:fld id="{F8325A8C-A62D-5E4B-8AAC-68DD587E4A7D}" type="slidenum">
              <a:rPr lang="de-DE" smtClean="0"/>
              <a:t>26</a:t>
            </a:fld>
            <a:endParaRPr lang="de-DE" dirty="0"/>
          </a:p>
        </p:txBody>
      </p:sp>
    </p:spTree>
    <p:extLst>
      <p:ext uri="{BB962C8B-B14F-4D97-AF65-F5344CB8AC3E}">
        <p14:creationId xmlns:p14="http://schemas.microsoft.com/office/powerpoint/2010/main" val="24319644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500"/>
                                        <p:tgtEl>
                                          <p:spTgt spid="3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33"/>
                                        </p:tgtEl>
                                        <p:attrNameLst>
                                          <p:attrName>style.visibility</p:attrName>
                                        </p:attrNameLst>
                                      </p:cBhvr>
                                      <p:to>
                                        <p:strVal val="visible"/>
                                      </p:to>
                                    </p:set>
                                    <p:animEffect transition="in" filter="fade">
                                      <p:cBhvr>
                                        <p:cTn id="16" dur="500"/>
                                        <p:tgtEl>
                                          <p:spTgt spid="3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00"/>
                                        <p:tgtEl>
                                          <p:spTgt spid="12"/>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fad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fade">
                                      <p:cBhvr>
                                        <p:cTn id="27" dur="500"/>
                                        <p:tgtEl>
                                          <p:spTgt spid="6"/>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fade">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fade">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fad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21"/>
                                        </p:tgtEl>
                                        <p:attrNameLst>
                                          <p:attrName>style.visibility</p:attrName>
                                        </p:attrNameLst>
                                      </p:cBhvr>
                                      <p:to>
                                        <p:strVal val="visible"/>
                                      </p:to>
                                    </p:set>
                                    <p:animEffect transition="in" filter="fade">
                                      <p:cBhvr>
                                        <p:cTn id="47" dur="500"/>
                                        <p:tgtEl>
                                          <p:spTgt spid="21"/>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23"/>
                                        </p:tgtEl>
                                        <p:attrNameLst>
                                          <p:attrName>style.visibility</p:attrName>
                                        </p:attrNameLst>
                                      </p:cBhvr>
                                      <p:to>
                                        <p:strVal val="visible"/>
                                      </p:to>
                                    </p:set>
                                    <p:animEffect transition="in" filter="fade">
                                      <p:cBhvr>
                                        <p:cTn id="52" dur="500"/>
                                        <p:tgtEl>
                                          <p:spTgt spid="23"/>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25"/>
                                        </p:tgtEl>
                                        <p:attrNameLst>
                                          <p:attrName>style.visibility</p:attrName>
                                        </p:attrNameLst>
                                      </p:cBhvr>
                                      <p:to>
                                        <p:strVal val="visible"/>
                                      </p:to>
                                    </p:set>
                                    <p:animEffect transition="in" filter="fade">
                                      <p:cBhvr>
                                        <p:cTn id="57" dur="500"/>
                                        <p:tgtEl>
                                          <p:spTgt spid="2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4"/>
                                        </p:tgtEl>
                                        <p:attrNameLst>
                                          <p:attrName>style.visibility</p:attrName>
                                        </p:attrNameLst>
                                      </p:cBhvr>
                                      <p:to>
                                        <p:strVal val="visible"/>
                                      </p:to>
                                    </p:set>
                                    <p:animEffect transition="in" filter="fade">
                                      <p:cBhvr>
                                        <p:cTn id="6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4" grpId="0" animBg="1"/>
      <p:bldP spid="32" grpId="0" animBg="1"/>
      <p:bldP spid="5" grpId="0" animBg="1"/>
      <p:bldP spid="6" grpId="0"/>
      <p:bldP spid="8" grpId="0" animBg="1"/>
      <p:bldP spid="9" grpId="0"/>
      <p:bldP spid="10" grpId="0"/>
      <p:bldP spid="12" grpId="0" animBg="1"/>
      <p:bldP spid="21" grpId="0"/>
      <p:bldP spid="23" grpId="0"/>
      <p:bldP spid="24" grpId="0" animBg="1"/>
      <p:bldP spid="25" grpId="0"/>
      <p:bldP spid="26"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12268DFA-FE98-305C-0066-0AE985C7DE1E}"/>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7BF8CAD9-F97C-6EF6-0C79-965A611C5525}"/>
              </a:ext>
            </a:extLst>
          </p:cNvPr>
          <p:cNvSpPr txBox="1"/>
          <p:nvPr/>
        </p:nvSpPr>
        <p:spPr>
          <a:xfrm>
            <a:off x="11865429" y="6368143"/>
            <a:ext cx="184731" cy="369332"/>
          </a:xfrm>
          <a:prstGeom prst="rect">
            <a:avLst/>
          </a:prstGeom>
          <a:noFill/>
        </p:spPr>
        <p:txBody>
          <a:bodyPr wrap="none" rtlCol="0">
            <a:spAutoFit/>
          </a:bodyPr>
          <a:lstStyle/>
          <a:p>
            <a:endParaRPr lang="en-DE" dirty="0"/>
          </a:p>
        </p:txBody>
      </p:sp>
      <p:sp>
        <p:nvSpPr>
          <p:cNvPr id="2" name="Slide Number Placeholder 1">
            <a:extLst>
              <a:ext uri="{FF2B5EF4-FFF2-40B4-BE49-F238E27FC236}">
                <a16:creationId xmlns:a16="http://schemas.microsoft.com/office/drawing/2014/main" id="{FEB9E8B7-D159-0BBF-A394-4EA35B0C036F}"/>
              </a:ext>
            </a:extLst>
          </p:cNvPr>
          <p:cNvSpPr>
            <a:spLocks noGrp="1"/>
          </p:cNvSpPr>
          <p:nvPr>
            <p:ph type="sldNum" sz="quarter" idx="4"/>
          </p:nvPr>
        </p:nvSpPr>
        <p:spPr/>
        <p:txBody>
          <a:bodyPr/>
          <a:lstStyle/>
          <a:p>
            <a:fld id="{F8325A8C-A62D-5E4B-8AAC-68DD587E4A7D}" type="slidenum">
              <a:rPr lang="de-DE" smtClean="0"/>
              <a:t>27</a:t>
            </a:fld>
            <a:endParaRPr lang="de-DE" dirty="0"/>
          </a:p>
        </p:txBody>
      </p:sp>
      <p:sp>
        <p:nvSpPr>
          <p:cNvPr id="216" name="Left Brace 215">
            <a:extLst>
              <a:ext uri="{FF2B5EF4-FFF2-40B4-BE49-F238E27FC236}">
                <a16:creationId xmlns:a16="http://schemas.microsoft.com/office/drawing/2014/main" id="{2024FB3A-BDEB-4407-EBAD-D90EFC5B5B3B}"/>
              </a:ext>
            </a:extLst>
          </p:cNvPr>
          <p:cNvSpPr/>
          <p:nvPr/>
        </p:nvSpPr>
        <p:spPr>
          <a:xfrm rot="16200000">
            <a:off x="5977276" y="-2054329"/>
            <a:ext cx="254027" cy="11522281"/>
          </a:xfrm>
          <a:prstGeom prst="leftBrace">
            <a:avLst>
              <a:gd name="adj1" fmla="val 78314"/>
              <a:gd name="adj2" fmla="val 50000"/>
            </a:avLst>
          </a:prstGeom>
          <a:ln w="25400">
            <a:solidFill>
              <a:schemeClr val="accent1">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p>
        </p:txBody>
      </p:sp>
      <p:sp>
        <p:nvSpPr>
          <p:cNvPr id="217" name="Textfeld 66">
            <a:extLst>
              <a:ext uri="{FF2B5EF4-FFF2-40B4-BE49-F238E27FC236}">
                <a16:creationId xmlns:a16="http://schemas.microsoft.com/office/drawing/2014/main" id="{F2D1E30A-B3FD-E9C3-0183-70FAE4DE8678}"/>
              </a:ext>
            </a:extLst>
          </p:cNvPr>
          <p:cNvSpPr txBox="1"/>
          <p:nvPr/>
        </p:nvSpPr>
        <p:spPr>
          <a:xfrm>
            <a:off x="5892979" y="2766556"/>
            <a:ext cx="6439591"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b="1" dirty="0">
                <a:solidFill>
                  <a:schemeClr val="bg1"/>
                </a:solidFill>
                <a:latin typeface="Calibri" panose="020F0502020204030204" pitchFamily="34" charset="0"/>
                <a:cs typeface="Calibri" panose="020F0502020204030204" pitchFamily="34" charset="0"/>
              </a:rPr>
              <a:t>A: Yes                       B: No</a:t>
            </a:r>
          </a:p>
        </p:txBody>
      </p:sp>
      <p:sp>
        <p:nvSpPr>
          <p:cNvPr id="218" name="Textfeld 66">
            <a:extLst>
              <a:ext uri="{FF2B5EF4-FFF2-40B4-BE49-F238E27FC236}">
                <a16:creationId xmlns:a16="http://schemas.microsoft.com/office/drawing/2014/main" id="{F494E3CC-0517-87E4-B385-CE457772B816}"/>
              </a:ext>
            </a:extLst>
          </p:cNvPr>
          <p:cNvSpPr txBox="1"/>
          <p:nvPr/>
        </p:nvSpPr>
        <p:spPr>
          <a:xfrm>
            <a:off x="-579223" y="2766556"/>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E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sp>
        <p:nvSpPr>
          <p:cNvPr id="220" name="Textfeld 66">
            <a:extLst>
              <a:ext uri="{FF2B5EF4-FFF2-40B4-BE49-F238E27FC236}">
                <a16:creationId xmlns:a16="http://schemas.microsoft.com/office/drawing/2014/main" id="{2A5761E4-3339-BB6B-AA4E-ED0FC5A7599B}"/>
              </a:ext>
            </a:extLst>
          </p:cNvPr>
          <p:cNvSpPr txBox="1"/>
          <p:nvPr/>
        </p:nvSpPr>
        <p:spPr>
          <a:xfrm>
            <a:off x="2456003" y="4090516"/>
            <a:ext cx="7279994" cy="369332"/>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Everything identical, except “</a:t>
            </a:r>
            <a:r>
              <a:rPr lang="en-US" b="1" dirty="0">
                <a:solidFill>
                  <a:srgbClr val="EE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 and “a sick stranger”</a:t>
            </a:r>
          </a:p>
        </p:txBody>
      </p:sp>
      <p:sp>
        <p:nvSpPr>
          <p:cNvPr id="3" name="!!Textfeld 98">
            <a:extLst>
              <a:ext uri="{FF2B5EF4-FFF2-40B4-BE49-F238E27FC236}">
                <a16:creationId xmlns:a16="http://schemas.microsoft.com/office/drawing/2014/main" id="{0B694754-F0BF-D6C1-8DE3-716D9EFC4080}"/>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38450249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fade">
                                      <p:cBhvr>
                                        <p:cTn id="7" dur="500"/>
                                        <p:tgtEl>
                                          <p:spTgt spid="2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20"/>
                                        </p:tgtEl>
                                        <p:attrNameLst>
                                          <p:attrName>style.visibility</p:attrName>
                                        </p:attrNameLst>
                                      </p:cBhvr>
                                      <p:to>
                                        <p:strVal val="visible"/>
                                      </p:to>
                                    </p:set>
                                    <p:animEffect transition="in" filter="fade">
                                      <p:cBhvr>
                                        <p:cTn id="10" dur="500"/>
                                        <p:tgtEl>
                                          <p:spTgt spid="2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220"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962DD85D-A070-CFC1-855E-BCBD7FFEAD54}"/>
            </a:ext>
          </a:extLst>
        </p:cNvPr>
        <p:cNvGrpSpPr/>
        <p:nvPr/>
      </p:nvGrpSpPr>
      <p:grpSpPr>
        <a:xfrm>
          <a:off x="0" y="0"/>
          <a:ext cx="0" cy="0"/>
          <a:chOff x="0" y="0"/>
          <a:chExt cx="0" cy="0"/>
        </a:xfrm>
      </p:grpSpPr>
      <p:sp>
        <p:nvSpPr>
          <p:cNvPr id="24" name="Textfeld 66">
            <a:extLst>
              <a:ext uri="{FF2B5EF4-FFF2-40B4-BE49-F238E27FC236}">
                <a16:creationId xmlns:a16="http://schemas.microsoft.com/office/drawing/2014/main" id="{65AF8E1E-EF71-B7C5-C4C7-67D5BB6C7233}"/>
              </a:ext>
            </a:extLst>
          </p:cNvPr>
          <p:cNvSpPr txBox="1"/>
          <p:nvPr/>
        </p:nvSpPr>
        <p:spPr>
          <a:xfrm>
            <a:off x="5892979" y="1264324"/>
            <a:ext cx="6439591"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b="1" dirty="0">
                <a:solidFill>
                  <a:schemeClr val="bg1"/>
                </a:solidFill>
                <a:latin typeface="Calibri" panose="020F0502020204030204" pitchFamily="34" charset="0"/>
                <a:cs typeface="Calibri" panose="020F0502020204030204" pitchFamily="34" charset="0"/>
              </a:rPr>
              <a:t>A: Yes                       B: No</a:t>
            </a:r>
          </a:p>
        </p:txBody>
      </p:sp>
      <p:sp>
        <p:nvSpPr>
          <p:cNvPr id="20" name="TextBox 19">
            <a:extLst>
              <a:ext uri="{FF2B5EF4-FFF2-40B4-BE49-F238E27FC236}">
                <a16:creationId xmlns:a16="http://schemas.microsoft.com/office/drawing/2014/main" id="{96D1B068-FA46-8AA2-B0A8-ADC55A45F2F5}"/>
              </a:ext>
            </a:extLst>
          </p:cNvPr>
          <p:cNvSpPr txBox="1"/>
          <p:nvPr/>
        </p:nvSpPr>
        <p:spPr>
          <a:xfrm>
            <a:off x="11865429" y="6368143"/>
            <a:ext cx="184731" cy="369332"/>
          </a:xfrm>
          <a:prstGeom prst="rect">
            <a:avLst/>
          </a:prstGeom>
          <a:noFill/>
        </p:spPr>
        <p:txBody>
          <a:bodyPr wrap="none" rtlCol="0">
            <a:spAutoFit/>
          </a:bodyPr>
          <a:lstStyle/>
          <a:p>
            <a:endParaRPr lang="en-DE" dirty="0"/>
          </a:p>
        </p:txBody>
      </p:sp>
      <p:sp>
        <p:nvSpPr>
          <p:cNvPr id="2" name="Slide Number Placeholder 1">
            <a:extLst>
              <a:ext uri="{FF2B5EF4-FFF2-40B4-BE49-F238E27FC236}">
                <a16:creationId xmlns:a16="http://schemas.microsoft.com/office/drawing/2014/main" id="{D8C8DD28-3441-C27B-6B55-64B6263EE361}"/>
              </a:ext>
            </a:extLst>
          </p:cNvPr>
          <p:cNvSpPr>
            <a:spLocks noGrp="1"/>
          </p:cNvSpPr>
          <p:nvPr>
            <p:ph type="sldNum" sz="quarter" idx="4"/>
          </p:nvPr>
        </p:nvSpPr>
        <p:spPr/>
        <p:txBody>
          <a:bodyPr/>
          <a:lstStyle/>
          <a:p>
            <a:fld id="{F8325A8C-A62D-5E4B-8AAC-68DD587E4A7D}" type="slidenum">
              <a:rPr lang="de-DE" smtClean="0"/>
              <a:t>28</a:t>
            </a:fld>
            <a:endParaRPr lang="de-DE" dirty="0"/>
          </a:p>
        </p:txBody>
      </p:sp>
      <p:sp>
        <p:nvSpPr>
          <p:cNvPr id="23" name="Textfeld 66">
            <a:extLst>
              <a:ext uri="{FF2B5EF4-FFF2-40B4-BE49-F238E27FC236}">
                <a16:creationId xmlns:a16="http://schemas.microsoft.com/office/drawing/2014/main" id="{3AE1A9D0-0B93-F25B-D239-D8BC73777A1C}"/>
              </a:ext>
            </a:extLst>
          </p:cNvPr>
          <p:cNvSpPr txBox="1"/>
          <p:nvPr/>
        </p:nvSpPr>
        <p:spPr>
          <a:xfrm>
            <a:off x="-579223" y="1264324"/>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E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cxnSp>
        <p:nvCxnSpPr>
          <p:cNvPr id="27" name="Straight Arrow Connector 26">
            <a:extLst>
              <a:ext uri="{FF2B5EF4-FFF2-40B4-BE49-F238E27FC236}">
                <a16:creationId xmlns:a16="http://schemas.microsoft.com/office/drawing/2014/main" id="{2FDC0479-3AAC-0E37-DA0E-B7AC418DDDE1}"/>
              </a:ext>
            </a:extLst>
          </p:cNvPr>
          <p:cNvCxnSpPr>
            <a:cxnSpLocks/>
          </p:cNvCxnSpPr>
          <p:nvPr/>
        </p:nvCxnSpPr>
        <p:spPr>
          <a:xfrm>
            <a:off x="3070303"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AE95D0BE-5100-711C-E866-5FA84B040D88}"/>
              </a:ext>
            </a:extLst>
          </p:cNvPr>
          <p:cNvCxnSpPr>
            <a:cxnSpLocks/>
          </p:cNvCxnSpPr>
          <p:nvPr/>
        </p:nvCxnSpPr>
        <p:spPr>
          <a:xfrm>
            <a:off x="9103248"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grpSp>
        <p:nvGrpSpPr>
          <p:cNvPr id="548" name="Group 547">
            <a:extLst>
              <a:ext uri="{FF2B5EF4-FFF2-40B4-BE49-F238E27FC236}">
                <a16:creationId xmlns:a16="http://schemas.microsoft.com/office/drawing/2014/main" id="{1B0AC082-8E95-F63A-E15A-C41300503237}"/>
              </a:ext>
            </a:extLst>
          </p:cNvPr>
          <p:cNvGrpSpPr/>
          <p:nvPr/>
        </p:nvGrpSpPr>
        <p:grpSpPr>
          <a:xfrm>
            <a:off x="3064052" y="3161222"/>
            <a:ext cx="0" cy="0"/>
            <a:chOff x="3064052" y="3161222"/>
            <a:chExt cx="0" cy="0"/>
          </a:xfrm>
        </p:grpSpPr>
        <p:sp>
          <p:nvSpPr>
            <p:cNvPr id="4" name="Shape 0">
              <a:extLst>
                <a:ext uri="{FF2B5EF4-FFF2-40B4-BE49-F238E27FC236}">
                  <a16:creationId xmlns:a16="http://schemas.microsoft.com/office/drawing/2014/main" id="{C931AF72-EEA1-ED58-CB34-88B6ADA9E011}"/>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5" name="Shape 1">
              <a:extLst>
                <a:ext uri="{FF2B5EF4-FFF2-40B4-BE49-F238E27FC236}">
                  <a16:creationId xmlns:a16="http://schemas.microsoft.com/office/drawing/2014/main" id="{D067723E-54A4-4F4B-94E8-614559F7E626}"/>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6" name="Shape 2">
              <a:extLst>
                <a:ext uri="{FF2B5EF4-FFF2-40B4-BE49-F238E27FC236}">
                  <a16:creationId xmlns:a16="http://schemas.microsoft.com/office/drawing/2014/main" id="{17DD8E05-B3E0-7FAA-D430-867DA878C01A}"/>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7" name="Shape 3">
              <a:extLst>
                <a:ext uri="{FF2B5EF4-FFF2-40B4-BE49-F238E27FC236}">
                  <a16:creationId xmlns:a16="http://schemas.microsoft.com/office/drawing/2014/main" id="{CD62CB44-CDC7-8C65-2AAD-E030FB91CF92}"/>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8" name="Shape 4">
              <a:extLst>
                <a:ext uri="{FF2B5EF4-FFF2-40B4-BE49-F238E27FC236}">
                  <a16:creationId xmlns:a16="http://schemas.microsoft.com/office/drawing/2014/main" id="{3CEE2B6B-5A8A-9607-BDB4-2EE7631331B6}"/>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9" name="Shape 5">
              <a:extLst>
                <a:ext uri="{FF2B5EF4-FFF2-40B4-BE49-F238E27FC236}">
                  <a16:creationId xmlns:a16="http://schemas.microsoft.com/office/drawing/2014/main" id="{7C380887-F774-8BB0-3065-A979EEEF9233}"/>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0" name="Shape 6">
              <a:extLst>
                <a:ext uri="{FF2B5EF4-FFF2-40B4-BE49-F238E27FC236}">
                  <a16:creationId xmlns:a16="http://schemas.microsoft.com/office/drawing/2014/main" id="{04F923F5-3CF2-8A5E-BD5B-DFD251A1FF74}"/>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1" name="Shape 7">
              <a:extLst>
                <a:ext uri="{FF2B5EF4-FFF2-40B4-BE49-F238E27FC236}">
                  <a16:creationId xmlns:a16="http://schemas.microsoft.com/office/drawing/2014/main" id="{3BCAF416-96F8-F272-7B14-BAED744962E4}"/>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2" name="Shape 8">
              <a:extLst>
                <a:ext uri="{FF2B5EF4-FFF2-40B4-BE49-F238E27FC236}">
                  <a16:creationId xmlns:a16="http://schemas.microsoft.com/office/drawing/2014/main" id="{676792BA-4D84-FBBA-8DFE-120F84940D20}"/>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3" name="Shape 9">
              <a:extLst>
                <a:ext uri="{FF2B5EF4-FFF2-40B4-BE49-F238E27FC236}">
                  <a16:creationId xmlns:a16="http://schemas.microsoft.com/office/drawing/2014/main" id="{F72874AF-3DD2-668C-BA79-CDC3DE3063AE}"/>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4" name="Shape 10">
              <a:extLst>
                <a:ext uri="{FF2B5EF4-FFF2-40B4-BE49-F238E27FC236}">
                  <a16:creationId xmlns:a16="http://schemas.microsoft.com/office/drawing/2014/main" id="{3325E42A-D04E-DBE8-E77E-3BCD0F67226C}"/>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5" name="Shape 11">
              <a:extLst>
                <a:ext uri="{FF2B5EF4-FFF2-40B4-BE49-F238E27FC236}">
                  <a16:creationId xmlns:a16="http://schemas.microsoft.com/office/drawing/2014/main" id="{4BA7F6F7-C2A5-C536-2D29-1E0BB2003FCF}"/>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6" name="Shape 12">
              <a:extLst>
                <a:ext uri="{FF2B5EF4-FFF2-40B4-BE49-F238E27FC236}">
                  <a16:creationId xmlns:a16="http://schemas.microsoft.com/office/drawing/2014/main" id="{510270E7-C025-684F-9C15-723E353440C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7" name="Shape 13">
              <a:extLst>
                <a:ext uri="{FF2B5EF4-FFF2-40B4-BE49-F238E27FC236}">
                  <a16:creationId xmlns:a16="http://schemas.microsoft.com/office/drawing/2014/main" id="{95F62195-C575-6978-6D28-1FD13A8F6755}"/>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8" name="Shape 14">
              <a:extLst>
                <a:ext uri="{FF2B5EF4-FFF2-40B4-BE49-F238E27FC236}">
                  <a16:creationId xmlns:a16="http://schemas.microsoft.com/office/drawing/2014/main" id="{790FB042-B87F-6DB5-88DF-4343CC451D43}"/>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9" name="Shape 15">
              <a:extLst>
                <a:ext uri="{FF2B5EF4-FFF2-40B4-BE49-F238E27FC236}">
                  <a16:creationId xmlns:a16="http://schemas.microsoft.com/office/drawing/2014/main" id="{CE41526B-0794-68BC-F0A9-E501B0DBB144}"/>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 name="Shape 16">
              <a:extLst>
                <a:ext uri="{FF2B5EF4-FFF2-40B4-BE49-F238E27FC236}">
                  <a16:creationId xmlns:a16="http://schemas.microsoft.com/office/drawing/2014/main" id="{C1D41E05-F1B4-A140-1BD9-30C4E55E44D7}"/>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2" name="Shape 17">
              <a:extLst>
                <a:ext uri="{FF2B5EF4-FFF2-40B4-BE49-F238E27FC236}">
                  <a16:creationId xmlns:a16="http://schemas.microsoft.com/office/drawing/2014/main" id="{0824A879-C0B8-C55C-AB6F-EB8BA4BFD178}"/>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5" name="Shape 18">
              <a:extLst>
                <a:ext uri="{FF2B5EF4-FFF2-40B4-BE49-F238E27FC236}">
                  <a16:creationId xmlns:a16="http://schemas.microsoft.com/office/drawing/2014/main" id="{87377217-46C8-1DE4-BDB9-071FA66CDE5A}"/>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6" name="Shape 19">
              <a:extLst>
                <a:ext uri="{FF2B5EF4-FFF2-40B4-BE49-F238E27FC236}">
                  <a16:creationId xmlns:a16="http://schemas.microsoft.com/office/drawing/2014/main" id="{418B0C19-3686-574B-9D2D-FFEA51FDF0E0}"/>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9" name="Shape 20">
              <a:extLst>
                <a:ext uri="{FF2B5EF4-FFF2-40B4-BE49-F238E27FC236}">
                  <a16:creationId xmlns:a16="http://schemas.microsoft.com/office/drawing/2014/main" id="{C9DCE528-53C2-65F2-4DBB-35F3404C5AC7}"/>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30" name="Shape 21">
              <a:extLst>
                <a:ext uri="{FF2B5EF4-FFF2-40B4-BE49-F238E27FC236}">
                  <a16:creationId xmlns:a16="http://schemas.microsoft.com/office/drawing/2014/main" id="{3B1104A4-51E7-9E0D-C275-ACCEA1A200CC}"/>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31" name="Shape 22">
              <a:extLst>
                <a:ext uri="{FF2B5EF4-FFF2-40B4-BE49-F238E27FC236}">
                  <a16:creationId xmlns:a16="http://schemas.microsoft.com/office/drawing/2014/main" id="{67602ECD-939D-20BC-A4CA-490D88E9EDEA}"/>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32" name="Shape 23">
              <a:extLst>
                <a:ext uri="{FF2B5EF4-FFF2-40B4-BE49-F238E27FC236}">
                  <a16:creationId xmlns:a16="http://schemas.microsoft.com/office/drawing/2014/main" id="{244B1992-B1E4-78B6-C3A5-7EE5476AF6A6}"/>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33" name="Shape 24">
              <a:extLst>
                <a:ext uri="{FF2B5EF4-FFF2-40B4-BE49-F238E27FC236}">
                  <a16:creationId xmlns:a16="http://schemas.microsoft.com/office/drawing/2014/main" id="{D7E442C0-3087-3FD7-D162-5CFEADD7AB59}"/>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34" name="Shape 25">
              <a:extLst>
                <a:ext uri="{FF2B5EF4-FFF2-40B4-BE49-F238E27FC236}">
                  <a16:creationId xmlns:a16="http://schemas.microsoft.com/office/drawing/2014/main" id="{CBE0C334-B7B1-496D-CF7C-2C5FEFE6B19C}"/>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35" name="Shape 26">
              <a:extLst>
                <a:ext uri="{FF2B5EF4-FFF2-40B4-BE49-F238E27FC236}">
                  <a16:creationId xmlns:a16="http://schemas.microsoft.com/office/drawing/2014/main" id="{932FF256-5180-6511-DBF5-1727107670E0}"/>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36" name="Shape 27">
              <a:extLst>
                <a:ext uri="{FF2B5EF4-FFF2-40B4-BE49-F238E27FC236}">
                  <a16:creationId xmlns:a16="http://schemas.microsoft.com/office/drawing/2014/main" id="{684AE0AC-784B-D946-AA1F-414DEF48126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37" name="Shape 28">
              <a:extLst>
                <a:ext uri="{FF2B5EF4-FFF2-40B4-BE49-F238E27FC236}">
                  <a16:creationId xmlns:a16="http://schemas.microsoft.com/office/drawing/2014/main" id="{D4C8EB4C-765D-9C76-D168-20B35331D0B1}"/>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38" name="Shape 29">
              <a:extLst>
                <a:ext uri="{FF2B5EF4-FFF2-40B4-BE49-F238E27FC236}">
                  <a16:creationId xmlns:a16="http://schemas.microsoft.com/office/drawing/2014/main" id="{4F2B211E-39D2-484B-7597-6E40FEC7860B}"/>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39" name="Shape 30">
              <a:extLst>
                <a:ext uri="{FF2B5EF4-FFF2-40B4-BE49-F238E27FC236}">
                  <a16:creationId xmlns:a16="http://schemas.microsoft.com/office/drawing/2014/main" id="{738253AE-F4E7-6C85-4D40-39AF154C62AA}"/>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40" name="Shape 31">
              <a:extLst>
                <a:ext uri="{FF2B5EF4-FFF2-40B4-BE49-F238E27FC236}">
                  <a16:creationId xmlns:a16="http://schemas.microsoft.com/office/drawing/2014/main" id="{68FE22C7-7165-C12F-996E-2E0238EFF905}"/>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41" name="Shape 32">
              <a:extLst>
                <a:ext uri="{FF2B5EF4-FFF2-40B4-BE49-F238E27FC236}">
                  <a16:creationId xmlns:a16="http://schemas.microsoft.com/office/drawing/2014/main" id="{CAB78AA8-AF15-9E47-A4A0-124F78C02A35}"/>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42" name="Shape 33">
              <a:extLst>
                <a:ext uri="{FF2B5EF4-FFF2-40B4-BE49-F238E27FC236}">
                  <a16:creationId xmlns:a16="http://schemas.microsoft.com/office/drawing/2014/main" id="{B2B7C851-7FE6-43CA-9A3E-ABABEBEF4B12}"/>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43" name="Shape 34">
              <a:extLst>
                <a:ext uri="{FF2B5EF4-FFF2-40B4-BE49-F238E27FC236}">
                  <a16:creationId xmlns:a16="http://schemas.microsoft.com/office/drawing/2014/main" id="{D297AF3E-CFC4-2958-B914-AC54C9CBF832}"/>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44" name="Shape 35">
              <a:extLst>
                <a:ext uri="{FF2B5EF4-FFF2-40B4-BE49-F238E27FC236}">
                  <a16:creationId xmlns:a16="http://schemas.microsoft.com/office/drawing/2014/main" id="{8354984F-C550-23E7-E5C6-85FA2206F5C8}"/>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45" name="Shape 36">
              <a:extLst>
                <a:ext uri="{FF2B5EF4-FFF2-40B4-BE49-F238E27FC236}">
                  <a16:creationId xmlns:a16="http://schemas.microsoft.com/office/drawing/2014/main" id="{BD9146F0-757C-06FC-E006-D035489A861B}"/>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46" name="Shape 37">
              <a:extLst>
                <a:ext uri="{FF2B5EF4-FFF2-40B4-BE49-F238E27FC236}">
                  <a16:creationId xmlns:a16="http://schemas.microsoft.com/office/drawing/2014/main" id="{09FDCB30-8747-05AF-864B-CE042CF55FC7}"/>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47" name="Shape 38">
              <a:extLst>
                <a:ext uri="{FF2B5EF4-FFF2-40B4-BE49-F238E27FC236}">
                  <a16:creationId xmlns:a16="http://schemas.microsoft.com/office/drawing/2014/main" id="{D5FE14B0-AF65-5022-A7FF-B63D6B45D4F1}"/>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48" name="Shape 39">
              <a:extLst>
                <a:ext uri="{FF2B5EF4-FFF2-40B4-BE49-F238E27FC236}">
                  <a16:creationId xmlns:a16="http://schemas.microsoft.com/office/drawing/2014/main" id="{C752AD76-9A86-77D8-99F9-2C934C6408AF}"/>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49" name="Shape 40">
              <a:extLst>
                <a:ext uri="{FF2B5EF4-FFF2-40B4-BE49-F238E27FC236}">
                  <a16:creationId xmlns:a16="http://schemas.microsoft.com/office/drawing/2014/main" id="{2B1391A6-D893-C04F-7487-09078BBA41F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50" name="Shape 41">
              <a:extLst>
                <a:ext uri="{FF2B5EF4-FFF2-40B4-BE49-F238E27FC236}">
                  <a16:creationId xmlns:a16="http://schemas.microsoft.com/office/drawing/2014/main" id="{F784E28A-C5E4-660B-A8EF-DCCBE317CDEB}"/>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51" name="Shape 42">
              <a:extLst>
                <a:ext uri="{FF2B5EF4-FFF2-40B4-BE49-F238E27FC236}">
                  <a16:creationId xmlns:a16="http://schemas.microsoft.com/office/drawing/2014/main" id="{636E67E0-382D-3AAF-33E0-255D2AAA6A6E}"/>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52" name="Shape 43">
              <a:extLst>
                <a:ext uri="{FF2B5EF4-FFF2-40B4-BE49-F238E27FC236}">
                  <a16:creationId xmlns:a16="http://schemas.microsoft.com/office/drawing/2014/main" id="{1AE71652-AE85-52F3-08FE-CCE60F648D49}"/>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53" name="Shape 44">
              <a:extLst>
                <a:ext uri="{FF2B5EF4-FFF2-40B4-BE49-F238E27FC236}">
                  <a16:creationId xmlns:a16="http://schemas.microsoft.com/office/drawing/2014/main" id="{F67DBFA4-294D-790E-F2FB-2213DE210BEC}"/>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4" name="Shape 45">
              <a:extLst>
                <a:ext uri="{FF2B5EF4-FFF2-40B4-BE49-F238E27FC236}">
                  <a16:creationId xmlns:a16="http://schemas.microsoft.com/office/drawing/2014/main" id="{778F4887-D127-CCB5-53E7-31EE09EF7837}"/>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5" name="Shape 46">
              <a:extLst>
                <a:ext uri="{FF2B5EF4-FFF2-40B4-BE49-F238E27FC236}">
                  <a16:creationId xmlns:a16="http://schemas.microsoft.com/office/drawing/2014/main" id="{0AFD6981-9F8D-3FE9-CA55-9312AFFD7196}"/>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6" name="Shape 47">
              <a:extLst>
                <a:ext uri="{FF2B5EF4-FFF2-40B4-BE49-F238E27FC236}">
                  <a16:creationId xmlns:a16="http://schemas.microsoft.com/office/drawing/2014/main" id="{41874EED-4DBE-AE28-8688-33084667F956}"/>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7" name="Shape 48">
              <a:extLst>
                <a:ext uri="{FF2B5EF4-FFF2-40B4-BE49-F238E27FC236}">
                  <a16:creationId xmlns:a16="http://schemas.microsoft.com/office/drawing/2014/main" id="{C846E87F-20C2-2CAA-C771-9B3F10F621C1}"/>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8" name="Shape 49">
              <a:extLst>
                <a:ext uri="{FF2B5EF4-FFF2-40B4-BE49-F238E27FC236}">
                  <a16:creationId xmlns:a16="http://schemas.microsoft.com/office/drawing/2014/main" id="{7CA88F03-0F87-4CAE-ED5B-75D36A83CDB3}"/>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59" name="Shape 50">
              <a:extLst>
                <a:ext uri="{FF2B5EF4-FFF2-40B4-BE49-F238E27FC236}">
                  <a16:creationId xmlns:a16="http://schemas.microsoft.com/office/drawing/2014/main" id="{6428DDE6-C9AE-1455-02CE-02437EBC9C79}"/>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60" name="Shape 51">
              <a:extLst>
                <a:ext uri="{FF2B5EF4-FFF2-40B4-BE49-F238E27FC236}">
                  <a16:creationId xmlns:a16="http://schemas.microsoft.com/office/drawing/2014/main" id="{62F22EAB-B03D-A987-F628-995C80FC65DC}"/>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61" name="Shape 52">
              <a:extLst>
                <a:ext uri="{FF2B5EF4-FFF2-40B4-BE49-F238E27FC236}">
                  <a16:creationId xmlns:a16="http://schemas.microsoft.com/office/drawing/2014/main" id="{1C444509-197B-7190-63C3-3C91BA280188}"/>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62" name="Shape 53">
              <a:extLst>
                <a:ext uri="{FF2B5EF4-FFF2-40B4-BE49-F238E27FC236}">
                  <a16:creationId xmlns:a16="http://schemas.microsoft.com/office/drawing/2014/main" id="{7B76D686-CC8F-E945-1E27-6372A6651CA1}"/>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63" name="Shape 54">
              <a:extLst>
                <a:ext uri="{FF2B5EF4-FFF2-40B4-BE49-F238E27FC236}">
                  <a16:creationId xmlns:a16="http://schemas.microsoft.com/office/drawing/2014/main" id="{EA93162A-3EC6-1BF8-77F9-6F3BA77C8BB3}"/>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92" name="Shape 55">
              <a:extLst>
                <a:ext uri="{FF2B5EF4-FFF2-40B4-BE49-F238E27FC236}">
                  <a16:creationId xmlns:a16="http://schemas.microsoft.com/office/drawing/2014/main" id="{C27431BF-31F8-9F55-8407-CBBD3FB774E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93" name="Shape 56">
              <a:extLst>
                <a:ext uri="{FF2B5EF4-FFF2-40B4-BE49-F238E27FC236}">
                  <a16:creationId xmlns:a16="http://schemas.microsoft.com/office/drawing/2014/main" id="{4C5B9AF6-CFC7-93EE-54D0-E392D5960E1B}"/>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94" name="Shape 57">
              <a:extLst>
                <a:ext uri="{FF2B5EF4-FFF2-40B4-BE49-F238E27FC236}">
                  <a16:creationId xmlns:a16="http://schemas.microsoft.com/office/drawing/2014/main" id="{EECC39E0-FC27-AF21-2966-4FA542A93B24}"/>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95" name="Shape 58">
              <a:extLst>
                <a:ext uri="{FF2B5EF4-FFF2-40B4-BE49-F238E27FC236}">
                  <a16:creationId xmlns:a16="http://schemas.microsoft.com/office/drawing/2014/main" id="{7C4D9757-2EF7-A13D-1F7B-2D924F8E8D68}"/>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96" name="Shape 59">
              <a:extLst>
                <a:ext uri="{FF2B5EF4-FFF2-40B4-BE49-F238E27FC236}">
                  <a16:creationId xmlns:a16="http://schemas.microsoft.com/office/drawing/2014/main" id="{771562FD-ED05-335A-7ACB-1EAD90E616DF}"/>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197" name="Shape 60">
              <a:extLst>
                <a:ext uri="{FF2B5EF4-FFF2-40B4-BE49-F238E27FC236}">
                  <a16:creationId xmlns:a16="http://schemas.microsoft.com/office/drawing/2014/main" id="{1D390B3F-FAD0-24E9-64A7-ECB8A1A3F05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98" name="Shape 61">
              <a:extLst>
                <a:ext uri="{FF2B5EF4-FFF2-40B4-BE49-F238E27FC236}">
                  <a16:creationId xmlns:a16="http://schemas.microsoft.com/office/drawing/2014/main" id="{A590A9BA-602B-6773-2852-A763415E0C83}"/>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199" name="Shape 62">
              <a:extLst>
                <a:ext uri="{FF2B5EF4-FFF2-40B4-BE49-F238E27FC236}">
                  <a16:creationId xmlns:a16="http://schemas.microsoft.com/office/drawing/2014/main" id="{169D37EF-A425-37D3-68D4-B7F20A2807E9}"/>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0" name="Shape 63">
              <a:extLst>
                <a:ext uri="{FF2B5EF4-FFF2-40B4-BE49-F238E27FC236}">
                  <a16:creationId xmlns:a16="http://schemas.microsoft.com/office/drawing/2014/main" id="{2C6CD7EF-68E9-CA23-8392-75B3F9813E5D}"/>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01" name="Shape 64">
              <a:extLst>
                <a:ext uri="{FF2B5EF4-FFF2-40B4-BE49-F238E27FC236}">
                  <a16:creationId xmlns:a16="http://schemas.microsoft.com/office/drawing/2014/main" id="{002120C6-CA22-0140-4A7C-1EF4FDBC5E2A}"/>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02" name="Shape 65">
              <a:extLst>
                <a:ext uri="{FF2B5EF4-FFF2-40B4-BE49-F238E27FC236}">
                  <a16:creationId xmlns:a16="http://schemas.microsoft.com/office/drawing/2014/main" id="{3AA4AAB7-B995-72BF-BEF2-EADE3DE8BAC8}"/>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3" name="Shape 66">
              <a:extLst>
                <a:ext uri="{FF2B5EF4-FFF2-40B4-BE49-F238E27FC236}">
                  <a16:creationId xmlns:a16="http://schemas.microsoft.com/office/drawing/2014/main" id="{4D3685AF-AA33-3176-15C8-5192C5203BDE}"/>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4" name="Shape 67">
              <a:extLst>
                <a:ext uri="{FF2B5EF4-FFF2-40B4-BE49-F238E27FC236}">
                  <a16:creationId xmlns:a16="http://schemas.microsoft.com/office/drawing/2014/main" id="{558A07B6-65FC-7341-A764-94854CA4D25A}"/>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5" name="Shape 68">
              <a:extLst>
                <a:ext uri="{FF2B5EF4-FFF2-40B4-BE49-F238E27FC236}">
                  <a16:creationId xmlns:a16="http://schemas.microsoft.com/office/drawing/2014/main" id="{F4444EBC-3024-1420-F278-A2A45F00E1C7}"/>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6" name="Shape 69">
              <a:extLst>
                <a:ext uri="{FF2B5EF4-FFF2-40B4-BE49-F238E27FC236}">
                  <a16:creationId xmlns:a16="http://schemas.microsoft.com/office/drawing/2014/main" id="{DBFBD5AC-F860-B428-DE68-349365BA21C1}"/>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07" name="Shape 70">
              <a:extLst>
                <a:ext uri="{FF2B5EF4-FFF2-40B4-BE49-F238E27FC236}">
                  <a16:creationId xmlns:a16="http://schemas.microsoft.com/office/drawing/2014/main" id="{8D961719-9D52-529A-D0F8-F1DE1269C5D1}"/>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8" name="Shape 71">
              <a:extLst>
                <a:ext uri="{FF2B5EF4-FFF2-40B4-BE49-F238E27FC236}">
                  <a16:creationId xmlns:a16="http://schemas.microsoft.com/office/drawing/2014/main" id="{87BD7DE6-E972-ADE6-2E85-5ED7B00E19D2}"/>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09" name="Shape 72">
              <a:extLst>
                <a:ext uri="{FF2B5EF4-FFF2-40B4-BE49-F238E27FC236}">
                  <a16:creationId xmlns:a16="http://schemas.microsoft.com/office/drawing/2014/main" id="{0F69D2B3-E0E1-F753-F792-1FF2C77CF939}"/>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0" name="Shape 73">
              <a:extLst>
                <a:ext uri="{FF2B5EF4-FFF2-40B4-BE49-F238E27FC236}">
                  <a16:creationId xmlns:a16="http://schemas.microsoft.com/office/drawing/2014/main" id="{0577A657-DD2F-971F-3123-7A7C5CB2CFC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1" name="Shape 74">
              <a:extLst>
                <a:ext uri="{FF2B5EF4-FFF2-40B4-BE49-F238E27FC236}">
                  <a16:creationId xmlns:a16="http://schemas.microsoft.com/office/drawing/2014/main" id="{161BE675-4FA5-4410-7F3A-AF21614C38C7}"/>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2" name="Shape 76">
              <a:extLst>
                <a:ext uri="{FF2B5EF4-FFF2-40B4-BE49-F238E27FC236}">
                  <a16:creationId xmlns:a16="http://schemas.microsoft.com/office/drawing/2014/main" id="{2FC14D96-00E8-B872-C32C-97C1F45B8544}"/>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13" name="Shape 79">
              <a:extLst>
                <a:ext uri="{FF2B5EF4-FFF2-40B4-BE49-F238E27FC236}">
                  <a16:creationId xmlns:a16="http://schemas.microsoft.com/office/drawing/2014/main" id="{CC04FABB-639F-1FE4-95D1-15FEABCDB260}"/>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14" name="Shape 82">
              <a:extLst>
                <a:ext uri="{FF2B5EF4-FFF2-40B4-BE49-F238E27FC236}">
                  <a16:creationId xmlns:a16="http://schemas.microsoft.com/office/drawing/2014/main" id="{81DB2483-A660-BDF3-3749-568818EE7DFA}"/>
                </a:ext>
              </a:extLst>
            </p:cNvPr>
            <p:cNvSpPr/>
            <p:nvPr/>
          </p:nvSpPr>
          <p:spPr>
            <a:xfrm rot="5400000">
              <a:off x="3064052" y="3161222"/>
              <a:ext cx="0" cy="0"/>
            </a:xfrm>
            <a:prstGeom prst="line">
              <a:avLst/>
            </a:prstGeom>
            <a:noFill/>
            <a:ln w="3175">
              <a:solidFill>
                <a:srgbClr val="B8BFC9"/>
              </a:solidFill>
              <a:prstDash val="solid"/>
            </a:ln>
          </p:spPr>
          <p:txBody>
            <a:bodyPr/>
            <a:lstStyle/>
            <a:p>
              <a:endParaRPr lang="en-DE"/>
            </a:p>
          </p:txBody>
        </p:sp>
        <p:sp>
          <p:nvSpPr>
            <p:cNvPr id="215" name="Shape 85">
              <a:extLst>
                <a:ext uri="{FF2B5EF4-FFF2-40B4-BE49-F238E27FC236}">
                  <a16:creationId xmlns:a16="http://schemas.microsoft.com/office/drawing/2014/main" id="{AEBF03C8-25DC-A9FF-2197-BEB9274448D6}"/>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6" name="Shape 88">
              <a:extLst>
                <a:ext uri="{FF2B5EF4-FFF2-40B4-BE49-F238E27FC236}">
                  <a16:creationId xmlns:a16="http://schemas.microsoft.com/office/drawing/2014/main" id="{CFCAE4C4-8490-D350-1B5B-AD01F1BB428A}"/>
                </a:ext>
              </a:extLst>
            </p:cNvPr>
            <p:cNvSpPr/>
            <p:nvPr/>
          </p:nvSpPr>
          <p:spPr>
            <a:xfrm rot="5400000" flipV="1">
              <a:off x="3064052" y="3161222"/>
              <a:ext cx="0" cy="0"/>
            </a:xfrm>
            <a:prstGeom prst="line">
              <a:avLst/>
            </a:prstGeom>
            <a:noFill/>
            <a:ln w="3175">
              <a:solidFill>
                <a:srgbClr val="B8BFC9"/>
              </a:solidFill>
              <a:prstDash val="solid"/>
            </a:ln>
          </p:spPr>
          <p:txBody>
            <a:bodyPr/>
            <a:lstStyle/>
            <a:p>
              <a:endParaRPr lang="en-DE"/>
            </a:p>
          </p:txBody>
        </p:sp>
        <p:sp>
          <p:nvSpPr>
            <p:cNvPr id="217" name="Shape 90">
              <a:extLst>
                <a:ext uri="{FF2B5EF4-FFF2-40B4-BE49-F238E27FC236}">
                  <a16:creationId xmlns:a16="http://schemas.microsoft.com/office/drawing/2014/main" id="{B448D5BA-A192-4565-8C19-C27778077B7C}"/>
                </a:ext>
              </a:extLst>
            </p:cNvPr>
            <p:cNvSpPr/>
            <p:nvPr/>
          </p:nvSpPr>
          <p:spPr>
            <a:xfrm rot="5400000">
              <a:off x="3064052" y="3161222"/>
              <a:ext cx="0" cy="0"/>
            </a:xfrm>
            <a:prstGeom prst="ellipse">
              <a:avLst/>
            </a:prstGeom>
            <a:solidFill>
              <a:srgbClr val="2455DA"/>
            </a:solidFill>
            <a:ln w="12700">
              <a:solidFill>
                <a:srgbClr val="111C38"/>
              </a:solidFill>
              <a:prstDash val="solid"/>
            </a:ln>
          </p:spPr>
          <p:txBody>
            <a:bodyPr/>
            <a:lstStyle/>
            <a:p>
              <a:endParaRPr lang="en-DE"/>
            </a:p>
          </p:txBody>
        </p:sp>
        <p:sp>
          <p:nvSpPr>
            <p:cNvPr id="218" name="Shape 91">
              <a:extLst>
                <a:ext uri="{FF2B5EF4-FFF2-40B4-BE49-F238E27FC236}">
                  <a16:creationId xmlns:a16="http://schemas.microsoft.com/office/drawing/2014/main" id="{29D7A8B7-6175-A2B3-6245-C8C88C974A0E}"/>
                </a:ext>
              </a:extLst>
            </p:cNvPr>
            <p:cNvSpPr/>
            <p:nvPr/>
          </p:nvSpPr>
          <p:spPr>
            <a:xfrm rot="5400000">
              <a:off x="3064052" y="3161222"/>
              <a:ext cx="0" cy="0"/>
            </a:xfrm>
            <a:prstGeom prst="ellipse">
              <a:avLst/>
            </a:prstGeom>
            <a:solidFill>
              <a:srgbClr val="7FACF3"/>
            </a:solidFill>
            <a:ln w="12700">
              <a:solidFill>
                <a:srgbClr val="111C38"/>
              </a:solidFill>
              <a:prstDash val="solid"/>
            </a:ln>
          </p:spPr>
          <p:txBody>
            <a:bodyPr/>
            <a:lstStyle/>
            <a:p>
              <a:endParaRPr lang="en-DE"/>
            </a:p>
          </p:txBody>
        </p:sp>
        <p:sp>
          <p:nvSpPr>
            <p:cNvPr id="219" name="Shape 92">
              <a:extLst>
                <a:ext uri="{FF2B5EF4-FFF2-40B4-BE49-F238E27FC236}">
                  <a16:creationId xmlns:a16="http://schemas.microsoft.com/office/drawing/2014/main" id="{282703C1-9EDD-EA83-F76B-78AD6FC5BF95}"/>
                </a:ext>
              </a:extLst>
            </p:cNvPr>
            <p:cNvSpPr/>
            <p:nvPr/>
          </p:nvSpPr>
          <p:spPr>
            <a:xfrm rot="5400000">
              <a:off x="3064052" y="3161222"/>
              <a:ext cx="0" cy="0"/>
            </a:xfrm>
            <a:prstGeom prst="ellipse">
              <a:avLst/>
            </a:prstGeom>
            <a:solidFill>
              <a:srgbClr val="3164DF"/>
            </a:solidFill>
            <a:ln w="12700">
              <a:solidFill>
                <a:srgbClr val="111C38"/>
              </a:solidFill>
              <a:prstDash val="solid"/>
            </a:ln>
          </p:spPr>
          <p:txBody>
            <a:bodyPr/>
            <a:lstStyle/>
            <a:p>
              <a:endParaRPr lang="en-DE"/>
            </a:p>
          </p:txBody>
        </p:sp>
        <p:sp>
          <p:nvSpPr>
            <p:cNvPr id="321" name="Shape 93">
              <a:extLst>
                <a:ext uri="{FF2B5EF4-FFF2-40B4-BE49-F238E27FC236}">
                  <a16:creationId xmlns:a16="http://schemas.microsoft.com/office/drawing/2014/main" id="{F7C0B0EC-BD8E-8ED9-7C45-DE4C709223BF}"/>
                </a:ext>
              </a:extLst>
            </p:cNvPr>
            <p:cNvSpPr/>
            <p:nvPr/>
          </p:nvSpPr>
          <p:spPr>
            <a:xfrm rot="5400000">
              <a:off x="3064052" y="3161222"/>
              <a:ext cx="0" cy="0"/>
            </a:xfrm>
            <a:prstGeom prst="ellipse">
              <a:avLst/>
            </a:prstGeom>
            <a:solidFill>
              <a:srgbClr val="2A5DDD"/>
            </a:solidFill>
            <a:ln w="12700">
              <a:solidFill>
                <a:srgbClr val="111C38"/>
              </a:solidFill>
              <a:prstDash val="solid"/>
            </a:ln>
          </p:spPr>
          <p:txBody>
            <a:bodyPr/>
            <a:lstStyle/>
            <a:p>
              <a:endParaRPr lang="en-DE"/>
            </a:p>
          </p:txBody>
        </p:sp>
        <p:sp>
          <p:nvSpPr>
            <p:cNvPr id="322" name="Shape 94">
              <a:extLst>
                <a:ext uri="{FF2B5EF4-FFF2-40B4-BE49-F238E27FC236}">
                  <a16:creationId xmlns:a16="http://schemas.microsoft.com/office/drawing/2014/main" id="{EC8660C0-8747-5CE8-CCF6-1E556EC4E11C}"/>
                </a:ext>
              </a:extLst>
            </p:cNvPr>
            <p:cNvSpPr/>
            <p:nvPr/>
          </p:nvSpPr>
          <p:spPr>
            <a:xfrm rot="5400000">
              <a:off x="3064052" y="3161222"/>
              <a:ext cx="0" cy="0"/>
            </a:xfrm>
            <a:prstGeom prst="ellipse">
              <a:avLst/>
            </a:prstGeom>
            <a:solidFill>
              <a:srgbClr val="5389EB"/>
            </a:solidFill>
            <a:ln w="12700">
              <a:solidFill>
                <a:srgbClr val="111C38"/>
              </a:solidFill>
              <a:prstDash val="solid"/>
            </a:ln>
          </p:spPr>
          <p:txBody>
            <a:bodyPr/>
            <a:lstStyle/>
            <a:p>
              <a:endParaRPr lang="en-DE"/>
            </a:p>
          </p:txBody>
        </p:sp>
        <p:sp>
          <p:nvSpPr>
            <p:cNvPr id="424" name="Shape 95">
              <a:extLst>
                <a:ext uri="{FF2B5EF4-FFF2-40B4-BE49-F238E27FC236}">
                  <a16:creationId xmlns:a16="http://schemas.microsoft.com/office/drawing/2014/main" id="{74061ADD-737E-B107-8134-7B33CA2089BA}"/>
                </a:ext>
              </a:extLst>
            </p:cNvPr>
            <p:cNvSpPr/>
            <p:nvPr/>
          </p:nvSpPr>
          <p:spPr>
            <a:xfrm rot="5400000">
              <a:off x="3064052" y="3161222"/>
              <a:ext cx="0" cy="0"/>
            </a:xfrm>
            <a:prstGeom prst="ellipse">
              <a:avLst/>
            </a:prstGeom>
            <a:solidFill>
              <a:srgbClr val="94BAF6"/>
            </a:solidFill>
            <a:ln w="12700">
              <a:solidFill>
                <a:srgbClr val="111C38"/>
              </a:solidFill>
              <a:prstDash val="solid"/>
            </a:ln>
          </p:spPr>
          <p:txBody>
            <a:bodyPr/>
            <a:lstStyle/>
            <a:p>
              <a:endParaRPr lang="en-DE"/>
            </a:p>
          </p:txBody>
        </p:sp>
        <p:sp>
          <p:nvSpPr>
            <p:cNvPr id="425" name="Shape 96">
              <a:extLst>
                <a:ext uri="{FF2B5EF4-FFF2-40B4-BE49-F238E27FC236}">
                  <a16:creationId xmlns:a16="http://schemas.microsoft.com/office/drawing/2014/main" id="{C2CECA18-02EA-5D7C-8B03-AA5807158CEA}"/>
                </a:ext>
              </a:extLst>
            </p:cNvPr>
            <p:cNvSpPr/>
            <p:nvPr/>
          </p:nvSpPr>
          <p:spPr>
            <a:xfrm rot="5400000">
              <a:off x="3064052" y="3161222"/>
              <a:ext cx="0" cy="0"/>
            </a:xfrm>
            <a:prstGeom prst="ellipse">
              <a:avLst/>
            </a:prstGeom>
            <a:solidFill>
              <a:srgbClr val="457AE6"/>
            </a:solidFill>
            <a:ln w="12700">
              <a:solidFill>
                <a:srgbClr val="111C38"/>
              </a:solidFill>
              <a:prstDash val="solid"/>
            </a:ln>
          </p:spPr>
          <p:txBody>
            <a:bodyPr/>
            <a:lstStyle/>
            <a:p>
              <a:endParaRPr lang="en-DE"/>
            </a:p>
          </p:txBody>
        </p:sp>
        <p:sp>
          <p:nvSpPr>
            <p:cNvPr id="428" name="Shape 97">
              <a:extLst>
                <a:ext uri="{FF2B5EF4-FFF2-40B4-BE49-F238E27FC236}">
                  <a16:creationId xmlns:a16="http://schemas.microsoft.com/office/drawing/2014/main" id="{FE3FC2F8-0060-F5E3-856B-98121A7A56C4}"/>
                </a:ext>
              </a:extLst>
            </p:cNvPr>
            <p:cNvSpPr/>
            <p:nvPr/>
          </p:nvSpPr>
          <p:spPr>
            <a:xfrm rot="5400000">
              <a:off x="3064052" y="3161222"/>
              <a:ext cx="0" cy="0"/>
            </a:xfrm>
            <a:prstGeom prst="ellipse">
              <a:avLst/>
            </a:prstGeom>
            <a:solidFill>
              <a:srgbClr val="5991EE"/>
            </a:solidFill>
            <a:ln w="12700">
              <a:solidFill>
                <a:srgbClr val="111C38"/>
              </a:solidFill>
              <a:prstDash val="solid"/>
            </a:ln>
          </p:spPr>
          <p:txBody>
            <a:bodyPr/>
            <a:lstStyle/>
            <a:p>
              <a:endParaRPr lang="en-DE"/>
            </a:p>
          </p:txBody>
        </p:sp>
        <p:sp>
          <p:nvSpPr>
            <p:cNvPr id="429" name="Shape 98">
              <a:extLst>
                <a:ext uri="{FF2B5EF4-FFF2-40B4-BE49-F238E27FC236}">
                  <a16:creationId xmlns:a16="http://schemas.microsoft.com/office/drawing/2014/main" id="{6D646832-233B-6D9B-CF05-4B6DCF0DAF0F}"/>
                </a:ext>
              </a:extLst>
            </p:cNvPr>
            <p:cNvSpPr/>
            <p:nvPr/>
          </p:nvSpPr>
          <p:spPr>
            <a:xfrm rot="5400000">
              <a:off x="3064052" y="3161222"/>
              <a:ext cx="0" cy="0"/>
            </a:xfrm>
            <a:prstGeom prst="ellipse">
              <a:avLst/>
            </a:prstGeom>
            <a:solidFill>
              <a:srgbClr val="5991EE"/>
            </a:solidFill>
            <a:ln w="12700">
              <a:solidFill>
                <a:srgbClr val="111C38"/>
              </a:solidFill>
              <a:prstDash val="solid"/>
            </a:ln>
          </p:spPr>
          <p:txBody>
            <a:bodyPr/>
            <a:lstStyle/>
            <a:p>
              <a:endParaRPr lang="en-DE"/>
            </a:p>
          </p:txBody>
        </p:sp>
        <p:sp>
          <p:nvSpPr>
            <p:cNvPr id="430" name="Shape 99">
              <a:extLst>
                <a:ext uri="{FF2B5EF4-FFF2-40B4-BE49-F238E27FC236}">
                  <a16:creationId xmlns:a16="http://schemas.microsoft.com/office/drawing/2014/main" id="{B22E013A-28B5-C4CC-0E01-4A27A08A9E3B}"/>
                </a:ext>
              </a:extLst>
            </p:cNvPr>
            <p:cNvSpPr/>
            <p:nvPr/>
          </p:nvSpPr>
          <p:spPr>
            <a:xfrm rot="5400000">
              <a:off x="3064052" y="3161222"/>
              <a:ext cx="0" cy="0"/>
            </a:xfrm>
            <a:prstGeom prst="ellipse">
              <a:avLst/>
            </a:prstGeom>
            <a:solidFill>
              <a:srgbClr val="2455DA"/>
            </a:solidFill>
            <a:ln w="12700">
              <a:solidFill>
                <a:srgbClr val="111C38"/>
              </a:solidFill>
              <a:prstDash val="solid"/>
            </a:ln>
          </p:spPr>
          <p:txBody>
            <a:bodyPr/>
            <a:lstStyle/>
            <a:p>
              <a:endParaRPr lang="en-DE"/>
            </a:p>
          </p:txBody>
        </p:sp>
        <p:sp>
          <p:nvSpPr>
            <p:cNvPr id="431" name="Shape 100">
              <a:extLst>
                <a:ext uri="{FF2B5EF4-FFF2-40B4-BE49-F238E27FC236}">
                  <a16:creationId xmlns:a16="http://schemas.microsoft.com/office/drawing/2014/main" id="{8E2FE5BE-76F1-952A-6333-DE4469543E4D}"/>
                </a:ext>
              </a:extLst>
            </p:cNvPr>
            <p:cNvSpPr/>
            <p:nvPr/>
          </p:nvSpPr>
          <p:spPr>
            <a:xfrm rot="5400000">
              <a:off x="3064052" y="3161222"/>
              <a:ext cx="0" cy="0"/>
            </a:xfrm>
            <a:prstGeom prst="ellipse">
              <a:avLst/>
            </a:prstGeom>
            <a:solidFill>
              <a:srgbClr val="89B3F4"/>
            </a:solidFill>
            <a:ln w="12700">
              <a:solidFill>
                <a:srgbClr val="111C38"/>
              </a:solidFill>
              <a:prstDash val="solid"/>
            </a:ln>
          </p:spPr>
          <p:txBody>
            <a:bodyPr/>
            <a:lstStyle/>
            <a:p>
              <a:endParaRPr lang="en-DE"/>
            </a:p>
          </p:txBody>
        </p:sp>
        <p:sp>
          <p:nvSpPr>
            <p:cNvPr id="432" name="Shape 101">
              <a:extLst>
                <a:ext uri="{FF2B5EF4-FFF2-40B4-BE49-F238E27FC236}">
                  <a16:creationId xmlns:a16="http://schemas.microsoft.com/office/drawing/2014/main" id="{EAED177C-E501-8371-2FC6-583CC84275DD}"/>
                </a:ext>
              </a:extLst>
            </p:cNvPr>
            <p:cNvSpPr/>
            <p:nvPr/>
          </p:nvSpPr>
          <p:spPr>
            <a:xfrm rot="5400000">
              <a:off x="3064052" y="3161222"/>
              <a:ext cx="0" cy="0"/>
            </a:xfrm>
            <a:prstGeom prst="ellipse">
              <a:avLst/>
            </a:prstGeom>
            <a:solidFill>
              <a:srgbClr val="7FACF3"/>
            </a:solidFill>
            <a:ln w="12700">
              <a:solidFill>
                <a:srgbClr val="111C38"/>
              </a:solidFill>
              <a:prstDash val="solid"/>
            </a:ln>
          </p:spPr>
          <p:txBody>
            <a:bodyPr/>
            <a:lstStyle/>
            <a:p>
              <a:endParaRPr lang="en-DE"/>
            </a:p>
          </p:txBody>
        </p:sp>
        <p:sp>
          <p:nvSpPr>
            <p:cNvPr id="433" name="Shape 102">
              <a:extLst>
                <a:ext uri="{FF2B5EF4-FFF2-40B4-BE49-F238E27FC236}">
                  <a16:creationId xmlns:a16="http://schemas.microsoft.com/office/drawing/2014/main" id="{6FBF5491-0B62-8A55-F745-8EFAF690640C}"/>
                </a:ext>
              </a:extLst>
            </p:cNvPr>
            <p:cNvSpPr/>
            <p:nvPr/>
          </p:nvSpPr>
          <p:spPr>
            <a:xfrm rot="5400000">
              <a:off x="3064052" y="3161222"/>
              <a:ext cx="0" cy="0"/>
            </a:xfrm>
            <a:prstGeom prst="ellipse">
              <a:avLst/>
            </a:prstGeom>
            <a:solidFill>
              <a:srgbClr val="6098F0"/>
            </a:solidFill>
            <a:ln w="12700">
              <a:solidFill>
                <a:srgbClr val="111C38"/>
              </a:solidFill>
              <a:prstDash val="solid"/>
            </a:ln>
          </p:spPr>
          <p:txBody>
            <a:bodyPr/>
            <a:lstStyle/>
            <a:p>
              <a:endParaRPr lang="en-DE"/>
            </a:p>
          </p:txBody>
        </p:sp>
        <p:sp>
          <p:nvSpPr>
            <p:cNvPr id="434" name="Shape 103">
              <a:extLst>
                <a:ext uri="{FF2B5EF4-FFF2-40B4-BE49-F238E27FC236}">
                  <a16:creationId xmlns:a16="http://schemas.microsoft.com/office/drawing/2014/main" id="{1ED35911-5926-C2F1-7719-BBD9BF1E66E9}"/>
                </a:ext>
              </a:extLst>
            </p:cNvPr>
            <p:cNvSpPr/>
            <p:nvPr/>
          </p:nvSpPr>
          <p:spPr>
            <a:xfrm rot="5400000">
              <a:off x="3064052" y="3161222"/>
              <a:ext cx="0" cy="0"/>
            </a:xfrm>
            <a:prstGeom prst="ellipse">
              <a:avLst/>
            </a:prstGeom>
            <a:solidFill>
              <a:srgbClr val="2A5DDD"/>
            </a:solidFill>
            <a:ln w="12700">
              <a:solidFill>
                <a:srgbClr val="111C38"/>
              </a:solidFill>
              <a:prstDash val="solid"/>
            </a:ln>
          </p:spPr>
          <p:txBody>
            <a:bodyPr/>
            <a:lstStyle/>
            <a:p>
              <a:endParaRPr lang="en-DE"/>
            </a:p>
          </p:txBody>
        </p:sp>
        <p:sp>
          <p:nvSpPr>
            <p:cNvPr id="435" name="Shape 104">
              <a:extLst>
                <a:ext uri="{FF2B5EF4-FFF2-40B4-BE49-F238E27FC236}">
                  <a16:creationId xmlns:a16="http://schemas.microsoft.com/office/drawing/2014/main" id="{36CA2544-936E-8A99-2BC7-686F81726EC5}"/>
                </a:ext>
              </a:extLst>
            </p:cNvPr>
            <p:cNvSpPr/>
            <p:nvPr/>
          </p:nvSpPr>
          <p:spPr>
            <a:xfrm rot="5400000">
              <a:off x="3064052" y="3161222"/>
              <a:ext cx="0" cy="0"/>
            </a:xfrm>
            <a:prstGeom prst="ellipse">
              <a:avLst/>
            </a:prstGeom>
            <a:solidFill>
              <a:srgbClr val="386CE2"/>
            </a:solidFill>
            <a:ln w="12700">
              <a:solidFill>
                <a:srgbClr val="111C37"/>
              </a:solidFill>
              <a:prstDash val="solid"/>
            </a:ln>
          </p:spPr>
          <p:txBody>
            <a:bodyPr/>
            <a:lstStyle/>
            <a:p>
              <a:endParaRPr lang="en-DE"/>
            </a:p>
          </p:txBody>
        </p:sp>
        <p:sp>
          <p:nvSpPr>
            <p:cNvPr id="436" name="Shape 105">
              <a:extLst>
                <a:ext uri="{FF2B5EF4-FFF2-40B4-BE49-F238E27FC236}">
                  <a16:creationId xmlns:a16="http://schemas.microsoft.com/office/drawing/2014/main" id="{4C44B980-35AF-4CD7-DE16-EB4FC20CE936}"/>
                </a:ext>
              </a:extLst>
            </p:cNvPr>
            <p:cNvSpPr/>
            <p:nvPr/>
          </p:nvSpPr>
          <p:spPr>
            <a:xfrm rot="5400000">
              <a:off x="3064052" y="3161222"/>
              <a:ext cx="0" cy="0"/>
            </a:xfrm>
            <a:prstGeom prst="ellipse">
              <a:avLst/>
            </a:prstGeom>
            <a:solidFill>
              <a:srgbClr val="6098F0"/>
            </a:solidFill>
            <a:ln w="12700">
              <a:solidFill>
                <a:srgbClr val="111C37"/>
              </a:solidFill>
              <a:prstDash val="solid"/>
            </a:ln>
          </p:spPr>
          <p:txBody>
            <a:bodyPr/>
            <a:lstStyle/>
            <a:p>
              <a:endParaRPr lang="en-DE"/>
            </a:p>
          </p:txBody>
        </p:sp>
        <p:sp>
          <p:nvSpPr>
            <p:cNvPr id="437" name="Shape 106">
              <a:extLst>
                <a:ext uri="{FF2B5EF4-FFF2-40B4-BE49-F238E27FC236}">
                  <a16:creationId xmlns:a16="http://schemas.microsoft.com/office/drawing/2014/main" id="{E913B6D5-2259-6870-0419-FD8B04540E0C}"/>
                </a:ext>
              </a:extLst>
            </p:cNvPr>
            <p:cNvSpPr/>
            <p:nvPr/>
          </p:nvSpPr>
          <p:spPr>
            <a:xfrm rot="5400000">
              <a:off x="3064052" y="3161222"/>
              <a:ext cx="0" cy="0"/>
            </a:xfrm>
            <a:prstGeom prst="ellipse">
              <a:avLst/>
            </a:prstGeom>
            <a:solidFill>
              <a:srgbClr val="89B3F4"/>
            </a:solidFill>
            <a:ln w="12700">
              <a:solidFill>
                <a:srgbClr val="111C37"/>
              </a:solidFill>
              <a:prstDash val="solid"/>
            </a:ln>
          </p:spPr>
          <p:txBody>
            <a:bodyPr/>
            <a:lstStyle/>
            <a:p>
              <a:endParaRPr lang="en-DE"/>
            </a:p>
          </p:txBody>
        </p:sp>
        <p:sp>
          <p:nvSpPr>
            <p:cNvPr id="438" name="Shape 107">
              <a:extLst>
                <a:ext uri="{FF2B5EF4-FFF2-40B4-BE49-F238E27FC236}">
                  <a16:creationId xmlns:a16="http://schemas.microsoft.com/office/drawing/2014/main" id="{49715BE2-8F6F-5A8F-E77E-B9F22691B6DC}"/>
                </a:ext>
              </a:extLst>
            </p:cNvPr>
            <p:cNvSpPr/>
            <p:nvPr/>
          </p:nvSpPr>
          <p:spPr>
            <a:xfrm rot="5400000">
              <a:off x="3064052" y="3161222"/>
              <a:ext cx="0" cy="0"/>
            </a:xfrm>
            <a:prstGeom prst="ellipse">
              <a:avLst/>
            </a:prstGeom>
            <a:solidFill>
              <a:srgbClr val="3E73E4"/>
            </a:solidFill>
            <a:ln w="12700">
              <a:solidFill>
                <a:srgbClr val="111C37"/>
              </a:solidFill>
              <a:prstDash val="solid"/>
            </a:ln>
          </p:spPr>
          <p:txBody>
            <a:bodyPr/>
            <a:lstStyle/>
            <a:p>
              <a:endParaRPr lang="en-DE"/>
            </a:p>
          </p:txBody>
        </p:sp>
        <p:sp>
          <p:nvSpPr>
            <p:cNvPr id="439" name="Shape 108">
              <a:extLst>
                <a:ext uri="{FF2B5EF4-FFF2-40B4-BE49-F238E27FC236}">
                  <a16:creationId xmlns:a16="http://schemas.microsoft.com/office/drawing/2014/main" id="{0F5CA9ED-B1B3-D9DB-E5EA-826E1A38BDBC}"/>
                </a:ext>
              </a:extLst>
            </p:cNvPr>
            <p:cNvSpPr/>
            <p:nvPr/>
          </p:nvSpPr>
          <p:spPr>
            <a:xfrm rot="5400000">
              <a:off x="3064052" y="3161222"/>
              <a:ext cx="0" cy="0"/>
            </a:xfrm>
            <a:prstGeom prst="ellipse">
              <a:avLst/>
            </a:prstGeom>
            <a:solidFill>
              <a:srgbClr val="75A5F2"/>
            </a:solidFill>
            <a:ln w="12700">
              <a:solidFill>
                <a:srgbClr val="111C37"/>
              </a:solidFill>
              <a:prstDash val="solid"/>
            </a:ln>
          </p:spPr>
          <p:txBody>
            <a:bodyPr/>
            <a:lstStyle/>
            <a:p>
              <a:endParaRPr lang="en-DE"/>
            </a:p>
          </p:txBody>
        </p:sp>
        <p:sp>
          <p:nvSpPr>
            <p:cNvPr id="440" name="Shape 110">
              <a:extLst>
                <a:ext uri="{FF2B5EF4-FFF2-40B4-BE49-F238E27FC236}">
                  <a16:creationId xmlns:a16="http://schemas.microsoft.com/office/drawing/2014/main" id="{85A70275-E37B-CF6F-65C5-E74DC090BC74}"/>
                </a:ext>
              </a:extLst>
            </p:cNvPr>
            <p:cNvSpPr/>
            <p:nvPr/>
          </p:nvSpPr>
          <p:spPr>
            <a:xfrm rot="5400000">
              <a:off x="3064052" y="3161222"/>
              <a:ext cx="0" cy="0"/>
            </a:xfrm>
            <a:prstGeom prst="ellipse">
              <a:avLst/>
            </a:prstGeom>
            <a:solidFill>
              <a:srgbClr val="6A9FF1"/>
            </a:solidFill>
            <a:ln w="12700">
              <a:solidFill>
                <a:srgbClr val="111C37"/>
              </a:solidFill>
              <a:prstDash val="solid"/>
            </a:ln>
          </p:spPr>
          <p:txBody>
            <a:bodyPr/>
            <a:lstStyle/>
            <a:p>
              <a:endParaRPr lang="en-DE"/>
            </a:p>
          </p:txBody>
        </p:sp>
      </p:grpSp>
      <p:grpSp>
        <p:nvGrpSpPr>
          <p:cNvPr id="549" name="Group 548">
            <a:extLst>
              <a:ext uri="{FF2B5EF4-FFF2-40B4-BE49-F238E27FC236}">
                <a16:creationId xmlns:a16="http://schemas.microsoft.com/office/drawing/2014/main" id="{8D817150-26D6-B7BD-1A4B-1EC0C904D9EB}"/>
              </a:ext>
            </a:extLst>
          </p:cNvPr>
          <p:cNvGrpSpPr/>
          <p:nvPr/>
        </p:nvGrpSpPr>
        <p:grpSpPr>
          <a:xfrm>
            <a:off x="9103248" y="3154154"/>
            <a:ext cx="0" cy="0"/>
            <a:chOff x="9103248" y="3154154"/>
            <a:chExt cx="0" cy="0"/>
          </a:xfrm>
        </p:grpSpPr>
        <p:sp>
          <p:nvSpPr>
            <p:cNvPr id="441" name="Shape 0">
              <a:extLst>
                <a:ext uri="{FF2B5EF4-FFF2-40B4-BE49-F238E27FC236}">
                  <a16:creationId xmlns:a16="http://schemas.microsoft.com/office/drawing/2014/main" id="{7DC710AE-9957-088F-8B1F-52A3B1023450}"/>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42" name="Shape 1">
              <a:extLst>
                <a:ext uri="{FF2B5EF4-FFF2-40B4-BE49-F238E27FC236}">
                  <a16:creationId xmlns:a16="http://schemas.microsoft.com/office/drawing/2014/main" id="{C6AF1E17-25A8-9B69-9141-58AF4E57267D}"/>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43" name="Shape 2">
              <a:extLst>
                <a:ext uri="{FF2B5EF4-FFF2-40B4-BE49-F238E27FC236}">
                  <a16:creationId xmlns:a16="http://schemas.microsoft.com/office/drawing/2014/main" id="{B16C58D5-640A-E7AB-06CF-70D8D8A13277}"/>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44" name="Shape 3">
              <a:extLst>
                <a:ext uri="{FF2B5EF4-FFF2-40B4-BE49-F238E27FC236}">
                  <a16:creationId xmlns:a16="http://schemas.microsoft.com/office/drawing/2014/main" id="{9B8B4880-E4FD-9848-A41F-21F86235A9DE}"/>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45" name="Shape 4">
              <a:extLst>
                <a:ext uri="{FF2B5EF4-FFF2-40B4-BE49-F238E27FC236}">
                  <a16:creationId xmlns:a16="http://schemas.microsoft.com/office/drawing/2014/main" id="{7BF6560F-F00C-33A6-B5BA-9D1E7F90F598}"/>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46" name="Shape 5">
              <a:extLst>
                <a:ext uri="{FF2B5EF4-FFF2-40B4-BE49-F238E27FC236}">
                  <a16:creationId xmlns:a16="http://schemas.microsoft.com/office/drawing/2014/main" id="{B62DD07E-45E6-E98B-703C-E3BDA292C71A}"/>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47" name="Shape 6">
              <a:extLst>
                <a:ext uri="{FF2B5EF4-FFF2-40B4-BE49-F238E27FC236}">
                  <a16:creationId xmlns:a16="http://schemas.microsoft.com/office/drawing/2014/main" id="{25C76A3B-E0F2-B6C4-84F2-4F4E53731D6D}"/>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48" name="Shape 7">
              <a:extLst>
                <a:ext uri="{FF2B5EF4-FFF2-40B4-BE49-F238E27FC236}">
                  <a16:creationId xmlns:a16="http://schemas.microsoft.com/office/drawing/2014/main" id="{2920BEAB-2E54-DB28-723E-CC7D509D1FF5}"/>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49" name="Shape 8">
              <a:extLst>
                <a:ext uri="{FF2B5EF4-FFF2-40B4-BE49-F238E27FC236}">
                  <a16:creationId xmlns:a16="http://schemas.microsoft.com/office/drawing/2014/main" id="{0E6DAA9E-59F3-DBB9-C022-1ACDF2E6F220}"/>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0" name="Shape 9">
              <a:extLst>
                <a:ext uri="{FF2B5EF4-FFF2-40B4-BE49-F238E27FC236}">
                  <a16:creationId xmlns:a16="http://schemas.microsoft.com/office/drawing/2014/main" id="{CB811F3C-6194-D2FA-F4C0-2E994454299C}"/>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1" name="Shape 10">
              <a:extLst>
                <a:ext uri="{FF2B5EF4-FFF2-40B4-BE49-F238E27FC236}">
                  <a16:creationId xmlns:a16="http://schemas.microsoft.com/office/drawing/2014/main" id="{31DE9A94-42CE-0E0B-927F-9DD0C34805A2}"/>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52" name="Shape 11">
              <a:extLst>
                <a:ext uri="{FF2B5EF4-FFF2-40B4-BE49-F238E27FC236}">
                  <a16:creationId xmlns:a16="http://schemas.microsoft.com/office/drawing/2014/main" id="{A85F8846-5836-2AEF-1F38-C9F7F1A49E16}"/>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53" name="Shape 12">
              <a:extLst>
                <a:ext uri="{FF2B5EF4-FFF2-40B4-BE49-F238E27FC236}">
                  <a16:creationId xmlns:a16="http://schemas.microsoft.com/office/drawing/2014/main" id="{0B8FC4A0-396F-9B2E-0C4B-7B4C1D3FF666}"/>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54" name="Shape 13">
              <a:extLst>
                <a:ext uri="{FF2B5EF4-FFF2-40B4-BE49-F238E27FC236}">
                  <a16:creationId xmlns:a16="http://schemas.microsoft.com/office/drawing/2014/main" id="{D4ECE768-F631-820C-B8C8-2E743DD995F6}"/>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5" name="Shape 14">
              <a:extLst>
                <a:ext uri="{FF2B5EF4-FFF2-40B4-BE49-F238E27FC236}">
                  <a16:creationId xmlns:a16="http://schemas.microsoft.com/office/drawing/2014/main" id="{10CD3BF2-37F1-B24C-191D-C1ECA71E320E}"/>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6" name="Shape 15">
              <a:extLst>
                <a:ext uri="{FF2B5EF4-FFF2-40B4-BE49-F238E27FC236}">
                  <a16:creationId xmlns:a16="http://schemas.microsoft.com/office/drawing/2014/main" id="{DC38C4AF-C7EF-A010-6CFA-13B395EA0E6F}"/>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57" name="Shape 16">
              <a:extLst>
                <a:ext uri="{FF2B5EF4-FFF2-40B4-BE49-F238E27FC236}">
                  <a16:creationId xmlns:a16="http://schemas.microsoft.com/office/drawing/2014/main" id="{B071C8E1-B0DA-F118-6C61-676D5C44C31B}"/>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8" name="Shape 17">
              <a:extLst>
                <a:ext uri="{FF2B5EF4-FFF2-40B4-BE49-F238E27FC236}">
                  <a16:creationId xmlns:a16="http://schemas.microsoft.com/office/drawing/2014/main" id="{301CC401-2BA9-9528-8DC4-C5A265E50CD9}"/>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59" name="Shape 18">
              <a:extLst>
                <a:ext uri="{FF2B5EF4-FFF2-40B4-BE49-F238E27FC236}">
                  <a16:creationId xmlns:a16="http://schemas.microsoft.com/office/drawing/2014/main" id="{272385B2-FC73-E5DB-0767-4AC21E46C729}"/>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0" name="Shape 19">
              <a:extLst>
                <a:ext uri="{FF2B5EF4-FFF2-40B4-BE49-F238E27FC236}">
                  <a16:creationId xmlns:a16="http://schemas.microsoft.com/office/drawing/2014/main" id="{8BE9F3FA-2F85-8E4B-088B-572445B0A4A0}"/>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1" name="Shape 20">
              <a:extLst>
                <a:ext uri="{FF2B5EF4-FFF2-40B4-BE49-F238E27FC236}">
                  <a16:creationId xmlns:a16="http://schemas.microsoft.com/office/drawing/2014/main" id="{6FBAA5AF-4772-5B85-DD96-E214435E92DB}"/>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2" name="Shape 21">
              <a:extLst>
                <a:ext uri="{FF2B5EF4-FFF2-40B4-BE49-F238E27FC236}">
                  <a16:creationId xmlns:a16="http://schemas.microsoft.com/office/drawing/2014/main" id="{6F4B45F4-BFF0-B371-3ED6-748121ABDBE8}"/>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63" name="Shape 22">
              <a:extLst>
                <a:ext uri="{FF2B5EF4-FFF2-40B4-BE49-F238E27FC236}">
                  <a16:creationId xmlns:a16="http://schemas.microsoft.com/office/drawing/2014/main" id="{2203A9B8-5247-A18F-0671-1F00AFD52D62}"/>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64" name="Shape 23">
              <a:extLst>
                <a:ext uri="{FF2B5EF4-FFF2-40B4-BE49-F238E27FC236}">
                  <a16:creationId xmlns:a16="http://schemas.microsoft.com/office/drawing/2014/main" id="{1D3E5D73-8768-92B9-DB9D-DD5AAF15703C}"/>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5" name="Shape 24">
              <a:extLst>
                <a:ext uri="{FF2B5EF4-FFF2-40B4-BE49-F238E27FC236}">
                  <a16:creationId xmlns:a16="http://schemas.microsoft.com/office/drawing/2014/main" id="{32D5D0E4-1B48-C972-8A3B-FE01946B2939}"/>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6" name="Shape 25">
              <a:extLst>
                <a:ext uri="{FF2B5EF4-FFF2-40B4-BE49-F238E27FC236}">
                  <a16:creationId xmlns:a16="http://schemas.microsoft.com/office/drawing/2014/main" id="{00DC1DB6-6083-8DBE-25F0-312104857F74}"/>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7" name="Shape 26">
              <a:extLst>
                <a:ext uri="{FF2B5EF4-FFF2-40B4-BE49-F238E27FC236}">
                  <a16:creationId xmlns:a16="http://schemas.microsoft.com/office/drawing/2014/main" id="{F8F48420-3F68-E7A4-A3CB-E0998E07B9E0}"/>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68" name="Shape 27">
              <a:extLst>
                <a:ext uri="{FF2B5EF4-FFF2-40B4-BE49-F238E27FC236}">
                  <a16:creationId xmlns:a16="http://schemas.microsoft.com/office/drawing/2014/main" id="{A82CB1F7-BA7A-0CA5-D0D2-B01117B1BED4}"/>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69" name="Shape 28">
              <a:extLst>
                <a:ext uri="{FF2B5EF4-FFF2-40B4-BE49-F238E27FC236}">
                  <a16:creationId xmlns:a16="http://schemas.microsoft.com/office/drawing/2014/main" id="{F0E98716-516E-A32D-9925-1676FA2F8F60}"/>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0" name="Shape 29">
              <a:extLst>
                <a:ext uri="{FF2B5EF4-FFF2-40B4-BE49-F238E27FC236}">
                  <a16:creationId xmlns:a16="http://schemas.microsoft.com/office/drawing/2014/main" id="{E5B3AEAF-4C17-A34C-52DD-1D55962A718B}"/>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1" name="Shape 30">
              <a:extLst>
                <a:ext uri="{FF2B5EF4-FFF2-40B4-BE49-F238E27FC236}">
                  <a16:creationId xmlns:a16="http://schemas.microsoft.com/office/drawing/2014/main" id="{073AE775-C9EB-6DA7-DD73-BD40DF9498E0}"/>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72" name="Shape 31">
              <a:extLst>
                <a:ext uri="{FF2B5EF4-FFF2-40B4-BE49-F238E27FC236}">
                  <a16:creationId xmlns:a16="http://schemas.microsoft.com/office/drawing/2014/main" id="{BA2A3EA1-8ABB-0D77-4F8B-02FB0238588D}"/>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73" name="Shape 32">
              <a:extLst>
                <a:ext uri="{FF2B5EF4-FFF2-40B4-BE49-F238E27FC236}">
                  <a16:creationId xmlns:a16="http://schemas.microsoft.com/office/drawing/2014/main" id="{20861DDD-5C89-64AC-EB95-2ADAB5A36EF6}"/>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74" name="Shape 33">
              <a:extLst>
                <a:ext uri="{FF2B5EF4-FFF2-40B4-BE49-F238E27FC236}">
                  <a16:creationId xmlns:a16="http://schemas.microsoft.com/office/drawing/2014/main" id="{137810C3-6EE3-6FDC-AFBA-DF59E209A987}"/>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5" name="Shape 34">
              <a:extLst>
                <a:ext uri="{FF2B5EF4-FFF2-40B4-BE49-F238E27FC236}">
                  <a16:creationId xmlns:a16="http://schemas.microsoft.com/office/drawing/2014/main" id="{A0F1943F-E265-B2E5-288F-08AEA5473DF8}"/>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6" name="Shape 35">
              <a:extLst>
                <a:ext uri="{FF2B5EF4-FFF2-40B4-BE49-F238E27FC236}">
                  <a16:creationId xmlns:a16="http://schemas.microsoft.com/office/drawing/2014/main" id="{ADE2613F-A4D9-9378-5551-6D7CC3A45C64}"/>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7" name="Shape 36">
              <a:extLst>
                <a:ext uri="{FF2B5EF4-FFF2-40B4-BE49-F238E27FC236}">
                  <a16:creationId xmlns:a16="http://schemas.microsoft.com/office/drawing/2014/main" id="{25EEA4E6-2B93-9CDA-9CB1-2000466C0CD6}"/>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78" name="Shape 37">
              <a:extLst>
                <a:ext uri="{FF2B5EF4-FFF2-40B4-BE49-F238E27FC236}">
                  <a16:creationId xmlns:a16="http://schemas.microsoft.com/office/drawing/2014/main" id="{443D7B48-40F7-EEC5-2FD5-6CD7817ABBCB}"/>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79" name="Shape 38">
              <a:extLst>
                <a:ext uri="{FF2B5EF4-FFF2-40B4-BE49-F238E27FC236}">
                  <a16:creationId xmlns:a16="http://schemas.microsoft.com/office/drawing/2014/main" id="{A540ECB7-D541-7FD5-B379-94CE0079B4C9}"/>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80" name="Shape 39">
              <a:extLst>
                <a:ext uri="{FF2B5EF4-FFF2-40B4-BE49-F238E27FC236}">
                  <a16:creationId xmlns:a16="http://schemas.microsoft.com/office/drawing/2014/main" id="{001977E5-29DF-6718-A7EA-1A7985C27520}"/>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81" name="Shape 40">
              <a:extLst>
                <a:ext uri="{FF2B5EF4-FFF2-40B4-BE49-F238E27FC236}">
                  <a16:creationId xmlns:a16="http://schemas.microsoft.com/office/drawing/2014/main" id="{BDBCF6FA-506F-413D-C890-DB59FE51A2F8}"/>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82" name="Shape 41">
              <a:extLst>
                <a:ext uri="{FF2B5EF4-FFF2-40B4-BE49-F238E27FC236}">
                  <a16:creationId xmlns:a16="http://schemas.microsoft.com/office/drawing/2014/main" id="{20385643-248E-4963-71F4-E48ED6FB1AAA}"/>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83" name="Shape 42">
              <a:extLst>
                <a:ext uri="{FF2B5EF4-FFF2-40B4-BE49-F238E27FC236}">
                  <a16:creationId xmlns:a16="http://schemas.microsoft.com/office/drawing/2014/main" id="{62392FFA-EC86-BE62-7E89-42CD3DEA86D1}"/>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84" name="Shape 43">
              <a:extLst>
                <a:ext uri="{FF2B5EF4-FFF2-40B4-BE49-F238E27FC236}">
                  <a16:creationId xmlns:a16="http://schemas.microsoft.com/office/drawing/2014/main" id="{CD98AD51-DC05-B08A-D935-E8829CBD2B23}"/>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85" name="Shape 44">
              <a:extLst>
                <a:ext uri="{FF2B5EF4-FFF2-40B4-BE49-F238E27FC236}">
                  <a16:creationId xmlns:a16="http://schemas.microsoft.com/office/drawing/2014/main" id="{CDEA8323-18BB-266C-B27A-8F7031834F75}"/>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86" name="Shape 45">
              <a:extLst>
                <a:ext uri="{FF2B5EF4-FFF2-40B4-BE49-F238E27FC236}">
                  <a16:creationId xmlns:a16="http://schemas.microsoft.com/office/drawing/2014/main" id="{2FB9235A-A298-232B-352D-221A4275E776}"/>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87" name="Shape 46">
              <a:extLst>
                <a:ext uri="{FF2B5EF4-FFF2-40B4-BE49-F238E27FC236}">
                  <a16:creationId xmlns:a16="http://schemas.microsoft.com/office/drawing/2014/main" id="{45CD45B4-EECF-6AFA-DC84-7DDFAC0B0EC6}"/>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88" name="Shape 47">
              <a:extLst>
                <a:ext uri="{FF2B5EF4-FFF2-40B4-BE49-F238E27FC236}">
                  <a16:creationId xmlns:a16="http://schemas.microsoft.com/office/drawing/2014/main" id="{A09A1CE4-0288-28CA-21D7-4634D85CEA63}"/>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89" name="Shape 48">
              <a:extLst>
                <a:ext uri="{FF2B5EF4-FFF2-40B4-BE49-F238E27FC236}">
                  <a16:creationId xmlns:a16="http://schemas.microsoft.com/office/drawing/2014/main" id="{B998D842-09ED-41DF-F750-4EC811939FFE}"/>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0" name="Shape 49">
              <a:extLst>
                <a:ext uri="{FF2B5EF4-FFF2-40B4-BE49-F238E27FC236}">
                  <a16:creationId xmlns:a16="http://schemas.microsoft.com/office/drawing/2014/main" id="{625789BD-CE78-9FBB-7D9C-5DA36A91F16E}"/>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1" name="Shape 50">
              <a:extLst>
                <a:ext uri="{FF2B5EF4-FFF2-40B4-BE49-F238E27FC236}">
                  <a16:creationId xmlns:a16="http://schemas.microsoft.com/office/drawing/2014/main" id="{37909B4F-4545-6857-0D9D-DAD0C6155B6E}"/>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92" name="Shape 51">
              <a:extLst>
                <a:ext uri="{FF2B5EF4-FFF2-40B4-BE49-F238E27FC236}">
                  <a16:creationId xmlns:a16="http://schemas.microsoft.com/office/drawing/2014/main" id="{1B8DAD43-F67E-F857-912F-1B9F1EAC348F}"/>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3" name="Shape 52">
              <a:extLst>
                <a:ext uri="{FF2B5EF4-FFF2-40B4-BE49-F238E27FC236}">
                  <a16:creationId xmlns:a16="http://schemas.microsoft.com/office/drawing/2014/main" id="{62E0192B-B468-C899-B989-4BE82F9D06C4}"/>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4" name="Shape 53">
              <a:extLst>
                <a:ext uri="{FF2B5EF4-FFF2-40B4-BE49-F238E27FC236}">
                  <a16:creationId xmlns:a16="http://schemas.microsoft.com/office/drawing/2014/main" id="{52FE20BE-BAD3-E6C2-45AE-C55AD13F4B8D}"/>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5" name="Shape 54">
              <a:extLst>
                <a:ext uri="{FF2B5EF4-FFF2-40B4-BE49-F238E27FC236}">
                  <a16:creationId xmlns:a16="http://schemas.microsoft.com/office/drawing/2014/main" id="{CB8D4F27-B22C-DE01-80ED-E685CD872F43}"/>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6" name="Shape 55">
              <a:extLst>
                <a:ext uri="{FF2B5EF4-FFF2-40B4-BE49-F238E27FC236}">
                  <a16:creationId xmlns:a16="http://schemas.microsoft.com/office/drawing/2014/main" id="{C9F76F40-5E49-3F6F-116A-0FEA3B3692FA}"/>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97" name="Shape 56">
              <a:extLst>
                <a:ext uri="{FF2B5EF4-FFF2-40B4-BE49-F238E27FC236}">
                  <a16:creationId xmlns:a16="http://schemas.microsoft.com/office/drawing/2014/main" id="{4ACFAF7E-F7B1-2183-BA33-10BE9FF55B0C}"/>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498" name="Shape 57">
              <a:extLst>
                <a:ext uri="{FF2B5EF4-FFF2-40B4-BE49-F238E27FC236}">
                  <a16:creationId xmlns:a16="http://schemas.microsoft.com/office/drawing/2014/main" id="{695F1BB4-0FEF-45AE-C597-6FE122D456A4}"/>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499" name="Shape 58">
              <a:extLst>
                <a:ext uri="{FF2B5EF4-FFF2-40B4-BE49-F238E27FC236}">
                  <a16:creationId xmlns:a16="http://schemas.microsoft.com/office/drawing/2014/main" id="{16A265CE-E23A-4F7F-B095-41A8008C7C66}"/>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00" name="Shape 59">
              <a:extLst>
                <a:ext uri="{FF2B5EF4-FFF2-40B4-BE49-F238E27FC236}">
                  <a16:creationId xmlns:a16="http://schemas.microsoft.com/office/drawing/2014/main" id="{9E5CECDA-E4D9-C95B-95A2-0D8868A5C1E3}"/>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01" name="Shape 60">
              <a:extLst>
                <a:ext uri="{FF2B5EF4-FFF2-40B4-BE49-F238E27FC236}">
                  <a16:creationId xmlns:a16="http://schemas.microsoft.com/office/drawing/2014/main" id="{2F0D7AD4-FF36-A3B0-F3D2-6D4EBF385E71}"/>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2" name="Shape 61">
              <a:extLst>
                <a:ext uri="{FF2B5EF4-FFF2-40B4-BE49-F238E27FC236}">
                  <a16:creationId xmlns:a16="http://schemas.microsoft.com/office/drawing/2014/main" id="{B71B09DA-1BAE-9268-DD2D-42FB061AD7AB}"/>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3" name="Shape 62">
              <a:extLst>
                <a:ext uri="{FF2B5EF4-FFF2-40B4-BE49-F238E27FC236}">
                  <a16:creationId xmlns:a16="http://schemas.microsoft.com/office/drawing/2014/main" id="{95974361-95EE-3EFC-DD02-E2F3E11E9465}"/>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4" name="Shape 63">
              <a:extLst>
                <a:ext uri="{FF2B5EF4-FFF2-40B4-BE49-F238E27FC236}">
                  <a16:creationId xmlns:a16="http://schemas.microsoft.com/office/drawing/2014/main" id="{EAAB50D7-2936-6F7C-6CDE-BE7F12B5F6E4}"/>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05" name="Shape 64">
              <a:extLst>
                <a:ext uri="{FF2B5EF4-FFF2-40B4-BE49-F238E27FC236}">
                  <a16:creationId xmlns:a16="http://schemas.microsoft.com/office/drawing/2014/main" id="{72E53D03-37D0-DC03-D752-E20679D87427}"/>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06" name="Shape 65">
              <a:extLst>
                <a:ext uri="{FF2B5EF4-FFF2-40B4-BE49-F238E27FC236}">
                  <a16:creationId xmlns:a16="http://schemas.microsoft.com/office/drawing/2014/main" id="{9CBAD16A-2B63-7DCF-F7B3-B62EE4347B51}"/>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7" name="Shape 66">
              <a:extLst>
                <a:ext uri="{FF2B5EF4-FFF2-40B4-BE49-F238E27FC236}">
                  <a16:creationId xmlns:a16="http://schemas.microsoft.com/office/drawing/2014/main" id="{1001A081-222C-2B71-BDA7-4522DB0E7131}"/>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8" name="Shape 67">
              <a:extLst>
                <a:ext uri="{FF2B5EF4-FFF2-40B4-BE49-F238E27FC236}">
                  <a16:creationId xmlns:a16="http://schemas.microsoft.com/office/drawing/2014/main" id="{075B4C19-4D3A-56F0-F972-D59F2630E758}"/>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09" name="Shape 68">
              <a:extLst>
                <a:ext uri="{FF2B5EF4-FFF2-40B4-BE49-F238E27FC236}">
                  <a16:creationId xmlns:a16="http://schemas.microsoft.com/office/drawing/2014/main" id="{CCEBC3E4-923E-7EAB-EFC9-65D348BF4A9A}"/>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0" name="Shape 69">
              <a:extLst>
                <a:ext uri="{FF2B5EF4-FFF2-40B4-BE49-F238E27FC236}">
                  <a16:creationId xmlns:a16="http://schemas.microsoft.com/office/drawing/2014/main" id="{026826E8-7F9C-BBAC-D4E2-F54FFD4BB5EA}"/>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11" name="Shape 70">
              <a:extLst>
                <a:ext uri="{FF2B5EF4-FFF2-40B4-BE49-F238E27FC236}">
                  <a16:creationId xmlns:a16="http://schemas.microsoft.com/office/drawing/2014/main" id="{CEB23F2F-2633-1596-924D-CA7FAB283CEA}"/>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2" name="Shape 71">
              <a:extLst>
                <a:ext uri="{FF2B5EF4-FFF2-40B4-BE49-F238E27FC236}">
                  <a16:creationId xmlns:a16="http://schemas.microsoft.com/office/drawing/2014/main" id="{13213676-7863-B88E-2176-A7182022037C}"/>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3" name="Shape 72">
              <a:extLst>
                <a:ext uri="{FF2B5EF4-FFF2-40B4-BE49-F238E27FC236}">
                  <a16:creationId xmlns:a16="http://schemas.microsoft.com/office/drawing/2014/main" id="{E75173D4-32BB-BA4F-A1E3-FC02BD825539}"/>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4" name="Shape 73">
              <a:extLst>
                <a:ext uri="{FF2B5EF4-FFF2-40B4-BE49-F238E27FC236}">
                  <a16:creationId xmlns:a16="http://schemas.microsoft.com/office/drawing/2014/main" id="{FC24FCDE-219B-1814-4A63-15E79F6CCE13}"/>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5" name="Shape 74">
              <a:extLst>
                <a:ext uri="{FF2B5EF4-FFF2-40B4-BE49-F238E27FC236}">
                  <a16:creationId xmlns:a16="http://schemas.microsoft.com/office/drawing/2014/main" id="{C8397A8B-C012-C7E5-C78E-2A40F0E8DCF4}"/>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16" name="Shape 76">
              <a:extLst>
                <a:ext uri="{FF2B5EF4-FFF2-40B4-BE49-F238E27FC236}">
                  <a16:creationId xmlns:a16="http://schemas.microsoft.com/office/drawing/2014/main" id="{0EDE8284-C838-0C9F-EB32-DA96A78EF5A2}"/>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17" name="Shape 79">
              <a:extLst>
                <a:ext uri="{FF2B5EF4-FFF2-40B4-BE49-F238E27FC236}">
                  <a16:creationId xmlns:a16="http://schemas.microsoft.com/office/drawing/2014/main" id="{59B80491-09DC-F1F1-BB61-1B4DB8DFD265}"/>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18" name="Shape 82">
              <a:extLst>
                <a:ext uri="{FF2B5EF4-FFF2-40B4-BE49-F238E27FC236}">
                  <a16:creationId xmlns:a16="http://schemas.microsoft.com/office/drawing/2014/main" id="{0B117906-1614-22CE-0A26-FBC763BF425D}"/>
                </a:ext>
              </a:extLst>
            </p:cNvPr>
            <p:cNvSpPr/>
            <p:nvPr/>
          </p:nvSpPr>
          <p:spPr>
            <a:xfrm rot="5400000">
              <a:off x="9103248" y="3154154"/>
              <a:ext cx="0" cy="0"/>
            </a:xfrm>
            <a:prstGeom prst="line">
              <a:avLst/>
            </a:prstGeom>
            <a:noFill/>
            <a:ln w="3175">
              <a:solidFill>
                <a:srgbClr val="B8BFC9"/>
              </a:solidFill>
              <a:prstDash val="solid"/>
            </a:ln>
          </p:spPr>
          <p:txBody>
            <a:bodyPr/>
            <a:lstStyle/>
            <a:p>
              <a:endParaRPr lang="en-DE"/>
            </a:p>
          </p:txBody>
        </p:sp>
        <p:sp>
          <p:nvSpPr>
            <p:cNvPr id="519" name="Shape 85">
              <a:extLst>
                <a:ext uri="{FF2B5EF4-FFF2-40B4-BE49-F238E27FC236}">
                  <a16:creationId xmlns:a16="http://schemas.microsoft.com/office/drawing/2014/main" id="{25ACB804-76D4-7320-0A35-CF894FD35FFE}"/>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20" name="Shape 88">
              <a:extLst>
                <a:ext uri="{FF2B5EF4-FFF2-40B4-BE49-F238E27FC236}">
                  <a16:creationId xmlns:a16="http://schemas.microsoft.com/office/drawing/2014/main" id="{0DE9DB7D-B769-B164-25A5-DE4821B49CA5}"/>
                </a:ext>
              </a:extLst>
            </p:cNvPr>
            <p:cNvSpPr/>
            <p:nvPr/>
          </p:nvSpPr>
          <p:spPr>
            <a:xfrm rot="5400000" flipV="1">
              <a:off x="9103248" y="3154154"/>
              <a:ext cx="0" cy="0"/>
            </a:xfrm>
            <a:prstGeom prst="line">
              <a:avLst/>
            </a:prstGeom>
            <a:noFill/>
            <a:ln w="3175">
              <a:solidFill>
                <a:srgbClr val="B8BFC9"/>
              </a:solidFill>
              <a:prstDash val="solid"/>
            </a:ln>
          </p:spPr>
          <p:txBody>
            <a:bodyPr/>
            <a:lstStyle/>
            <a:p>
              <a:endParaRPr lang="en-DE"/>
            </a:p>
          </p:txBody>
        </p:sp>
        <p:sp>
          <p:nvSpPr>
            <p:cNvPr id="521" name="Shape 90">
              <a:extLst>
                <a:ext uri="{FF2B5EF4-FFF2-40B4-BE49-F238E27FC236}">
                  <a16:creationId xmlns:a16="http://schemas.microsoft.com/office/drawing/2014/main" id="{1AA56D40-2169-000F-86DC-C9C04251E92D}"/>
                </a:ext>
              </a:extLst>
            </p:cNvPr>
            <p:cNvSpPr/>
            <p:nvPr/>
          </p:nvSpPr>
          <p:spPr>
            <a:xfrm rot="5400000">
              <a:off x="9103248" y="3154154"/>
              <a:ext cx="0" cy="0"/>
            </a:xfrm>
            <a:prstGeom prst="ellipse">
              <a:avLst/>
            </a:prstGeom>
            <a:solidFill>
              <a:srgbClr val="F9AC59"/>
            </a:solidFill>
            <a:ln w="12700">
              <a:solidFill>
                <a:srgbClr val="111C38"/>
              </a:solidFill>
              <a:prstDash val="solid"/>
            </a:ln>
          </p:spPr>
          <p:txBody>
            <a:bodyPr/>
            <a:lstStyle/>
            <a:p>
              <a:endParaRPr lang="en-DE"/>
            </a:p>
          </p:txBody>
        </p:sp>
        <p:sp>
          <p:nvSpPr>
            <p:cNvPr id="522" name="Shape 91">
              <a:extLst>
                <a:ext uri="{FF2B5EF4-FFF2-40B4-BE49-F238E27FC236}">
                  <a16:creationId xmlns:a16="http://schemas.microsoft.com/office/drawing/2014/main" id="{DF64E2BE-933B-DE37-BFDE-ED3A511D1811}"/>
                </a:ext>
              </a:extLst>
            </p:cNvPr>
            <p:cNvSpPr/>
            <p:nvPr/>
          </p:nvSpPr>
          <p:spPr>
            <a:xfrm rot="5400000">
              <a:off x="9103248" y="3154154"/>
              <a:ext cx="0" cy="0"/>
            </a:xfrm>
            <a:prstGeom prst="ellipse">
              <a:avLst/>
            </a:prstGeom>
            <a:solidFill>
              <a:srgbClr val="E67C25"/>
            </a:solidFill>
            <a:ln w="12700">
              <a:solidFill>
                <a:srgbClr val="111C38"/>
              </a:solidFill>
              <a:prstDash val="solid"/>
            </a:ln>
          </p:spPr>
          <p:txBody>
            <a:bodyPr/>
            <a:lstStyle/>
            <a:p>
              <a:endParaRPr lang="en-DE"/>
            </a:p>
          </p:txBody>
        </p:sp>
        <p:sp>
          <p:nvSpPr>
            <p:cNvPr id="523" name="Shape 92">
              <a:extLst>
                <a:ext uri="{FF2B5EF4-FFF2-40B4-BE49-F238E27FC236}">
                  <a16:creationId xmlns:a16="http://schemas.microsoft.com/office/drawing/2014/main" id="{AFCBF21F-70CA-30E5-FA39-10E3D0AEA86E}"/>
                </a:ext>
              </a:extLst>
            </p:cNvPr>
            <p:cNvSpPr/>
            <p:nvPr/>
          </p:nvSpPr>
          <p:spPr>
            <a:xfrm rot="5400000">
              <a:off x="9103248" y="3154154"/>
              <a:ext cx="0" cy="0"/>
            </a:xfrm>
            <a:prstGeom prst="ellipse">
              <a:avLst/>
            </a:prstGeom>
            <a:solidFill>
              <a:srgbClr val="FBBE7C"/>
            </a:solidFill>
            <a:ln w="12700">
              <a:solidFill>
                <a:srgbClr val="111C38"/>
              </a:solidFill>
              <a:prstDash val="solid"/>
            </a:ln>
          </p:spPr>
          <p:txBody>
            <a:bodyPr/>
            <a:lstStyle/>
            <a:p>
              <a:endParaRPr lang="en-DE"/>
            </a:p>
          </p:txBody>
        </p:sp>
        <p:sp>
          <p:nvSpPr>
            <p:cNvPr id="524" name="Shape 93">
              <a:extLst>
                <a:ext uri="{FF2B5EF4-FFF2-40B4-BE49-F238E27FC236}">
                  <a16:creationId xmlns:a16="http://schemas.microsoft.com/office/drawing/2014/main" id="{E54DD8AC-9F65-3580-03A5-9C53D8F63E1F}"/>
                </a:ext>
              </a:extLst>
            </p:cNvPr>
            <p:cNvSpPr/>
            <p:nvPr/>
          </p:nvSpPr>
          <p:spPr>
            <a:xfrm rot="5400000">
              <a:off x="9103248" y="3154154"/>
              <a:ext cx="0" cy="0"/>
            </a:xfrm>
            <a:prstGeom prst="ellipse">
              <a:avLst/>
            </a:prstGeom>
            <a:solidFill>
              <a:srgbClr val="F9A64E"/>
            </a:solidFill>
            <a:ln w="12700">
              <a:solidFill>
                <a:srgbClr val="111C38"/>
              </a:solidFill>
              <a:prstDash val="solid"/>
            </a:ln>
          </p:spPr>
          <p:txBody>
            <a:bodyPr/>
            <a:lstStyle/>
            <a:p>
              <a:endParaRPr lang="en-DE"/>
            </a:p>
          </p:txBody>
        </p:sp>
        <p:sp>
          <p:nvSpPr>
            <p:cNvPr id="525" name="Shape 94">
              <a:extLst>
                <a:ext uri="{FF2B5EF4-FFF2-40B4-BE49-F238E27FC236}">
                  <a16:creationId xmlns:a16="http://schemas.microsoft.com/office/drawing/2014/main" id="{19750D53-26F5-299F-8345-A62FB6CC9F2E}"/>
                </a:ext>
              </a:extLst>
            </p:cNvPr>
            <p:cNvSpPr/>
            <p:nvPr/>
          </p:nvSpPr>
          <p:spPr>
            <a:xfrm rot="5400000">
              <a:off x="9103248" y="3154154"/>
              <a:ext cx="0" cy="0"/>
            </a:xfrm>
            <a:prstGeom prst="ellipse">
              <a:avLst/>
            </a:prstGeom>
            <a:solidFill>
              <a:srgbClr val="EC8A33"/>
            </a:solidFill>
            <a:ln w="12700">
              <a:solidFill>
                <a:srgbClr val="111C38"/>
              </a:solidFill>
              <a:prstDash val="solid"/>
            </a:ln>
          </p:spPr>
          <p:txBody>
            <a:bodyPr/>
            <a:lstStyle/>
            <a:p>
              <a:endParaRPr lang="en-DE"/>
            </a:p>
          </p:txBody>
        </p:sp>
        <p:sp>
          <p:nvSpPr>
            <p:cNvPr id="526" name="Shape 95">
              <a:extLst>
                <a:ext uri="{FF2B5EF4-FFF2-40B4-BE49-F238E27FC236}">
                  <a16:creationId xmlns:a16="http://schemas.microsoft.com/office/drawing/2014/main" id="{95CE4D04-5DCD-554D-D379-774EA6906185}"/>
                </a:ext>
              </a:extLst>
            </p:cNvPr>
            <p:cNvSpPr/>
            <p:nvPr/>
          </p:nvSpPr>
          <p:spPr>
            <a:xfrm rot="5400000">
              <a:off x="9103248" y="3154154"/>
              <a:ext cx="0" cy="0"/>
            </a:xfrm>
            <a:prstGeom prst="ellipse">
              <a:avLst/>
            </a:prstGeom>
            <a:solidFill>
              <a:srgbClr val="FBC992"/>
            </a:solidFill>
            <a:ln w="12700">
              <a:solidFill>
                <a:srgbClr val="111C38"/>
              </a:solidFill>
              <a:prstDash val="solid"/>
            </a:ln>
          </p:spPr>
          <p:txBody>
            <a:bodyPr/>
            <a:lstStyle/>
            <a:p>
              <a:endParaRPr lang="en-DE"/>
            </a:p>
          </p:txBody>
        </p:sp>
        <p:sp>
          <p:nvSpPr>
            <p:cNvPr id="527" name="Shape 96">
              <a:extLst>
                <a:ext uri="{FF2B5EF4-FFF2-40B4-BE49-F238E27FC236}">
                  <a16:creationId xmlns:a16="http://schemas.microsoft.com/office/drawing/2014/main" id="{EC84F6E4-EA94-595A-B115-8EBCE72A5DAE}"/>
                </a:ext>
              </a:extLst>
            </p:cNvPr>
            <p:cNvSpPr/>
            <p:nvPr/>
          </p:nvSpPr>
          <p:spPr>
            <a:xfrm rot="5400000">
              <a:off x="9103248" y="3154154"/>
              <a:ext cx="0" cy="0"/>
            </a:xfrm>
            <a:prstGeom prst="ellipse">
              <a:avLst/>
            </a:prstGeom>
            <a:solidFill>
              <a:srgbClr val="F39840"/>
            </a:solidFill>
            <a:ln w="12700">
              <a:solidFill>
                <a:srgbClr val="111C38"/>
              </a:solidFill>
              <a:prstDash val="solid"/>
            </a:ln>
          </p:spPr>
          <p:txBody>
            <a:bodyPr/>
            <a:lstStyle/>
            <a:p>
              <a:endParaRPr lang="en-DE"/>
            </a:p>
          </p:txBody>
        </p:sp>
        <p:sp>
          <p:nvSpPr>
            <p:cNvPr id="528" name="Shape 97">
              <a:extLst>
                <a:ext uri="{FF2B5EF4-FFF2-40B4-BE49-F238E27FC236}">
                  <a16:creationId xmlns:a16="http://schemas.microsoft.com/office/drawing/2014/main" id="{2C71F241-0AF3-5B2E-2374-10750A0F3619}"/>
                </a:ext>
              </a:extLst>
            </p:cNvPr>
            <p:cNvSpPr/>
            <p:nvPr/>
          </p:nvSpPr>
          <p:spPr>
            <a:xfrm rot="5400000">
              <a:off x="9103248" y="3154154"/>
              <a:ext cx="0" cy="0"/>
            </a:xfrm>
            <a:prstGeom prst="ellipse">
              <a:avLst/>
            </a:prstGeom>
            <a:solidFill>
              <a:srgbClr val="DF6E18"/>
            </a:solidFill>
            <a:ln w="12700">
              <a:solidFill>
                <a:srgbClr val="111C38"/>
              </a:solidFill>
              <a:prstDash val="solid"/>
            </a:ln>
          </p:spPr>
          <p:txBody>
            <a:bodyPr/>
            <a:lstStyle/>
            <a:p>
              <a:endParaRPr lang="en-DE"/>
            </a:p>
          </p:txBody>
        </p:sp>
        <p:sp>
          <p:nvSpPr>
            <p:cNvPr id="529" name="Shape 98">
              <a:extLst>
                <a:ext uri="{FF2B5EF4-FFF2-40B4-BE49-F238E27FC236}">
                  <a16:creationId xmlns:a16="http://schemas.microsoft.com/office/drawing/2014/main" id="{9C7BCCA3-0B6E-9F04-461E-DFEAD470E6FA}"/>
                </a:ext>
              </a:extLst>
            </p:cNvPr>
            <p:cNvSpPr/>
            <p:nvPr/>
          </p:nvSpPr>
          <p:spPr>
            <a:xfrm rot="5400000">
              <a:off x="9103248" y="3154154"/>
              <a:ext cx="0" cy="0"/>
            </a:xfrm>
            <a:prstGeom prst="ellipse">
              <a:avLst/>
            </a:prstGeom>
            <a:solidFill>
              <a:srgbClr val="F69F47"/>
            </a:solidFill>
            <a:ln w="12700">
              <a:solidFill>
                <a:srgbClr val="111C38"/>
              </a:solidFill>
              <a:prstDash val="solid"/>
            </a:ln>
          </p:spPr>
          <p:txBody>
            <a:bodyPr/>
            <a:lstStyle/>
            <a:p>
              <a:endParaRPr lang="en-DE"/>
            </a:p>
          </p:txBody>
        </p:sp>
        <p:sp>
          <p:nvSpPr>
            <p:cNvPr id="530" name="Shape 99">
              <a:extLst>
                <a:ext uri="{FF2B5EF4-FFF2-40B4-BE49-F238E27FC236}">
                  <a16:creationId xmlns:a16="http://schemas.microsoft.com/office/drawing/2014/main" id="{DFA4474D-FD61-8DAE-B91A-5A5143A74DF3}"/>
                </a:ext>
              </a:extLst>
            </p:cNvPr>
            <p:cNvSpPr/>
            <p:nvPr/>
          </p:nvSpPr>
          <p:spPr>
            <a:xfrm rot="5400000">
              <a:off x="9103248" y="3154154"/>
              <a:ext cx="0" cy="0"/>
            </a:xfrm>
            <a:prstGeom prst="ellipse">
              <a:avLst/>
            </a:prstGeom>
            <a:solidFill>
              <a:srgbClr val="FBBE7C"/>
            </a:solidFill>
            <a:ln w="12700">
              <a:solidFill>
                <a:srgbClr val="111C38"/>
              </a:solidFill>
              <a:prstDash val="solid"/>
            </a:ln>
          </p:spPr>
          <p:txBody>
            <a:bodyPr/>
            <a:lstStyle/>
            <a:p>
              <a:endParaRPr lang="en-DE"/>
            </a:p>
          </p:txBody>
        </p:sp>
        <p:sp>
          <p:nvSpPr>
            <p:cNvPr id="531" name="Shape 100">
              <a:extLst>
                <a:ext uri="{FF2B5EF4-FFF2-40B4-BE49-F238E27FC236}">
                  <a16:creationId xmlns:a16="http://schemas.microsoft.com/office/drawing/2014/main" id="{5211FF81-64C3-3F4A-3C4B-8967B30ECC35}"/>
                </a:ext>
              </a:extLst>
            </p:cNvPr>
            <p:cNvSpPr/>
            <p:nvPr/>
          </p:nvSpPr>
          <p:spPr>
            <a:xfrm rot="5400000">
              <a:off x="9103248" y="3154154"/>
              <a:ext cx="0" cy="0"/>
            </a:xfrm>
            <a:prstGeom prst="ellipse">
              <a:avLst/>
            </a:prstGeom>
            <a:solidFill>
              <a:srgbClr val="E3751E"/>
            </a:solidFill>
            <a:ln w="12700">
              <a:solidFill>
                <a:srgbClr val="111C38"/>
              </a:solidFill>
              <a:prstDash val="solid"/>
            </a:ln>
          </p:spPr>
          <p:txBody>
            <a:bodyPr/>
            <a:lstStyle/>
            <a:p>
              <a:endParaRPr lang="en-DE"/>
            </a:p>
          </p:txBody>
        </p:sp>
        <p:sp>
          <p:nvSpPr>
            <p:cNvPr id="532" name="Shape 101">
              <a:extLst>
                <a:ext uri="{FF2B5EF4-FFF2-40B4-BE49-F238E27FC236}">
                  <a16:creationId xmlns:a16="http://schemas.microsoft.com/office/drawing/2014/main" id="{58F83D8E-D86A-87F9-1E18-E082148E2CF0}"/>
                </a:ext>
              </a:extLst>
            </p:cNvPr>
            <p:cNvSpPr/>
            <p:nvPr/>
          </p:nvSpPr>
          <p:spPr>
            <a:xfrm rot="5400000">
              <a:off x="9103248" y="3154154"/>
              <a:ext cx="0" cy="0"/>
            </a:xfrm>
            <a:prstGeom prst="ellipse">
              <a:avLst/>
            </a:prstGeom>
            <a:solidFill>
              <a:srgbClr val="E67C25"/>
            </a:solidFill>
            <a:ln w="12700">
              <a:solidFill>
                <a:srgbClr val="111C38"/>
              </a:solidFill>
              <a:prstDash val="solid"/>
            </a:ln>
          </p:spPr>
          <p:txBody>
            <a:bodyPr/>
            <a:lstStyle/>
            <a:p>
              <a:endParaRPr lang="en-DE"/>
            </a:p>
          </p:txBody>
        </p:sp>
        <p:sp>
          <p:nvSpPr>
            <p:cNvPr id="533" name="Shape 102">
              <a:extLst>
                <a:ext uri="{FF2B5EF4-FFF2-40B4-BE49-F238E27FC236}">
                  <a16:creationId xmlns:a16="http://schemas.microsoft.com/office/drawing/2014/main" id="{EA799750-9D0D-F9E7-9B12-CE415C315529}"/>
                </a:ext>
              </a:extLst>
            </p:cNvPr>
            <p:cNvSpPr/>
            <p:nvPr/>
          </p:nvSpPr>
          <p:spPr>
            <a:xfrm rot="5400000">
              <a:off x="9103248" y="3154154"/>
              <a:ext cx="0" cy="0"/>
            </a:xfrm>
            <a:prstGeom prst="ellipse">
              <a:avLst/>
            </a:prstGeom>
            <a:solidFill>
              <a:srgbClr val="F9A64E"/>
            </a:solidFill>
            <a:ln w="12700">
              <a:solidFill>
                <a:srgbClr val="111C38"/>
              </a:solidFill>
              <a:prstDash val="solid"/>
            </a:ln>
          </p:spPr>
          <p:txBody>
            <a:bodyPr/>
            <a:lstStyle/>
            <a:p>
              <a:endParaRPr lang="en-DE"/>
            </a:p>
          </p:txBody>
        </p:sp>
        <p:sp>
          <p:nvSpPr>
            <p:cNvPr id="534" name="Shape 103">
              <a:extLst>
                <a:ext uri="{FF2B5EF4-FFF2-40B4-BE49-F238E27FC236}">
                  <a16:creationId xmlns:a16="http://schemas.microsoft.com/office/drawing/2014/main" id="{CEFB5C68-4185-B7CA-9C6A-1038BE898EAF}"/>
                </a:ext>
              </a:extLst>
            </p:cNvPr>
            <p:cNvSpPr/>
            <p:nvPr/>
          </p:nvSpPr>
          <p:spPr>
            <a:xfrm rot="5400000">
              <a:off x="9103248" y="3154154"/>
              <a:ext cx="0" cy="0"/>
            </a:xfrm>
            <a:prstGeom prst="ellipse">
              <a:avLst/>
            </a:prstGeom>
            <a:solidFill>
              <a:srgbClr val="FBC992"/>
            </a:solidFill>
            <a:ln w="12700">
              <a:solidFill>
                <a:srgbClr val="111C38"/>
              </a:solidFill>
              <a:prstDash val="solid"/>
            </a:ln>
          </p:spPr>
          <p:txBody>
            <a:bodyPr/>
            <a:lstStyle/>
            <a:p>
              <a:endParaRPr lang="en-DE"/>
            </a:p>
          </p:txBody>
        </p:sp>
        <p:sp>
          <p:nvSpPr>
            <p:cNvPr id="535" name="Shape 104">
              <a:extLst>
                <a:ext uri="{FF2B5EF4-FFF2-40B4-BE49-F238E27FC236}">
                  <a16:creationId xmlns:a16="http://schemas.microsoft.com/office/drawing/2014/main" id="{A07F89AE-CCF7-4239-5B0F-64662ACF9C99}"/>
                </a:ext>
              </a:extLst>
            </p:cNvPr>
            <p:cNvSpPr/>
            <p:nvPr/>
          </p:nvSpPr>
          <p:spPr>
            <a:xfrm rot="5400000">
              <a:off x="9103248" y="3154154"/>
              <a:ext cx="0" cy="0"/>
            </a:xfrm>
            <a:prstGeom prst="ellipse">
              <a:avLst/>
            </a:prstGeom>
            <a:solidFill>
              <a:srgbClr val="FAB265"/>
            </a:solidFill>
            <a:ln w="12700">
              <a:solidFill>
                <a:srgbClr val="111C37"/>
              </a:solidFill>
              <a:prstDash val="solid"/>
            </a:ln>
          </p:spPr>
          <p:txBody>
            <a:bodyPr/>
            <a:lstStyle/>
            <a:p>
              <a:endParaRPr lang="en-DE"/>
            </a:p>
          </p:txBody>
        </p:sp>
        <p:sp>
          <p:nvSpPr>
            <p:cNvPr id="536" name="Shape 105">
              <a:extLst>
                <a:ext uri="{FF2B5EF4-FFF2-40B4-BE49-F238E27FC236}">
                  <a16:creationId xmlns:a16="http://schemas.microsoft.com/office/drawing/2014/main" id="{CC595264-837B-8681-9D6D-99A9445AD35F}"/>
                </a:ext>
              </a:extLst>
            </p:cNvPr>
            <p:cNvSpPr/>
            <p:nvPr/>
          </p:nvSpPr>
          <p:spPr>
            <a:xfrm rot="5400000">
              <a:off x="9103248" y="3154154"/>
              <a:ext cx="0" cy="0"/>
            </a:xfrm>
            <a:prstGeom prst="ellipse">
              <a:avLst/>
            </a:prstGeom>
            <a:solidFill>
              <a:srgbClr val="DC6711"/>
            </a:solidFill>
            <a:ln w="12700">
              <a:solidFill>
                <a:srgbClr val="111C37"/>
              </a:solidFill>
              <a:prstDash val="solid"/>
            </a:ln>
          </p:spPr>
          <p:txBody>
            <a:bodyPr/>
            <a:lstStyle/>
            <a:p>
              <a:endParaRPr lang="en-DE"/>
            </a:p>
          </p:txBody>
        </p:sp>
        <p:sp>
          <p:nvSpPr>
            <p:cNvPr id="537" name="Shape 106">
              <a:extLst>
                <a:ext uri="{FF2B5EF4-FFF2-40B4-BE49-F238E27FC236}">
                  <a16:creationId xmlns:a16="http://schemas.microsoft.com/office/drawing/2014/main" id="{4B65D5A7-E418-811D-0320-EFF29A09BA98}"/>
                </a:ext>
              </a:extLst>
            </p:cNvPr>
            <p:cNvSpPr/>
            <p:nvPr/>
          </p:nvSpPr>
          <p:spPr>
            <a:xfrm rot="5400000">
              <a:off x="9103248" y="3154154"/>
              <a:ext cx="0" cy="0"/>
            </a:xfrm>
            <a:prstGeom prst="ellipse">
              <a:avLst/>
            </a:prstGeom>
            <a:solidFill>
              <a:srgbClr val="EF913A"/>
            </a:solidFill>
            <a:ln w="12700">
              <a:solidFill>
                <a:srgbClr val="111C37"/>
              </a:solidFill>
              <a:prstDash val="solid"/>
            </a:ln>
          </p:spPr>
          <p:txBody>
            <a:bodyPr/>
            <a:lstStyle/>
            <a:p>
              <a:endParaRPr lang="en-DE"/>
            </a:p>
          </p:txBody>
        </p:sp>
        <p:sp>
          <p:nvSpPr>
            <p:cNvPr id="538" name="Shape 107">
              <a:extLst>
                <a:ext uri="{FF2B5EF4-FFF2-40B4-BE49-F238E27FC236}">
                  <a16:creationId xmlns:a16="http://schemas.microsoft.com/office/drawing/2014/main" id="{C267E6FC-D804-DA4C-2060-AA2399225DF5}"/>
                </a:ext>
              </a:extLst>
            </p:cNvPr>
            <p:cNvSpPr/>
            <p:nvPr/>
          </p:nvSpPr>
          <p:spPr>
            <a:xfrm rot="5400000">
              <a:off x="9103248" y="3154154"/>
              <a:ext cx="0" cy="0"/>
            </a:xfrm>
            <a:prstGeom prst="ellipse">
              <a:avLst/>
            </a:prstGeom>
            <a:solidFill>
              <a:srgbClr val="FAB870"/>
            </a:solidFill>
            <a:ln w="12700">
              <a:solidFill>
                <a:srgbClr val="111C37"/>
              </a:solidFill>
              <a:prstDash val="solid"/>
            </a:ln>
          </p:spPr>
          <p:txBody>
            <a:bodyPr/>
            <a:lstStyle/>
            <a:p>
              <a:endParaRPr lang="en-DE"/>
            </a:p>
          </p:txBody>
        </p:sp>
        <p:sp>
          <p:nvSpPr>
            <p:cNvPr id="539" name="Shape 108">
              <a:extLst>
                <a:ext uri="{FF2B5EF4-FFF2-40B4-BE49-F238E27FC236}">
                  <a16:creationId xmlns:a16="http://schemas.microsoft.com/office/drawing/2014/main" id="{69E9B4A4-5CCF-CBA3-2DA3-D90805BF041E}"/>
                </a:ext>
              </a:extLst>
            </p:cNvPr>
            <p:cNvSpPr/>
            <p:nvPr/>
          </p:nvSpPr>
          <p:spPr>
            <a:xfrm rot="5400000">
              <a:off x="9103248" y="3154154"/>
              <a:ext cx="0" cy="0"/>
            </a:xfrm>
            <a:prstGeom prst="ellipse">
              <a:avLst/>
            </a:prstGeom>
            <a:solidFill>
              <a:srgbClr val="E3751E"/>
            </a:solidFill>
            <a:ln w="12700">
              <a:solidFill>
                <a:srgbClr val="111C37"/>
              </a:solidFill>
              <a:prstDash val="solid"/>
            </a:ln>
          </p:spPr>
          <p:txBody>
            <a:bodyPr/>
            <a:lstStyle/>
            <a:p>
              <a:endParaRPr lang="en-DE"/>
            </a:p>
          </p:txBody>
        </p:sp>
        <p:sp>
          <p:nvSpPr>
            <p:cNvPr id="540" name="Shape 110">
              <a:extLst>
                <a:ext uri="{FF2B5EF4-FFF2-40B4-BE49-F238E27FC236}">
                  <a16:creationId xmlns:a16="http://schemas.microsoft.com/office/drawing/2014/main" id="{A2C9F9D8-FBEA-A81B-0D37-4F4CF8A634D9}"/>
                </a:ext>
              </a:extLst>
            </p:cNvPr>
            <p:cNvSpPr/>
            <p:nvPr/>
          </p:nvSpPr>
          <p:spPr>
            <a:xfrm rot="5400000">
              <a:off x="9103248" y="3154154"/>
              <a:ext cx="0" cy="0"/>
            </a:xfrm>
            <a:prstGeom prst="ellipse">
              <a:avLst/>
            </a:prstGeom>
            <a:solidFill>
              <a:srgbClr val="E9832C"/>
            </a:solidFill>
            <a:ln w="12700">
              <a:solidFill>
                <a:srgbClr val="111C37"/>
              </a:solidFill>
              <a:prstDash val="solid"/>
            </a:ln>
          </p:spPr>
          <p:txBody>
            <a:bodyPr/>
            <a:lstStyle/>
            <a:p>
              <a:endParaRPr lang="en-DE"/>
            </a:p>
          </p:txBody>
        </p:sp>
      </p:grpSp>
      <p:pic>
        <p:nvPicPr>
          <p:cNvPr id="550" name="Grafik 122">
            <a:extLst>
              <a:ext uri="{FF2B5EF4-FFF2-40B4-BE49-F238E27FC236}">
                <a16:creationId xmlns:a16="http://schemas.microsoft.com/office/drawing/2014/main" id="{A94256A7-C365-D685-F618-05BE90C08DAF}"/>
              </a:ext>
            </a:extLst>
          </p:cNvPr>
          <p:cNvPicPr>
            <a:picLocks noChangeAspect="1"/>
          </p:cNvPicPr>
          <p:nvPr/>
        </p:nvPicPr>
        <p:blipFill>
          <a:blip r:embed="rId3"/>
          <a:stretch>
            <a:fillRect/>
          </a:stretch>
        </p:blipFill>
        <p:spPr>
          <a:xfrm>
            <a:off x="2547759" y="2611009"/>
            <a:ext cx="1165394" cy="1165394"/>
          </a:xfrm>
          <a:prstGeom prst="rect">
            <a:avLst/>
          </a:prstGeom>
        </p:spPr>
      </p:pic>
      <p:pic>
        <p:nvPicPr>
          <p:cNvPr id="551" name="Grafik 122">
            <a:extLst>
              <a:ext uri="{FF2B5EF4-FFF2-40B4-BE49-F238E27FC236}">
                <a16:creationId xmlns:a16="http://schemas.microsoft.com/office/drawing/2014/main" id="{46E9D95A-B675-9FE1-AFAA-6516950F0110}"/>
              </a:ext>
            </a:extLst>
          </p:cNvPr>
          <p:cNvPicPr>
            <a:picLocks noChangeAspect="1"/>
          </p:cNvPicPr>
          <p:nvPr/>
        </p:nvPicPr>
        <p:blipFill>
          <a:blip r:embed="rId3"/>
          <a:stretch>
            <a:fillRect/>
          </a:stretch>
        </p:blipFill>
        <p:spPr>
          <a:xfrm>
            <a:off x="8610600" y="2611009"/>
            <a:ext cx="1165394" cy="1165394"/>
          </a:xfrm>
          <a:prstGeom prst="rect">
            <a:avLst/>
          </a:prstGeom>
        </p:spPr>
      </p:pic>
      <p:sp>
        <p:nvSpPr>
          <p:cNvPr id="541" name="!!Textfeld 98">
            <a:extLst>
              <a:ext uri="{FF2B5EF4-FFF2-40B4-BE49-F238E27FC236}">
                <a16:creationId xmlns:a16="http://schemas.microsoft.com/office/drawing/2014/main" id="{27368AB7-26C2-F0E6-F6F1-1D98CE4E2814}"/>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429409888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527E9948-A29B-2229-4B2C-A960D282D3F0}"/>
            </a:ext>
          </a:extLst>
        </p:cNvPr>
        <p:cNvGrpSpPr/>
        <p:nvPr/>
      </p:nvGrpSpPr>
      <p:grpSpPr>
        <a:xfrm>
          <a:off x="0" y="0"/>
          <a:ext cx="0" cy="0"/>
          <a:chOff x="0" y="0"/>
          <a:chExt cx="0" cy="0"/>
        </a:xfrm>
      </p:grpSpPr>
      <p:grpSp>
        <p:nvGrpSpPr>
          <p:cNvPr id="247" name="Group 246">
            <a:extLst>
              <a:ext uri="{FF2B5EF4-FFF2-40B4-BE49-F238E27FC236}">
                <a16:creationId xmlns:a16="http://schemas.microsoft.com/office/drawing/2014/main" id="{97012911-399A-AC8D-AAA4-81D0FCF24F3C}"/>
              </a:ext>
            </a:extLst>
          </p:cNvPr>
          <p:cNvGrpSpPr/>
          <p:nvPr/>
        </p:nvGrpSpPr>
        <p:grpSpPr>
          <a:xfrm>
            <a:off x="8386274" y="3761966"/>
            <a:ext cx="1440618" cy="141237"/>
            <a:chOff x="8386274" y="3761966"/>
            <a:chExt cx="1440618" cy="141237"/>
          </a:xfrm>
        </p:grpSpPr>
        <p:sp>
          <p:nvSpPr>
            <p:cNvPr id="223" name="Shape 98">
              <a:extLst>
                <a:ext uri="{FF2B5EF4-FFF2-40B4-BE49-F238E27FC236}">
                  <a16:creationId xmlns:a16="http://schemas.microsoft.com/office/drawing/2014/main" id="{9550CF19-E1FF-8BCB-1A66-15DCCFE6A943}"/>
                </a:ext>
              </a:extLst>
            </p:cNvPr>
            <p:cNvSpPr/>
            <p:nvPr/>
          </p:nvSpPr>
          <p:spPr>
            <a:xfrm rot="5400000">
              <a:off x="9685655" y="3761966"/>
              <a:ext cx="141237" cy="141237"/>
            </a:xfrm>
            <a:prstGeom prst="ellipse">
              <a:avLst/>
            </a:prstGeom>
            <a:solidFill>
              <a:srgbClr val="F69F47"/>
            </a:solidFill>
            <a:ln w="12700">
              <a:solidFill>
                <a:srgbClr val="111C38"/>
              </a:solidFill>
              <a:prstDash val="solid"/>
            </a:ln>
          </p:spPr>
          <p:txBody>
            <a:bodyPr/>
            <a:lstStyle/>
            <a:p>
              <a:endParaRPr lang="en-DE"/>
            </a:p>
          </p:txBody>
        </p:sp>
        <p:sp>
          <p:nvSpPr>
            <p:cNvPr id="224" name="Shape 99">
              <a:extLst>
                <a:ext uri="{FF2B5EF4-FFF2-40B4-BE49-F238E27FC236}">
                  <a16:creationId xmlns:a16="http://schemas.microsoft.com/office/drawing/2014/main" id="{791ACE90-3811-AD57-8370-A241135B0C4A}"/>
                </a:ext>
              </a:extLst>
            </p:cNvPr>
            <p:cNvSpPr/>
            <p:nvPr/>
          </p:nvSpPr>
          <p:spPr>
            <a:xfrm rot="5400000">
              <a:off x="9425779" y="3761966"/>
              <a:ext cx="141237" cy="141237"/>
            </a:xfrm>
            <a:prstGeom prst="ellipse">
              <a:avLst/>
            </a:prstGeom>
            <a:solidFill>
              <a:srgbClr val="FBBE7C"/>
            </a:solidFill>
            <a:ln w="12700">
              <a:solidFill>
                <a:srgbClr val="111C38"/>
              </a:solidFill>
              <a:prstDash val="solid"/>
            </a:ln>
          </p:spPr>
          <p:txBody>
            <a:bodyPr/>
            <a:lstStyle/>
            <a:p>
              <a:endParaRPr lang="en-DE"/>
            </a:p>
          </p:txBody>
        </p:sp>
        <p:sp>
          <p:nvSpPr>
            <p:cNvPr id="225" name="Shape 100">
              <a:extLst>
                <a:ext uri="{FF2B5EF4-FFF2-40B4-BE49-F238E27FC236}">
                  <a16:creationId xmlns:a16="http://schemas.microsoft.com/office/drawing/2014/main" id="{496D9831-8B86-711F-CB41-7E4432CE5FDF}"/>
                </a:ext>
              </a:extLst>
            </p:cNvPr>
            <p:cNvSpPr/>
            <p:nvPr/>
          </p:nvSpPr>
          <p:spPr>
            <a:xfrm rot="5400000">
              <a:off x="9165902" y="3761966"/>
              <a:ext cx="141237" cy="141237"/>
            </a:xfrm>
            <a:prstGeom prst="ellipse">
              <a:avLst/>
            </a:prstGeom>
            <a:solidFill>
              <a:srgbClr val="E3751E"/>
            </a:solidFill>
            <a:ln w="12700">
              <a:solidFill>
                <a:srgbClr val="111C38"/>
              </a:solidFill>
              <a:prstDash val="solid"/>
            </a:ln>
          </p:spPr>
          <p:txBody>
            <a:bodyPr/>
            <a:lstStyle/>
            <a:p>
              <a:endParaRPr lang="en-DE"/>
            </a:p>
          </p:txBody>
        </p:sp>
        <p:sp>
          <p:nvSpPr>
            <p:cNvPr id="226" name="Shape 101">
              <a:extLst>
                <a:ext uri="{FF2B5EF4-FFF2-40B4-BE49-F238E27FC236}">
                  <a16:creationId xmlns:a16="http://schemas.microsoft.com/office/drawing/2014/main" id="{9EC6EEEE-6703-8741-507F-C4E6B104EB62}"/>
                </a:ext>
              </a:extLst>
            </p:cNvPr>
            <p:cNvSpPr/>
            <p:nvPr/>
          </p:nvSpPr>
          <p:spPr>
            <a:xfrm rot="5400000">
              <a:off x="8906025" y="3761966"/>
              <a:ext cx="141237" cy="141237"/>
            </a:xfrm>
            <a:prstGeom prst="ellipse">
              <a:avLst/>
            </a:prstGeom>
            <a:solidFill>
              <a:srgbClr val="E67C25"/>
            </a:solidFill>
            <a:ln w="12700">
              <a:solidFill>
                <a:srgbClr val="111C38"/>
              </a:solidFill>
              <a:prstDash val="solid"/>
            </a:ln>
          </p:spPr>
          <p:txBody>
            <a:bodyPr/>
            <a:lstStyle/>
            <a:p>
              <a:endParaRPr lang="en-DE"/>
            </a:p>
          </p:txBody>
        </p:sp>
        <p:sp>
          <p:nvSpPr>
            <p:cNvPr id="227" name="Shape 102">
              <a:extLst>
                <a:ext uri="{FF2B5EF4-FFF2-40B4-BE49-F238E27FC236}">
                  <a16:creationId xmlns:a16="http://schemas.microsoft.com/office/drawing/2014/main" id="{00977870-4167-E6B7-1AF6-63F2FEFC321B}"/>
                </a:ext>
              </a:extLst>
            </p:cNvPr>
            <p:cNvSpPr/>
            <p:nvPr/>
          </p:nvSpPr>
          <p:spPr>
            <a:xfrm rot="5400000">
              <a:off x="8646150" y="3761966"/>
              <a:ext cx="141237" cy="141237"/>
            </a:xfrm>
            <a:prstGeom prst="ellipse">
              <a:avLst/>
            </a:prstGeom>
            <a:solidFill>
              <a:srgbClr val="F9A64E"/>
            </a:solidFill>
            <a:ln w="12700">
              <a:solidFill>
                <a:srgbClr val="111C38"/>
              </a:solidFill>
              <a:prstDash val="solid"/>
            </a:ln>
          </p:spPr>
          <p:txBody>
            <a:bodyPr/>
            <a:lstStyle/>
            <a:p>
              <a:endParaRPr lang="en-DE"/>
            </a:p>
          </p:txBody>
        </p:sp>
        <p:sp>
          <p:nvSpPr>
            <p:cNvPr id="228" name="Shape 103">
              <a:extLst>
                <a:ext uri="{FF2B5EF4-FFF2-40B4-BE49-F238E27FC236}">
                  <a16:creationId xmlns:a16="http://schemas.microsoft.com/office/drawing/2014/main" id="{5693DD15-1322-735F-EB76-EB4A69E9E1C9}"/>
                </a:ext>
              </a:extLst>
            </p:cNvPr>
            <p:cNvSpPr/>
            <p:nvPr/>
          </p:nvSpPr>
          <p:spPr>
            <a:xfrm rot="5400000">
              <a:off x="8386274" y="3761966"/>
              <a:ext cx="141237" cy="141237"/>
            </a:xfrm>
            <a:prstGeom prst="ellipse">
              <a:avLst/>
            </a:prstGeom>
            <a:solidFill>
              <a:srgbClr val="FBC992"/>
            </a:solidFill>
            <a:ln w="12700">
              <a:solidFill>
                <a:srgbClr val="111C38"/>
              </a:solidFill>
              <a:prstDash val="solid"/>
            </a:ln>
          </p:spPr>
          <p:txBody>
            <a:bodyPr/>
            <a:lstStyle/>
            <a:p>
              <a:endParaRPr lang="en-DE"/>
            </a:p>
          </p:txBody>
        </p:sp>
      </p:grpSp>
      <p:grpSp>
        <p:nvGrpSpPr>
          <p:cNvPr id="254" name="Group 253">
            <a:extLst>
              <a:ext uri="{FF2B5EF4-FFF2-40B4-BE49-F238E27FC236}">
                <a16:creationId xmlns:a16="http://schemas.microsoft.com/office/drawing/2014/main" id="{D4AFE704-B12F-3068-1773-1DFAF121BFD7}"/>
              </a:ext>
            </a:extLst>
          </p:cNvPr>
          <p:cNvGrpSpPr/>
          <p:nvPr/>
        </p:nvGrpSpPr>
        <p:grpSpPr>
          <a:xfrm>
            <a:off x="2345629" y="3761370"/>
            <a:ext cx="1439640" cy="141141"/>
            <a:chOff x="2345629" y="3761370"/>
            <a:chExt cx="1439640" cy="141141"/>
          </a:xfrm>
        </p:grpSpPr>
        <p:sp>
          <p:nvSpPr>
            <p:cNvPr id="248" name="Shape 98">
              <a:extLst>
                <a:ext uri="{FF2B5EF4-FFF2-40B4-BE49-F238E27FC236}">
                  <a16:creationId xmlns:a16="http://schemas.microsoft.com/office/drawing/2014/main" id="{5F624E30-2DEE-092E-DE5A-A6A27D81D5AE}"/>
                </a:ext>
              </a:extLst>
            </p:cNvPr>
            <p:cNvSpPr/>
            <p:nvPr/>
          </p:nvSpPr>
          <p:spPr>
            <a:xfrm rot="5400000">
              <a:off x="3644128" y="3761370"/>
              <a:ext cx="141141" cy="141141"/>
            </a:xfrm>
            <a:prstGeom prst="ellipse">
              <a:avLst/>
            </a:prstGeom>
            <a:solidFill>
              <a:srgbClr val="5991EE"/>
            </a:solidFill>
            <a:ln w="12700">
              <a:solidFill>
                <a:srgbClr val="111C38"/>
              </a:solidFill>
              <a:prstDash val="solid"/>
            </a:ln>
          </p:spPr>
          <p:txBody>
            <a:bodyPr/>
            <a:lstStyle/>
            <a:p>
              <a:endParaRPr lang="en-DE"/>
            </a:p>
          </p:txBody>
        </p:sp>
        <p:sp>
          <p:nvSpPr>
            <p:cNvPr id="249" name="Shape 99">
              <a:extLst>
                <a:ext uri="{FF2B5EF4-FFF2-40B4-BE49-F238E27FC236}">
                  <a16:creationId xmlns:a16="http://schemas.microsoft.com/office/drawing/2014/main" id="{A42374EE-4225-B379-39BF-5068763D5680}"/>
                </a:ext>
              </a:extLst>
            </p:cNvPr>
            <p:cNvSpPr/>
            <p:nvPr/>
          </p:nvSpPr>
          <p:spPr>
            <a:xfrm rot="5400000">
              <a:off x="3384428" y="3761370"/>
              <a:ext cx="141141" cy="141141"/>
            </a:xfrm>
            <a:prstGeom prst="ellipse">
              <a:avLst/>
            </a:prstGeom>
            <a:solidFill>
              <a:srgbClr val="2455DA"/>
            </a:solidFill>
            <a:ln w="12700">
              <a:solidFill>
                <a:srgbClr val="111C38"/>
              </a:solidFill>
              <a:prstDash val="solid"/>
            </a:ln>
          </p:spPr>
          <p:txBody>
            <a:bodyPr/>
            <a:lstStyle/>
            <a:p>
              <a:endParaRPr lang="en-DE"/>
            </a:p>
          </p:txBody>
        </p:sp>
        <p:sp>
          <p:nvSpPr>
            <p:cNvPr id="250" name="Shape 100">
              <a:extLst>
                <a:ext uri="{FF2B5EF4-FFF2-40B4-BE49-F238E27FC236}">
                  <a16:creationId xmlns:a16="http://schemas.microsoft.com/office/drawing/2014/main" id="{7B574FA4-7358-113E-B391-D08F87A845E2}"/>
                </a:ext>
              </a:extLst>
            </p:cNvPr>
            <p:cNvSpPr/>
            <p:nvPr/>
          </p:nvSpPr>
          <p:spPr>
            <a:xfrm rot="5400000">
              <a:off x="3124727" y="3761370"/>
              <a:ext cx="141141" cy="141141"/>
            </a:xfrm>
            <a:prstGeom prst="ellipse">
              <a:avLst/>
            </a:prstGeom>
            <a:solidFill>
              <a:srgbClr val="89B3F4"/>
            </a:solidFill>
            <a:ln w="12700">
              <a:solidFill>
                <a:srgbClr val="111C38"/>
              </a:solidFill>
              <a:prstDash val="solid"/>
            </a:ln>
          </p:spPr>
          <p:txBody>
            <a:bodyPr/>
            <a:lstStyle/>
            <a:p>
              <a:endParaRPr lang="en-DE"/>
            </a:p>
          </p:txBody>
        </p:sp>
        <p:sp>
          <p:nvSpPr>
            <p:cNvPr id="251" name="Shape 101">
              <a:extLst>
                <a:ext uri="{FF2B5EF4-FFF2-40B4-BE49-F238E27FC236}">
                  <a16:creationId xmlns:a16="http://schemas.microsoft.com/office/drawing/2014/main" id="{91ECC465-304E-798C-4560-8C78D5B36721}"/>
                </a:ext>
              </a:extLst>
            </p:cNvPr>
            <p:cNvSpPr/>
            <p:nvPr/>
          </p:nvSpPr>
          <p:spPr>
            <a:xfrm rot="5400000">
              <a:off x="2865028" y="3761370"/>
              <a:ext cx="141141" cy="141141"/>
            </a:xfrm>
            <a:prstGeom prst="ellipse">
              <a:avLst/>
            </a:prstGeom>
            <a:solidFill>
              <a:srgbClr val="7FACF3"/>
            </a:solidFill>
            <a:ln w="12700">
              <a:solidFill>
                <a:srgbClr val="111C38"/>
              </a:solidFill>
              <a:prstDash val="solid"/>
            </a:ln>
          </p:spPr>
          <p:txBody>
            <a:bodyPr/>
            <a:lstStyle/>
            <a:p>
              <a:endParaRPr lang="en-DE"/>
            </a:p>
          </p:txBody>
        </p:sp>
        <p:sp>
          <p:nvSpPr>
            <p:cNvPr id="252" name="Shape 102">
              <a:extLst>
                <a:ext uri="{FF2B5EF4-FFF2-40B4-BE49-F238E27FC236}">
                  <a16:creationId xmlns:a16="http://schemas.microsoft.com/office/drawing/2014/main" id="{E416A055-2EE4-BA19-6E7D-3F4B3EB2363C}"/>
                </a:ext>
              </a:extLst>
            </p:cNvPr>
            <p:cNvSpPr/>
            <p:nvPr/>
          </p:nvSpPr>
          <p:spPr>
            <a:xfrm rot="5400000">
              <a:off x="2605329" y="3761370"/>
              <a:ext cx="141141" cy="141141"/>
            </a:xfrm>
            <a:prstGeom prst="ellipse">
              <a:avLst/>
            </a:prstGeom>
            <a:solidFill>
              <a:srgbClr val="6098F0"/>
            </a:solidFill>
            <a:ln w="12700">
              <a:solidFill>
                <a:srgbClr val="111C38"/>
              </a:solidFill>
              <a:prstDash val="solid"/>
            </a:ln>
          </p:spPr>
          <p:txBody>
            <a:bodyPr/>
            <a:lstStyle/>
            <a:p>
              <a:endParaRPr lang="en-DE"/>
            </a:p>
          </p:txBody>
        </p:sp>
        <p:sp>
          <p:nvSpPr>
            <p:cNvPr id="253" name="Shape 103">
              <a:extLst>
                <a:ext uri="{FF2B5EF4-FFF2-40B4-BE49-F238E27FC236}">
                  <a16:creationId xmlns:a16="http://schemas.microsoft.com/office/drawing/2014/main" id="{9895C614-2A65-F856-637A-71250C7D0C4B}"/>
                </a:ext>
              </a:extLst>
            </p:cNvPr>
            <p:cNvSpPr/>
            <p:nvPr/>
          </p:nvSpPr>
          <p:spPr>
            <a:xfrm rot="5400000">
              <a:off x="2345629" y="3761370"/>
              <a:ext cx="141141" cy="141141"/>
            </a:xfrm>
            <a:prstGeom prst="ellipse">
              <a:avLst/>
            </a:prstGeom>
            <a:solidFill>
              <a:srgbClr val="2A5DDD"/>
            </a:solidFill>
            <a:ln w="12700">
              <a:solidFill>
                <a:srgbClr val="111C38"/>
              </a:solidFill>
              <a:prstDash val="solid"/>
            </a:ln>
          </p:spPr>
          <p:txBody>
            <a:bodyPr/>
            <a:lstStyle/>
            <a:p>
              <a:endParaRPr lang="en-DE"/>
            </a:p>
          </p:txBody>
        </p:sp>
      </p:grpSp>
      <p:sp>
        <p:nvSpPr>
          <p:cNvPr id="24" name="Textfeld 66">
            <a:extLst>
              <a:ext uri="{FF2B5EF4-FFF2-40B4-BE49-F238E27FC236}">
                <a16:creationId xmlns:a16="http://schemas.microsoft.com/office/drawing/2014/main" id="{C41830A8-9079-7042-3C8F-107D1F8C0F6A}"/>
              </a:ext>
            </a:extLst>
          </p:cNvPr>
          <p:cNvSpPr txBox="1"/>
          <p:nvPr/>
        </p:nvSpPr>
        <p:spPr>
          <a:xfrm>
            <a:off x="5892979" y="1264324"/>
            <a:ext cx="6439591"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 sick stranger?</a:t>
            </a:r>
          </a:p>
          <a:p>
            <a:pPr algn="ctr"/>
            <a:r>
              <a:rPr lang="en-US" b="1" dirty="0">
                <a:solidFill>
                  <a:schemeClr val="bg1"/>
                </a:solidFill>
                <a:latin typeface="Calibri" panose="020F0502020204030204" pitchFamily="34" charset="0"/>
                <a:cs typeface="Calibri" panose="020F0502020204030204" pitchFamily="34" charset="0"/>
              </a:rPr>
              <a:t>A: Yes                       B: No</a:t>
            </a:r>
          </a:p>
        </p:txBody>
      </p:sp>
      <p:sp>
        <p:nvSpPr>
          <p:cNvPr id="20" name="TextBox 19">
            <a:extLst>
              <a:ext uri="{FF2B5EF4-FFF2-40B4-BE49-F238E27FC236}">
                <a16:creationId xmlns:a16="http://schemas.microsoft.com/office/drawing/2014/main" id="{A136BD89-74F9-0908-B03D-7020AC75805E}"/>
              </a:ext>
            </a:extLst>
          </p:cNvPr>
          <p:cNvSpPr txBox="1"/>
          <p:nvPr/>
        </p:nvSpPr>
        <p:spPr>
          <a:xfrm>
            <a:off x="11865429" y="6368143"/>
            <a:ext cx="184731" cy="369332"/>
          </a:xfrm>
          <a:prstGeom prst="rect">
            <a:avLst/>
          </a:prstGeom>
          <a:noFill/>
        </p:spPr>
        <p:txBody>
          <a:bodyPr wrap="none" rtlCol="0">
            <a:spAutoFit/>
          </a:bodyPr>
          <a:lstStyle/>
          <a:p>
            <a:endParaRPr lang="en-DE" dirty="0"/>
          </a:p>
        </p:txBody>
      </p:sp>
      <p:sp>
        <p:nvSpPr>
          <p:cNvPr id="2" name="Slide Number Placeholder 1">
            <a:extLst>
              <a:ext uri="{FF2B5EF4-FFF2-40B4-BE49-F238E27FC236}">
                <a16:creationId xmlns:a16="http://schemas.microsoft.com/office/drawing/2014/main" id="{C3BF8541-AB17-DFA9-543F-3A0E7B6A327D}"/>
              </a:ext>
            </a:extLst>
          </p:cNvPr>
          <p:cNvSpPr>
            <a:spLocks noGrp="1"/>
          </p:cNvSpPr>
          <p:nvPr>
            <p:ph type="sldNum" sz="quarter" idx="4"/>
          </p:nvPr>
        </p:nvSpPr>
        <p:spPr/>
        <p:txBody>
          <a:bodyPr/>
          <a:lstStyle/>
          <a:p>
            <a:fld id="{F8325A8C-A62D-5E4B-8AAC-68DD587E4A7D}" type="slidenum">
              <a:rPr lang="de-DE" smtClean="0"/>
              <a:t>29</a:t>
            </a:fld>
            <a:endParaRPr lang="de-DE" dirty="0"/>
          </a:p>
        </p:txBody>
      </p:sp>
      <p:sp>
        <p:nvSpPr>
          <p:cNvPr id="23" name="Textfeld 66">
            <a:extLst>
              <a:ext uri="{FF2B5EF4-FFF2-40B4-BE49-F238E27FC236}">
                <a16:creationId xmlns:a16="http://schemas.microsoft.com/office/drawing/2014/main" id="{5FF7FD7E-1C44-7169-DDF2-1389D4EFBA4B}"/>
              </a:ext>
            </a:extLst>
          </p:cNvPr>
          <p:cNvSpPr txBox="1"/>
          <p:nvPr/>
        </p:nvSpPr>
        <p:spPr>
          <a:xfrm>
            <a:off x="-579223" y="1264324"/>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E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cxnSp>
        <p:nvCxnSpPr>
          <p:cNvPr id="27" name="Straight Arrow Connector 26">
            <a:extLst>
              <a:ext uri="{FF2B5EF4-FFF2-40B4-BE49-F238E27FC236}">
                <a16:creationId xmlns:a16="http://schemas.microsoft.com/office/drawing/2014/main" id="{382B9138-C9AE-7973-9264-401E93A492CA}"/>
              </a:ext>
            </a:extLst>
          </p:cNvPr>
          <p:cNvCxnSpPr>
            <a:cxnSpLocks/>
          </p:cNvCxnSpPr>
          <p:nvPr/>
        </p:nvCxnSpPr>
        <p:spPr>
          <a:xfrm>
            <a:off x="3070303"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cxnSp>
        <p:nvCxnSpPr>
          <p:cNvPr id="28" name="Straight Arrow Connector 27">
            <a:extLst>
              <a:ext uri="{FF2B5EF4-FFF2-40B4-BE49-F238E27FC236}">
                <a16:creationId xmlns:a16="http://schemas.microsoft.com/office/drawing/2014/main" id="{76B80B03-C47D-C56F-729B-444AB1DA0849}"/>
              </a:ext>
            </a:extLst>
          </p:cNvPr>
          <p:cNvCxnSpPr>
            <a:cxnSpLocks/>
          </p:cNvCxnSpPr>
          <p:nvPr/>
        </p:nvCxnSpPr>
        <p:spPr>
          <a:xfrm>
            <a:off x="9103248"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sp>
        <p:nvSpPr>
          <p:cNvPr id="564" name="Rectangle 563">
            <a:extLst>
              <a:ext uri="{FF2B5EF4-FFF2-40B4-BE49-F238E27FC236}">
                <a16:creationId xmlns:a16="http://schemas.microsoft.com/office/drawing/2014/main" id="{632D684C-1ABA-D3FB-43F4-BFE0DA299534}"/>
              </a:ext>
            </a:extLst>
          </p:cNvPr>
          <p:cNvSpPr/>
          <p:nvPr/>
        </p:nvSpPr>
        <p:spPr>
          <a:xfrm>
            <a:off x="8334025" y="3718410"/>
            <a:ext cx="1557498" cy="257211"/>
          </a:xfrm>
          <a:prstGeom prst="rect">
            <a:avLst/>
          </a:prstGeom>
          <a:noFill/>
          <a:ln w="31750">
            <a:solidFill>
              <a:schemeClr val="accent6">
                <a:lumMod val="40000"/>
                <a:lumOff val="60000"/>
              </a:schemeClr>
            </a:solidFill>
            <a:prstDash val="sysDash"/>
            <a:extLst>
              <a:ext uri="{C807C97D-BFC1-408E-A445-0C87EB9F89A2}">
                <ask:lineSketchStyleProps xmlns:ask="http://schemas.microsoft.com/office/drawing/2018/sketchyshapes" sd="1219033472">
                  <a:custGeom>
                    <a:avLst/>
                    <a:gdLst>
                      <a:gd name="csX0" fmla="*/ 0 w 1435714"/>
                      <a:gd name="csY0" fmla="*/ 0 h 257211"/>
                      <a:gd name="csX1" fmla="*/ 1435714 w 1435714"/>
                      <a:gd name="csY1" fmla="*/ 0 h 257211"/>
                      <a:gd name="csX2" fmla="*/ 1435714 w 1435714"/>
                      <a:gd name="csY2" fmla="*/ 257211 h 257211"/>
                      <a:gd name="csX3" fmla="*/ 0 w 1435714"/>
                      <a:gd name="csY3" fmla="*/ 257211 h 257211"/>
                      <a:gd name="csX4" fmla="*/ 0 w 1435714"/>
                      <a:gd name="csY4" fmla="*/ 0 h 257211"/>
                    </a:gdLst>
                    <a:ahLst/>
                    <a:cxnLst>
                      <a:cxn ang="0">
                        <a:pos x="csX0" y="csY0"/>
                      </a:cxn>
                      <a:cxn ang="0">
                        <a:pos x="csX1" y="csY1"/>
                      </a:cxn>
                      <a:cxn ang="0">
                        <a:pos x="csX2" y="csY2"/>
                      </a:cxn>
                      <a:cxn ang="0">
                        <a:pos x="csX3" y="csY3"/>
                      </a:cxn>
                      <a:cxn ang="0">
                        <a:pos x="csX4" y="csY4"/>
                      </a:cxn>
                    </a:cxnLst>
                    <a:rect l="l" t="t" r="r" b="b"/>
                    <a:pathLst>
                      <a:path w="1435714" h="257211" extrusionOk="0">
                        <a:moveTo>
                          <a:pt x="0" y="0"/>
                        </a:moveTo>
                        <a:cubicBezTo>
                          <a:pt x="310675" y="-73464"/>
                          <a:pt x="799049" y="-62594"/>
                          <a:pt x="1435714" y="0"/>
                        </a:cubicBezTo>
                        <a:cubicBezTo>
                          <a:pt x="1419518" y="109660"/>
                          <a:pt x="1425423" y="227355"/>
                          <a:pt x="1435714" y="257211"/>
                        </a:cubicBezTo>
                        <a:cubicBezTo>
                          <a:pt x="905515" y="343149"/>
                          <a:pt x="365529" y="372603"/>
                          <a:pt x="0" y="257211"/>
                        </a:cubicBezTo>
                        <a:cubicBezTo>
                          <a:pt x="18129" y="211360"/>
                          <a:pt x="20932" y="66657"/>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37" name="Rectangle 236">
            <a:extLst>
              <a:ext uri="{FF2B5EF4-FFF2-40B4-BE49-F238E27FC236}">
                <a16:creationId xmlns:a16="http://schemas.microsoft.com/office/drawing/2014/main" id="{A265B22D-0265-C99B-720E-FE8ED2D56770}"/>
              </a:ext>
            </a:extLst>
          </p:cNvPr>
          <p:cNvSpPr/>
          <p:nvPr/>
        </p:nvSpPr>
        <p:spPr>
          <a:xfrm>
            <a:off x="2298046" y="3718410"/>
            <a:ext cx="1557498" cy="257211"/>
          </a:xfrm>
          <a:prstGeom prst="rect">
            <a:avLst/>
          </a:prstGeom>
          <a:noFill/>
          <a:ln w="31750">
            <a:solidFill>
              <a:schemeClr val="accent6">
                <a:lumMod val="40000"/>
                <a:lumOff val="60000"/>
              </a:schemeClr>
            </a:solidFill>
            <a:prstDash val="sysDash"/>
            <a:extLst>
              <a:ext uri="{C807C97D-BFC1-408E-A445-0C87EB9F89A2}">
                <ask:lineSketchStyleProps xmlns:ask="http://schemas.microsoft.com/office/drawing/2018/sketchyshapes" sd="2650216993">
                  <a:custGeom>
                    <a:avLst/>
                    <a:gdLst>
                      <a:gd name="csX0" fmla="*/ 0 w 1435714"/>
                      <a:gd name="csY0" fmla="*/ 0 h 257211"/>
                      <a:gd name="csX1" fmla="*/ 1435714 w 1435714"/>
                      <a:gd name="csY1" fmla="*/ 0 h 257211"/>
                      <a:gd name="csX2" fmla="*/ 1435714 w 1435714"/>
                      <a:gd name="csY2" fmla="*/ 257211 h 257211"/>
                      <a:gd name="csX3" fmla="*/ 0 w 1435714"/>
                      <a:gd name="csY3" fmla="*/ 257211 h 257211"/>
                      <a:gd name="csX4" fmla="*/ 0 w 1435714"/>
                      <a:gd name="csY4" fmla="*/ 0 h 257211"/>
                    </a:gdLst>
                    <a:ahLst/>
                    <a:cxnLst>
                      <a:cxn ang="0">
                        <a:pos x="csX0" y="csY0"/>
                      </a:cxn>
                      <a:cxn ang="0">
                        <a:pos x="csX1" y="csY1"/>
                      </a:cxn>
                      <a:cxn ang="0">
                        <a:pos x="csX2" y="csY2"/>
                      </a:cxn>
                      <a:cxn ang="0">
                        <a:pos x="csX3" y="csY3"/>
                      </a:cxn>
                      <a:cxn ang="0">
                        <a:pos x="csX4" y="csY4"/>
                      </a:cxn>
                    </a:cxnLst>
                    <a:rect l="l" t="t" r="r" b="b"/>
                    <a:pathLst>
                      <a:path w="1435714" h="257211" extrusionOk="0">
                        <a:moveTo>
                          <a:pt x="0" y="0"/>
                        </a:moveTo>
                        <a:cubicBezTo>
                          <a:pt x="185296" y="62303"/>
                          <a:pt x="1127056" y="-89059"/>
                          <a:pt x="1435714" y="0"/>
                        </a:cubicBezTo>
                        <a:cubicBezTo>
                          <a:pt x="1437914" y="30297"/>
                          <a:pt x="1434120" y="132925"/>
                          <a:pt x="1435714" y="257211"/>
                        </a:cubicBezTo>
                        <a:cubicBezTo>
                          <a:pt x="836136" y="307862"/>
                          <a:pt x="404996" y="293512"/>
                          <a:pt x="0" y="257211"/>
                        </a:cubicBezTo>
                        <a:cubicBezTo>
                          <a:pt x="-21284" y="180712"/>
                          <a:pt x="16489" y="3302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46" name="Group 245">
            <a:extLst>
              <a:ext uri="{FF2B5EF4-FFF2-40B4-BE49-F238E27FC236}">
                <a16:creationId xmlns:a16="http://schemas.microsoft.com/office/drawing/2014/main" id="{46C945E4-34DD-31F4-F5D8-4712FE87BC22}"/>
              </a:ext>
            </a:extLst>
          </p:cNvPr>
          <p:cNvGrpSpPr/>
          <p:nvPr/>
        </p:nvGrpSpPr>
        <p:grpSpPr>
          <a:xfrm>
            <a:off x="2345933" y="3768498"/>
            <a:ext cx="1439640" cy="141141"/>
            <a:chOff x="2345933" y="3768498"/>
            <a:chExt cx="1439640" cy="141141"/>
          </a:xfrm>
        </p:grpSpPr>
        <p:sp>
          <p:nvSpPr>
            <p:cNvPr id="238" name="Shape 98">
              <a:extLst>
                <a:ext uri="{FF2B5EF4-FFF2-40B4-BE49-F238E27FC236}">
                  <a16:creationId xmlns:a16="http://schemas.microsoft.com/office/drawing/2014/main" id="{0143E6E7-FD3B-D130-8A29-F51B3E458D14}"/>
                </a:ext>
              </a:extLst>
            </p:cNvPr>
            <p:cNvSpPr/>
            <p:nvPr/>
          </p:nvSpPr>
          <p:spPr>
            <a:xfrm rot="5400000">
              <a:off x="3644432" y="3768498"/>
              <a:ext cx="141141" cy="141141"/>
            </a:xfrm>
            <a:prstGeom prst="ellipse">
              <a:avLst/>
            </a:prstGeom>
          </p:spPr>
          <p:txBody>
            <a:bodyPr/>
            <a:lstStyle/>
            <a:p>
              <a:endParaRPr lang="en-DE"/>
            </a:p>
          </p:txBody>
        </p:sp>
        <p:sp>
          <p:nvSpPr>
            <p:cNvPr id="239" name="Shape 99">
              <a:extLst>
                <a:ext uri="{FF2B5EF4-FFF2-40B4-BE49-F238E27FC236}">
                  <a16:creationId xmlns:a16="http://schemas.microsoft.com/office/drawing/2014/main" id="{E260FA50-A703-0051-2111-EA1928B0DE79}"/>
                </a:ext>
              </a:extLst>
            </p:cNvPr>
            <p:cNvSpPr/>
            <p:nvPr/>
          </p:nvSpPr>
          <p:spPr>
            <a:xfrm rot="5400000">
              <a:off x="3384732" y="3768498"/>
              <a:ext cx="141141" cy="141141"/>
            </a:xfrm>
            <a:prstGeom prst="ellipse">
              <a:avLst/>
            </a:prstGeom>
          </p:spPr>
          <p:txBody>
            <a:bodyPr/>
            <a:lstStyle/>
            <a:p>
              <a:endParaRPr lang="en-DE"/>
            </a:p>
          </p:txBody>
        </p:sp>
        <p:sp>
          <p:nvSpPr>
            <p:cNvPr id="240" name="Shape 100">
              <a:extLst>
                <a:ext uri="{FF2B5EF4-FFF2-40B4-BE49-F238E27FC236}">
                  <a16:creationId xmlns:a16="http://schemas.microsoft.com/office/drawing/2014/main" id="{8736980C-9ACC-28E5-FF31-C51657D751E2}"/>
                </a:ext>
              </a:extLst>
            </p:cNvPr>
            <p:cNvSpPr/>
            <p:nvPr/>
          </p:nvSpPr>
          <p:spPr>
            <a:xfrm rot="5400000">
              <a:off x="3125031" y="3768498"/>
              <a:ext cx="141141" cy="141141"/>
            </a:xfrm>
            <a:prstGeom prst="ellipse">
              <a:avLst/>
            </a:prstGeom>
          </p:spPr>
          <p:txBody>
            <a:bodyPr/>
            <a:lstStyle/>
            <a:p>
              <a:endParaRPr lang="en-DE"/>
            </a:p>
          </p:txBody>
        </p:sp>
        <p:sp>
          <p:nvSpPr>
            <p:cNvPr id="241" name="Shape 101">
              <a:extLst>
                <a:ext uri="{FF2B5EF4-FFF2-40B4-BE49-F238E27FC236}">
                  <a16:creationId xmlns:a16="http://schemas.microsoft.com/office/drawing/2014/main" id="{754BAC78-F69B-5710-5B36-4AA70072D7A4}"/>
                </a:ext>
              </a:extLst>
            </p:cNvPr>
            <p:cNvSpPr/>
            <p:nvPr/>
          </p:nvSpPr>
          <p:spPr>
            <a:xfrm rot="5400000">
              <a:off x="2865332" y="3768498"/>
              <a:ext cx="141141" cy="141141"/>
            </a:xfrm>
            <a:prstGeom prst="ellipse">
              <a:avLst/>
            </a:prstGeom>
          </p:spPr>
          <p:txBody>
            <a:bodyPr/>
            <a:lstStyle/>
            <a:p>
              <a:endParaRPr lang="en-DE"/>
            </a:p>
          </p:txBody>
        </p:sp>
        <p:sp>
          <p:nvSpPr>
            <p:cNvPr id="242" name="Shape 102">
              <a:extLst>
                <a:ext uri="{FF2B5EF4-FFF2-40B4-BE49-F238E27FC236}">
                  <a16:creationId xmlns:a16="http://schemas.microsoft.com/office/drawing/2014/main" id="{3A003D19-1E38-9B48-AEFD-57B7C807BA3E}"/>
                </a:ext>
              </a:extLst>
            </p:cNvPr>
            <p:cNvSpPr/>
            <p:nvPr/>
          </p:nvSpPr>
          <p:spPr>
            <a:xfrm rot="5400000">
              <a:off x="2605633" y="3768498"/>
              <a:ext cx="141141" cy="141141"/>
            </a:xfrm>
            <a:prstGeom prst="ellipse">
              <a:avLst/>
            </a:prstGeom>
          </p:spPr>
          <p:txBody>
            <a:bodyPr/>
            <a:lstStyle/>
            <a:p>
              <a:endParaRPr lang="en-DE"/>
            </a:p>
          </p:txBody>
        </p:sp>
        <p:sp>
          <p:nvSpPr>
            <p:cNvPr id="243" name="Shape 103">
              <a:extLst>
                <a:ext uri="{FF2B5EF4-FFF2-40B4-BE49-F238E27FC236}">
                  <a16:creationId xmlns:a16="http://schemas.microsoft.com/office/drawing/2014/main" id="{B462BE92-B0BF-538C-2887-22362A5198FF}"/>
                </a:ext>
              </a:extLst>
            </p:cNvPr>
            <p:cNvSpPr/>
            <p:nvPr/>
          </p:nvSpPr>
          <p:spPr>
            <a:xfrm rot="5400000">
              <a:off x="2345933" y="3768498"/>
              <a:ext cx="141141" cy="141141"/>
            </a:xfrm>
            <a:prstGeom prst="ellipse">
              <a:avLst/>
            </a:prstGeom>
          </p:spPr>
          <p:txBody>
            <a:bodyPr/>
            <a:lstStyle/>
            <a:p>
              <a:endParaRPr lang="en-DE"/>
            </a:p>
          </p:txBody>
        </p:sp>
      </p:grpSp>
      <p:cxnSp>
        <p:nvCxnSpPr>
          <p:cNvPr id="329" name="!!Curved Connector 7">
            <a:extLst>
              <a:ext uri="{FF2B5EF4-FFF2-40B4-BE49-F238E27FC236}">
                <a16:creationId xmlns:a16="http://schemas.microsoft.com/office/drawing/2014/main" id="{F10D91CD-BBEC-6B1D-54A1-13910B2DD9BB}"/>
              </a:ext>
            </a:extLst>
          </p:cNvPr>
          <p:cNvCxnSpPr>
            <a:cxnSpLocks/>
            <a:stCxn id="237" idx="3"/>
            <a:endCxn id="330" idx="1"/>
          </p:cNvCxnSpPr>
          <p:nvPr/>
        </p:nvCxnSpPr>
        <p:spPr>
          <a:xfrm flipV="1">
            <a:off x="3855544" y="3847015"/>
            <a:ext cx="481324" cy="1"/>
          </a:xfrm>
          <a:prstGeom prst="curvedConnector3">
            <a:avLst>
              <a:gd name="adj1" fmla="val 50000"/>
            </a:avLst>
          </a:prstGeom>
          <a:ln w="31750">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0" name="TextBox 329">
                <a:extLst>
                  <a:ext uri="{FF2B5EF4-FFF2-40B4-BE49-F238E27FC236}">
                    <a16:creationId xmlns:a16="http://schemas.microsoft.com/office/drawing/2014/main" id="{1F026FC1-7C41-2374-BFDB-D40C80A42705}"/>
                  </a:ext>
                </a:extLst>
              </p:cNvPr>
              <p:cNvSpPr txBox="1"/>
              <p:nvPr/>
            </p:nvSpPr>
            <p:spPr>
              <a:xfrm>
                <a:off x="4336868" y="3627147"/>
                <a:ext cx="1203610" cy="439736"/>
              </a:xfrm>
              <a:prstGeom prst="rect">
                <a:avLst/>
              </a:prstGeom>
              <a:noFill/>
            </p:spPr>
            <p:txBody>
              <a:bodyPr wrap="square">
                <a:spAutoFit/>
              </a:bodyPr>
              <a:lstStyle/>
              <a:p>
                <a:pPr/>
                <a14:m>
                  <m:oMathPara xmlns:m="http://schemas.openxmlformats.org/officeDocument/2006/math">
                    <m:oMath>
                      <m:r>
                        <a:rPr lang="en-US" sz="2000" b="1" i="1" smtClean="0">
                          <a:solidFill>
                            <a:schemeClr val="bg1"/>
                          </a:solidFill>
                          <a:latin typeface="Cambria Math" panose="02040503050406030204" pitchFamily="18" charset="0"/>
                        </a:rPr>
                        <m:t>𝒉</m:t>
                      </m:r>
                      <m:d>
                        <m:dPr>
                          <m:ctrlPr>
                            <a:rPr lang="en-US" sz="2000" b="1" i="1" smtClean="0">
                              <a:solidFill>
                                <a:schemeClr val="bg1"/>
                              </a:solidFill>
                              <a:latin typeface="Cambria Math" panose="02040503050406030204" pitchFamily="18" charset="0"/>
                            </a:rPr>
                          </m:ctrlPr>
                        </m:dPr>
                        <m:e>
                          <m:r>
                            <a:rPr lang="en-US" sz="2000" b="1" i="1" smtClean="0">
                              <a:solidFill>
                                <a:schemeClr val="bg1"/>
                              </a:solidFill>
                              <a:latin typeface="Cambria Math" panose="02040503050406030204" pitchFamily="18" charset="0"/>
                            </a:rPr>
                            <m:t>𝒗</m:t>
                          </m:r>
                          <m:d>
                            <m:dPr>
                              <m:ctrlPr>
                                <a:rPr lang="en-US" sz="2000" b="1" i="1" smtClean="0">
                                  <a:solidFill>
                                    <a:schemeClr val="bg1"/>
                                  </a:solidFill>
                                  <a:latin typeface="Cambria Math" panose="02040503050406030204" pitchFamily="18" charset="0"/>
                                </a:rPr>
                              </m:ctrlPr>
                            </m:dPr>
                            <m:e>
                              <m:sSub>
                                <m:sSubPr>
                                  <m:ctrlPr>
                                    <a:rPr lang="en-US" sz="2000" b="1" i="1" smtClean="0">
                                      <a:solidFill>
                                        <a:schemeClr val="bg1"/>
                                      </a:solidFill>
                                      <a:latin typeface="Cambria Math" panose="02040503050406030204" pitchFamily="18" charset="0"/>
                                    </a:rPr>
                                  </m:ctrlPr>
                                </m:sSubPr>
                                <m:e>
                                  <m:r>
                                    <a:rPr lang="en-US" sz="2000" b="1" i="1" smtClean="0">
                                      <a:solidFill>
                                        <a:schemeClr val="bg1"/>
                                      </a:solidFill>
                                      <a:latin typeface="Cambria Math" panose="02040503050406030204" pitchFamily="18" charset="0"/>
                                    </a:rPr>
                                    <m:t>𝒙</m:t>
                                  </m:r>
                                </m:e>
                                <m:sub>
                                  <m:r>
                                    <a:rPr lang="en-US" sz="2000" b="1" i="1" smtClean="0">
                                      <a:solidFill>
                                        <a:schemeClr val="bg1"/>
                                      </a:solidFill>
                                      <a:latin typeface="Cambria Math" panose="02040503050406030204" pitchFamily="18" charset="0"/>
                                    </a:rPr>
                                    <m:t>𝒊</m:t>
                                  </m:r>
                                </m:sub>
                              </m:sSub>
                            </m:e>
                          </m:d>
                        </m:e>
                      </m:d>
                    </m:oMath>
                  </m:oMathPara>
                </a14:m>
                <a:endParaRPr lang="en-DE" dirty="0"/>
              </a:p>
            </p:txBody>
          </p:sp>
        </mc:Choice>
        <mc:Fallback xmlns="">
          <p:sp>
            <p:nvSpPr>
              <p:cNvPr id="330" name="TextBox 329">
                <a:extLst>
                  <a:ext uri="{FF2B5EF4-FFF2-40B4-BE49-F238E27FC236}">
                    <a16:creationId xmlns:a16="http://schemas.microsoft.com/office/drawing/2014/main" id="{1F026FC1-7C41-2374-BFDB-D40C80A42705}"/>
                  </a:ext>
                </a:extLst>
              </p:cNvPr>
              <p:cNvSpPr txBox="1">
                <a:spLocks noRot="1" noChangeAspect="1" noMove="1" noResize="1" noEditPoints="1" noAdjustHandles="1" noChangeArrowheads="1" noChangeShapeType="1" noTextEdit="1"/>
              </p:cNvSpPr>
              <p:nvPr/>
            </p:nvSpPr>
            <p:spPr>
              <a:xfrm>
                <a:off x="4336868" y="3627147"/>
                <a:ext cx="1203610" cy="439736"/>
              </a:xfrm>
              <a:prstGeom prst="rect">
                <a:avLst/>
              </a:prstGeom>
              <a:blipFill>
                <a:blip r:embed="rId3"/>
                <a:stretch>
                  <a:fillRect/>
                </a:stretch>
              </a:blipFill>
            </p:spPr>
            <p:txBody>
              <a:bodyPr/>
              <a:lstStyle/>
              <a:p>
                <a:r>
                  <a:rPr lang="en-DE">
                    <a:noFill/>
                  </a:rPr>
                  <a:t> </a:t>
                </a:r>
              </a:p>
            </p:txBody>
          </p:sp>
        </mc:Fallback>
      </mc:AlternateContent>
      <p:cxnSp>
        <p:nvCxnSpPr>
          <p:cNvPr id="331" name="!!Curved Connector 7">
            <a:extLst>
              <a:ext uri="{FF2B5EF4-FFF2-40B4-BE49-F238E27FC236}">
                <a16:creationId xmlns:a16="http://schemas.microsoft.com/office/drawing/2014/main" id="{A752F258-B2F6-64AC-5CF2-D8E919C6F8E1}"/>
              </a:ext>
            </a:extLst>
          </p:cNvPr>
          <p:cNvCxnSpPr>
            <a:cxnSpLocks/>
            <a:stCxn id="564" idx="1"/>
            <a:endCxn id="332" idx="3"/>
          </p:cNvCxnSpPr>
          <p:nvPr/>
        </p:nvCxnSpPr>
        <p:spPr>
          <a:xfrm rot="10800000">
            <a:off x="7709621" y="3847016"/>
            <a:ext cx="624404" cy="1"/>
          </a:xfrm>
          <a:prstGeom prst="curvedConnector3">
            <a:avLst>
              <a:gd name="adj1" fmla="val 50000"/>
            </a:avLst>
          </a:prstGeom>
          <a:ln w="31750">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332" name="TextBox 331">
                <a:extLst>
                  <a:ext uri="{FF2B5EF4-FFF2-40B4-BE49-F238E27FC236}">
                    <a16:creationId xmlns:a16="http://schemas.microsoft.com/office/drawing/2014/main" id="{752C5864-B848-176F-51E7-7767B6F22465}"/>
                  </a:ext>
                </a:extLst>
              </p:cNvPr>
              <p:cNvSpPr txBox="1"/>
              <p:nvPr/>
            </p:nvSpPr>
            <p:spPr>
              <a:xfrm>
                <a:off x="7017349" y="3662349"/>
                <a:ext cx="692272" cy="369332"/>
              </a:xfrm>
              <a:prstGeom prst="rect">
                <a:avLst/>
              </a:prstGeom>
              <a:noFill/>
            </p:spPr>
            <p:txBody>
              <a:bodyPr wrap="square">
                <a:spAutoFit/>
              </a:bodyPr>
              <a:lstStyle/>
              <a:p>
                <a:pPr/>
                <a14:m>
                  <m:oMathPara xmlns:m="http://schemas.openxmlformats.org/officeDocument/2006/math">
                    <m:oMath>
                      <m:r>
                        <a:rPr lang="en-US" b="1" i="1" smtClean="0">
                          <a:solidFill>
                            <a:schemeClr val="bg1"/>
                          </a:solidFill>
                          <a:latin typeface="Cambria Math" panose="02040503050406030204" pitchFamily="18" charset="0"/>
                        </a:rPr>
                        <m:t>𝒉</m:t>
                      </m:r>
                      <m:d>
                        <m:dPr>
                          <m:ctrlPr>
                            <a:rPr lang="en-US" b="1" i="1" smtClean="0">
                              <a:solidFill>
                                <a:schemeClr val="bg1"/>
                              </a:solidFill>
                              <a:latin typeface="Cambria Math" panose="02040503050406030204" pitchFamily="18" charset="0"/>
                            </a:rPr>
                          </m:ctrlPr>
                        </m:dPr>
                        <m:e>
                          <m:sSub>
                            <m:sSubPr>
                              <m:ctrlPr>
                                <a:rPr lang="en-US" b="1" i="1" smtClean="0">
                                  <a:solidFill>
                                    <a:schemeClr val="bg1"/>
                                  </a:solidFill>
                                  <a:latin typeface="Cambria Math" panose="02040503050406030204" pitchFamily="18" charset="0"/>
                                </a:rPr>
                              </m:ctrlPr>
                            </m:sSubPr>
                            <m:e>
                              <m:r>
                                <a:rPr lang="en-US" b="1" i="1" smtClean="0">
                                  <a:solidFill>
                                    <a:schemeClr val="bg1"/>
                                  </a:solidFill>
                                  <a:latin typeface="Cambria Math" panose="02040503050406030204" pitchFamily="18" charset="0"/>
                                </a:rPr>
                                <m:t>𝒙</m:t>
                              </m:r>
                            </m:e>
                            <m:sub>
                              <m:r>
                                <a:rPr lang="en-US" b="1" i="1" smtClean="0">
                                  <a:solidFill>
                                    <a:schemeClr val="bg1"/>
                                  </a:solidFill>
                                  <a:latin typeface="Cambria Math" panose="02040503050406030204" pitchFamily="18" charset="0"/>
                                </a:rPr>
                                <m:t>𝒊</m:t>
                              </m:r>
                            </m:sub>
                          </m:sSub>
                        </m:e>
                      </m:d>
                    </m:oMath>
                  </m:oMathPara>
                </a14:m>
                <a:endParaRPr lang="en-US" b="1" dirty="0"/>
              </a:p>
            </p:txBody>
          </p:sp>
        </mc:Choice>
        <mc:Fallback xmlns="">
          <p:sp>
            <p:nvSpPr>
              <p:cNvPr id="332" name="TextBox 331">
                <a:extLst>
                  <a:ext uri="{FF2B5EF4-FFF2-40B4-BE49-F238E27FC236}">
                    <a16:creationId xmlns:a16="http://schemas.microsoft.com/office/drawing/2014/main" id="{752C5864-B848-176F-51E7-7767B6F22465}"/>
                  </a:ext>
                </a:extLst>
              </p:cNvPr>
              <p:cNvSpPr txBox="1">
                <a:spLocks noRot="1" noChangeAspect="1" noMove="1" noResize="1" noEditPoints="1" noAdjustHandles="1" noChangeArrowheads="1" noChangeShapeType="1" noTextEdit="1"/>
              </p:cNvSpPr>
              <p:nvPr/>
            </p:nvSpPr>
            <p:spPr>
              <a:xfrm>
                <a:off x="7017349" y="3662349"/>
                <a:ext cx="692272" cy="369332"/>
              </a:xfrm>
              <a:prstGeom prst="rect">
                <a:avLst/>
              </a:prstGeom>
              <a:blipFill>
                <a:blip r:embed="rId4"/>
                <a:stretch>
                  <a:fillRect/>
                </a:stretch>
              </a:blipFill>
            </p:spPr>
            <p:txBody>
              <a:bodyPr/>
              <a:lstStyle/>
              <a:p>
                <a:r>
                  <a:rPr lang="en-DE">
                    <a:noFill/>
                  </a:rPr>
                  <a:t> </a:t>
                </a:r>
              </a:p>
            </p:txBody>
          </p:sp>
        </mc:Fallback>
      </mc:AlternateContent>
      <p:sp>
        <p:nvSpPr>
          <p:cNvPr id="5" name="!!Textfeld 98">
            <a:extLst>
              <a:ext uri="{FF2B5EF4-FFF2-40B4-BE49-F238E27FC236}">
                <a16:creationId xmlns:a16="http://schemas.microsoft.com/office/drawing/2014/main" id="{3E1286BF-3415-66EE-C12A-C54CFB0D63DE}"/>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grpSp>
        <p:nvGrpSpPr>
          <p:cNvPr id="6" name="Group 5">
            <a:extLst>
              <a:ext uri="{FF2B5EF4-FFF2-40B4-BE49-F238E27FC236}">
                <a16:creationId xmlns:a16="http://schemas.microsoft.com/office/drawing/2014/main" id="{1E76AB0B-4450-F146-976E-4E7BA1515F30}"/>
              </a:ext>
            </a:extLst>
          </p:cNvPr>
          <p:cNvGrpSpPr/>
          <p:nvPr/>
        </p:nvGrpSpPr>
        <p:grpSpPr>
          <a:xfrm>
            <a:off x="2350483" y="2604631"/>
            <a:ext cx="1439640" cy="2464326"/>
            <a:chOff x="2350483" y="2604631"/>
            <a:chExt cx="1439640" cy="2464326"/>
          </a:xfrm>
        </p:grpSpPr>
        <p:sp>
          <p:nvSpPr>
            <p:cNvPr id="7" name="Shape 0">
              <a:extLst>
                <a:ext uri="{FF2B5EF4-FFF2-40B4-BE49-F238E27FC236}">
                  <a16:creationId xmlns:a16="http://schemas.microsoft.com/office/drawing/2014/main" id="{30B4C3F9-1376-F2B0-4EAB-3B4DDB57B32C}"/>
                </a:ext>
              </a:extLst>
            </p:cNvPr>
            <p:cNvSpPr/>
            <p:nvPr/>
          </p:nvSpPr>
          <p:spPr>
            <a:xfrm rot="5400000" flipV="1">
              <a:off x="3169455" y="2835750"/>
              <a:ext cx="580795" cy="259700"/>
            </a:xfrm>
            <a:prstGeom prst="line">
              <a:avLst/>
            </a:prstGeom>
            <a:noFill/>
            <a:ln w="3175">
              <a:solidFill>
                <a:srgbClr val="B8BFC9"/>
              </a:solidFill>
              <a:prstDash val="solid"/>
            </a:ln>
          </p:spPr>
          <p:txBody>
            <a:bodyPr/>
            <a:lstStyle/>
            <a:p>
              <a:endParaRPr lang="en-DE"/>
            </a:p>
          </p:txBody>
        </p:sp>
        <p:sp>
          <p:nvSpPr>
            <p:cNvPr id="8" name="Shape 1">
              <a:extLst>
                <a:ext uri="{FF2B5EF4-FFF2-40B4-BE49-F238E27FC236}">
                  <a16:creationId xmlns:a16="http://schemas.microsoft.com/office/drawing/2014/main" id="{720CC150-65E8-127C-EFDC-EFF4B2B44080}"/>
                </a:ext>
              </a:extLst>
            </p:cNvPr>
            <p:cNvSpPr/>
            <p:nvPr/>
          </p:nvSpPr>
          <p:spPr>
            <a:xfrm rot="5400000">
              <a:off x="3039605" y="2965600"/>
              <a:ext cx="580795" cy="0"/>
            </a:xfrm>
            <a:prstGeom prst="line">
              <a:avLst/>
            </a:prstGeom>
            <a:noFill/>
            <a:ln w="3175">
              <a:solidFill>
                <a:srgbClr val="B8BFC9"/>
              </a:solidFill>
              <a:prstDash val="solid"/>
            </a:ln>
          </p:spPr>
          <p:txBody>
            <a:bodyPr/>
            <a:lstStyle/>
            <a:p>
              <a:endParaRPr lang="en-DE"/>
            </a:p>
          </p:txBody>
        </p:sp>
        <p:sp>
          <p:nvSpPr>
            <p:cNvPr id="9" name="Shape 2">
              <a:extLst>
                <a:ext uri="{FF2B5EF4-FFF2-40B4-BE49-F238E27FC236}">
                  <a16:creationId xmlns:a16="http://schemas.microsoft.com/office/drawing/2014/main" id="{A1508054-ECBF-EEC4-1FB2-AD7E2C93D2F5}"/>
                </a:ext>
              </a:extLst>
            </p:cNvPr>
            <p:cNvSpPr/>
            <p:nvPr/>
          </p:nvSpPr>
          <p:spPr>
            <a:xfrm rot="5400000">
              <a:off x="2909755" y="2835750"/>
              <a:ext cx="580795" cy="259700"/>
            </a:xfrm>
            <a:prstGeom prst="line">
              <a:avLst/>
            </a:prstGeom>
            <a:noFill/>
            <a:ln w="3175">
              <a:solidFill>
                <a:srgbClr val="B8BFC9"/>
              </a:solidFill>
              <a:prstDash val="solid"/>
            </a:ln>
          </p:spPr>
          <p:txBody>
            <a:bodyPr/>
            <a:lstStyle/>
            <a:p>
              <a:endParaRPr lang="en-DE"/>
            </a:p>
          </p:txBody>
        </p:sp>
        <p:sp>
          <p:nvSpPr>
            <p:cNvPr id="10" name="Shape 3">
              <a:extLst>
                <a:ext uri="{FF2B5EF4-FFF2-40B4-BE49-F238E27FC236}">
                  <a16:creationId xmlns:a16="http://schemas.microsoft.com/office/drawing/2014/main" id="{615EFCC0-2C19-F472-7696-BE3D816864E7}"/>
                </a:ext>
              </a:extLst>
            </p:cNvPr>
            <p:cNvSpPr/>
            <p:nvPr/>
          </p:nvSpPr>
          <p:spPr>
            <a:xfrm rot="5400000">
              <a:off x="2779905" y="2705900"/>
              <a:ext cx="580795" cy="519401"/>
            </a:xfrm>
            <a:prstGeom prst="line">
              <a:avLst/>
            </a:prstGeom>
            <a:noFill/>
            <a:ln w="3175">
              <a:solidFill>
                <a:srgbClr val="B8BFC9"/>
              </a:solidFill>
              <a:prstDash val="solid"/>
            </a:ln>
          </p:spPr>
          <p:txBody>
            <a:bodyPr/>
            <a:lstStyle/>
            <a:p>
              <a:endParaRPr lang="en-DE"/>
            </a:p>
          </p:txBody>
        </p:sp>
        <p:sp>
          <p:nvSpPr>
            <p:cNvPr id="11" name="Shape 4">
              <a:extLst>
                <a:ext uri="{FF2B5EF4-FFF2-40B4-BE49-F238E27FC236}">
                  <a16:creationId xmlns:a16="http://schemas.microsoft.com/office/drawing/2014/main" id="{E433458F-883A-067D-5A8E-A1D84AEB35DC}"/>
                </a:ext>
              </a:extLst>
            </p:cNvPr>
            <p:cNvSpPr/>
            <p:nvPr/>
          </p:nvSpPr>
          <p:spPr>
            <a:xfrm rot="5400000">
              <a:off x="2650054" y="2576050"/>
              <a:ext cx="580795" cy="779100"/>
            </a:xfrm>
            <a:prstGeom prst="line">
              <a:avLst/>
            </a:prstGeom>
            <a:noFill/>
            <a:ln w="3175">
              <a:solidFill>
                <a:srgbClr val="B8BFC9"/>
              </a:solidFill>
              <a:prstDash val="solid"/>
            </a:ln>
          </p:spPr>
          <p:txBody>
            <a:bodyPr/>
            <a:lstStyle/>
            <a:p>
              <a:endParaRPr lang="en-DE"/>
            </a:p>
          </p:txBody>
        </p:sp>
        <p:sp>
          <p:nvSpPr>
            <p:cNvPr id="12" name="Shape 5">
              <a:extLst>
                <a:ext uri="{FF2B5EF4-FFF2-40B4-BE49-F238E27FC236}">
                  <a16:creationId xmlns:a16="http://schemas.microsoft.com/office/drawing/2014/main" id="{763E9379-E4AB-57F5-CDD0-AEC6A5FB33F5}"/>
                </a:ext>
              </a:extLst>
            </p:cNvPr>
            <p:cNvSpPr/>
            <p:nvPr/>
          </p:nvSpPr>
          <p:spPr>
            <a:xfrm rot="5400000" flipV="1">
              <a:off x="3039605" y="2705900"/>
              <a:ext cx="580795" cy="519401"/>
            </a:xfrm>
            <a:prstGeom prst="line">
              <a:avLst/>
            </a:prstGeom>
            <a:noFill/>
            <a:ln w="3175">
              <a:solidFill>
                <a:srgbClr val="B8BFC9"/>
              </a:solidFill>
              <a:prstDash val="solid"/>
            </a:ln>
          </p:spPr>
          <p:txBody>
            <a:bodyPr/>
            <a:lstStyle/>
            <a:p>
              <a:endParaRPr lang="en-DE"/>
            </a:p>
          </p:txBody>
        </p:sp>
        <p:sp>
          <p:nvSpPr>
            <p:cNvPr id="13" name="Shape 6">
              <a:extLst>
                <a:ext uri="{FF2B5EF4-FFF2-40B4-BE49-F238E27FC236}">
                  <a16:creationId xmlns:a16="http://schemas.microsoft.com/office/drawing/2014/main" id="{543F4CE4-85D9-2A15-0692-A89E40529421}"/>
                </a:ext>
              </a:extLst>
            </p:cNvPr>
            <p:cNvSpPr/>
            <p:nvPr/>
          </p:nvSpPr>
          <p:spPr>
            <a:xfrm rot="5400000" flipV="1">
              <a:off x="2909755" y="2835750"/>
              <a:ext cx="580795" cy="259700"/>
            </a:xfrm>
            <a:prstGeom prst="line">
              <a:avLst/>
            </a:prstGeom>
            <a:noFill/>
            <a:ln w="3175">
              <a:solidFill>
                <a:srgbClr val="B8BFC9"/>
              </a:solidFill>
              <a:prstDash val="solid"/>
            </a:ln>
          </p:spPr>
          <p:txBody>
            <a:bodyPr/>
            <a:lstStyle/>
            <a:p>
              <a:endParaRPr lang="en-DE"/>
            </a:p>
          </p:txBody>
        </p:sp>
        <p:sp>
          <p:nvSpPr>
            <p:cNvPr id="14" name="Shape 7">
              <a:extLst>
                <a:ext uri="{FF2B5EF4-FFF2-40B4-BE49-F238E27FC236}">
                  <a16:creationId xmlns:a16="http://schemas.microsoft.com/office/drawing/2014/main" id="{36707027-D91B-3A13-2BE6-73A4EF8E046E}"/>
                </a:ext>
              </a:extLst>
            </p:cNvPr>
            <p:cNvSpPr/>
            <p:nvPr/>
          </p:nvSpPr>
          <p:spPr>
            <a:xfrm rot="5400000">
              <a:off x="2779905" y="2965600"/>
              <a:ext cx="580795" cy="0"/>
            </a:xfrm>
            <a:prstGeom prst="line">
              <a:avLst/>
            </a:prstGeom>
            <a:noFill/>
            <a:ln w="3175">
              <a:solidFill>
                <a:srgbClr val="B8BFC9"/>
              </a:solidFill>
              <a:prstDash val="solid"/>
            </a:ln>
          </p:spPr>
          <p:txBody>
            <a:bodyPr/>
            <a:lstStyle/>
            <a:p>
              <a:endParaRPr lang="en-DE"/>
            </a:p>
          </p:txBody>
        </p:sp>
        <p:sp>
          <p:nvSpPr>
            <p:cNvPr id="15" name="Shape 8">
              <a:extLst>
                <a:ext uri="{FF2B5EF4-FFF2-40B4-BE49-F238E27FC236}">
                  <a16:creationId xmlns:a16="http://schemas.microsoft.com/office/drawing/2014/main" id="{CE6D55E7-B357-B0EE-6DEA-5748738C6880}"/>
                </a:ext>
              </a:extLst>
            </p:cNvPr>
            <p:cNvSpPr/>
            <p:nvPr/>
          </p:nvSpPr>
          <p:spPr>
            <a:xfrm rot="5400000">
              <a:off x="2650054" y="2835750"/>
              <a:ext cx="580795" cy="259700"/>
            </a:xfrm>
            <a:prstGeom prst="line">
              <a:avLst/>
            </a:prstGeom>
            <a:noFill/>
            <a:ln w="3175">
              <a:solidFill>
                <a:srgbClr val="B8BFC9"/>
              </a:solidFill>
              <a:prstDash val="solid"/>
            </a:ln>
          </p:spPr>
          <p:txBody>
            <a:bodyPr/>
            <a:lstStyle/>
            <a:p>
              <a:endParaRPr lang="en-DE"/>
            </a:p>
          </p:txBody>
        </p:sp>
        <p:sp>
          <p:nvSpPr>
            <p:cNvPr id="16" name="Shape 9">
              <a:extLst>
                <a:ext uri="{FF2B5EF4-FFF2-40B4-BE49-F238E27FC236}">
                  <a16:creationId xmlns:a16="http://schemas.microsoft.com/office/drawing/2014/main" id="{AA1684B3-B6DA-341F-8451-8E8601AC1818}"/>
                </a:ext>
              </a:extLst>
            </p:cNvPr>
            <p:cNvSpPr/>
            <p:nvPr/>
          </p:nvSpPr>
          <p:spPr>
            <a:xfrm rot="5400000">
              <a:off x="2520204" y="2705900"/>
              <a:ext cx="580795" cy="519401"/>
            </a:xfrm>
            <a:prstGeom prst="line">
              <a:avLst/>
            </a:prstGeom>
            <a:noFill/>
            <a:ln w="3175">
              <a:solidFill>
                <a:srgbClr val="B8BFC9"/>
              </a:solidFill>
              <a:prstDash val="solid"/>
            </a:ln>
          </p:spPr>
          <p:txBody>
            <a:bodyPr/>
            <a:lstStyle/>
            <a:p>
              <a:endParaRPr lang="en-DE"/>
            </a:p>
          </p:txBody>
        </p:sp>
        <p:sp>
          <p:nvSpPr>
            <p:cNvPr id="17" name="Shape 10">
              <a:extLst>
                <a:ext uri="{FF2B5EF4-FFF2-40B4-BE49-F238E27FC236}">
                  <a16:creationId xmlns:a16="http://schemas.microsoft.com/office/drawing/2014/main" id="{8BF8D99E-C2C3-1BED-DE91-D31BA100D2B8}"/>
                </a:ext>
              </a:extLst>
            </p:cNvPr>
            <p:cNvSpPr/>
            <p:nvPr/>
          </p:nvSpPr>
          <p:spPr>
            <a:xfrm rot="5400000" flipV="1">
              <a:off x="2909755" y="2576050"/>
              <a:ext cx="580795" cy="779100"/>
            </a:xfrm>
            <a:prstGeom prst="line">
              <a:avLst/>
            </a:prstGeom>
            <a:noFill/>
            <a:ln w="3175">
              <a:solidFill>
                <a:srgbClr val="B8BFC9"/>
              </a:solidFill>
              <a:prstDash val="solid"/>
            </a:ln>
          </p:spPr>
          <p:txBody>
            <a:bodyPr/>
            <a:lstStyle/>
            <a:p>
              <a:endParaRPr lang="en-DE"/>
            </a:p>
          </p:txBody>
        </p:sp>
        <p:sp>
          <p:nvSpPr>
            <p:cNvPr id="18" name="Shape 11">
              <a:extLst>
                <a:ext uri="{FF2B5EF4-FFF2-40B4-BE49-F238E27FC236}">
                  <a16:creationId xmlns:a16="http://schemas.microsoft.com/office/drawing/2014/main" id="{C1761CB6-7FB4-5BCB-57CF-7A67AF41AF3D}"/>
                </a:ext>
              </a:extLst>
            </p:cNvPr>
            <p:cNvSpPr/>
            <p:nvPr/>
          </p:nvSpPr>
          <p:spPr>
            <a:xfrm rot="5400000" flipV="1">
              <a:off x="2779905" y="2705900"/>
              <a:ext cx="580795" cy="519401"/>
            </a:xfrm>
            <a:prstGeom prst="line">
              <a:avLst/>
            </a:prstGeom>
            <a:noFill/>
            <a:ln w="3175">
              <a:solidFill>
                <a:srgbClr val="B8BFC9"/>
              </a:solidFill>
              <a:prstDash val="solid"/>
            </a:ln>
          </p:spPr>
          <p:txBody>
            <a:bodyPr/>
            <a:lstStyle/>
            <a:p>
              <a:endParaRPr lang="en-DE"/>
            </a:p>
          </p:txBody>
        </p:sp>
        <p:sp>
          <p:nvSpPr>
            <p:cNvPr id="19" name="Shape 12">
              <a:extLst>
                <a:ext uri="{FF2B5EF4-FFF2-40B4-BE49-F238E27FC236}">
                  <a16:creationId xmlns:a16="http://schemas.microsoft.com/office/drawing/2014/main" id="{FED635ED-FA18-68A3-E890-EA53C2CC1203}"/>
                </a:ext>
              </a:extLst>
            </p:cNvPr>
            <p:cNvSpPr/>
            <p:nvPr/>
          </p:nvSpPr>
          <p:spPr>
            <a:xfrm rot="5400000" flipV="1">
              <a:off x="2650054" y="2835750"/>
              <a:ext cx="580795" cy="259700"/>
            </a:xfrm>
            <a:prstGeom prst="line">
              <a:avLst/>
            </a:prstGeom>
            <a:noFill/>
            <a:ln w="3175">
              <a:solidFill>
                <a:srgbClr val="B8BFC9"/>
              </a:solidFill>
              <a:prstDash val="solid"/>
            </a:ln>
          </p:spPr>
          <p:txBody>
            <a:bodyPr/>
            <a:lstStyle/>
            <a:p>
              <a:endParaRPr lang="en-DE"/>
            </a:p>
          </p:txBody>
        </p:sp>
        <p:sp>
          <p:nvSpPr>
            <p:cNvPr id="21" name="Shape 13">
              <a:extLst>
                <a:ext uri="{FF2B5EF4-FFF2-40B4-BE49-F238E27FC236}">
                  <a16:creationId xmlns:a16="http://schemas.microsoft.com/office/drawing/2014/main" id="{0B35E4D2-3D39-7E19-1E37-925E67445CFD}"/>
                </a:ext>
              </a:extLst>
            </p:cNvPr>
            <p:cNvSpPr/>
            <p:nvPr/>
          </p:nvSpPr>
          <p:spPr>
            <a:xfrm rot="5400000">
              <a:off x="2520206" y="2965600"/>
              <a:ext cx="580795" cy="0"/>
            </a:xfrm>
            <a:prstGeom prst="line">
              <a:avLst/>
            </a:prstGeom>
            <a:noFill/>
            <a:ln w="3175">
              <a:solidFill>
                <a:srgbClr val="B8BFC9"/>
              </a:solidFill>
              <a:prstDash val="solid"/>
            </a:ln>
          </p:spPr>
          <p:txBody>
            <a:bodyPr/>
            <a:lstStyle/>
            <a:p>
              <a:endParaRPr lang="en-DE"/>
            </a:p>
          </p:txBody>
        </p:sp>
        <p:sp>
          <p:nvSpPr>
            <p:cNvPr id="22" name="Shape 14">
              <a:extLst>
                <a:ext uri="{FF2B5EF4-FFF2-40B4-BE49-F238E27FC236}">
                  <a16:creationId xmlns:a16="http://schemas.microsoft.com/office/drawing/2014/main" id="{95BFD8C5-C6AB-6CFE-A122-DBD1BB998CC6}"/>
                </a:ext>
              </a:extLst>
            </p:cNvPr>
            <p:cNvSpPr/>
            <p:nvPr/>
          </p:nvSpPr>
          <p:spPr>
            <a:xfrm rot="5400000">
              <a:off x="2390355" y="2835750"/>
              <a:ext cx="580795" cy="259700"/>
            </a:xfrm>
            <a:prstGeom prst="line">
              <a:avLst/>
            </a:prstGeom>
            <a:noFill/>
            <a:ln w="3175">
              <a:solidFill>
                <a:srgbClr val="B8BFC9"/>
              </a:solidFill>
              <a:prstDash val="solid"/>
            </a:ln>
          </p:spPr>
          <p:txBody>
            <a:bodyPr/>
            <a:lstStyle/>
            <a:p>
              <a:endParaRPr lang="en-DE"/>
            </a:p>
          </p:txBody>
        </p:sp>
        <p:sp>
          <p:nvSpPr>
            <p:cNvPr id="25" name="Shape 15">
              <a:extLst>
                <a:ext uri="{FF2B5EF4-FFF2-40B4-BE49-F238E27FC236}">
                  <a16:creationId xmlns:a16="http://schemas.microsoft.com/office/drawing/2014/main" id="{EB2EABA1-11A3-F8EE-56AD-42E931A86CD9}"/>
                </a:ext>
              </a:extLst>
            </p:cNvPr>
            <p:cNvSpPr/>
            <p:nvPr/>
          </p:nvSpPr>
          <p:spPr>
            <a:xfrm rot="5400000" flipV="1">
              <a:off x="3364230" y="3481470"/>
              <a:ext cx="580795" cy="129850"/>
            </a:xfrm>
            <a:prstGeom prst="line">
              <a:avLst/>
            </a:prstGeom>
            <a:noFill/>
            <a:ln w="3175">
              <a:solidFill>
                <a:srgbClr val="B8BFC9"/>
              </a:solidFill>
              <a:prstDash val="solid"/>
            </a:ln>
          </p:spPr>
          <p:txBody>
            <a:bodyPr/>
            <a:lstStyle/>
            <a:p>
              <a:endParaRPr lang="en-DE"/>
            </a:p>
          </p:txBody>
        </p:sp>
        <p:sp>
          <p:nvSpPr>
            <p:cNvPr id="26" name="Shape 16">
              <a:extLst>
                <a:ext uri="{FF2B5EF4-FFF2-40B4-BE49-F238E27FC236}">
                  <a16:creationId xmlns:a16="http://schemas.microsoft.com/office/drawing/2014/main" id="{C92FE95D-939B-C729-83A9-7EED940E37A6}"/>
                </a:ext>
              </a:extLst>
            </p:cNvPr>
            <p:cNvSpPr/>
            <p:nvPr/>
          </p:nvSpPr>
          <p:spPr>
            <a:xfrm rot="5400000">
              <a:off x="3234380" y="3481470"/>
              <a:ext cx="580795" cy="129850"/>
            </a:xfrm>
            <a:prstGeom prst="line">
              <a:avLst/>
            </a:prstGeom>
            <a:noFill/>
            <a:ln w="3175">
              <a:solidFill>
                <a:srgbClr val="B8BFC9"/>
              </a:solidFill>
              <a:prstDash val="solid"/>
            </a:ln>
          </p:spPr>
          <p:txBody>
            <a:bodyPr/>
            <a:lstStyle/>
            <a:p>
              <a:endParaRPr lang="en-DE"/>
            </a:p>
          </p:txBody>
        </p:sp>
        <p:sp>
          <p:nvSpPr>
            <p:cNvPr id="29" name="Shape 17">
              <a:extLst>
                <a:ext uri="{FF2B5EF4-FFF2-40B4-BE49-F238E27FC236}">
                  <a16:creationId xmlns:a16="http://schemas.microsoft.com/office/drawing/2014/main" id="{F9C6B4E9-2605-D7CB-BF24-823514E83493}"/>
                </a:ext>
              </a:extLst>
            </p:cNvPr>
            <p:cNvSpPr/>
            <p:nvPr/>
          </p:nvSpPr>
          <p:spPr>
            <a:xfrm rot="5400000">
              <a:off x="3104530" y="3351621"/>
              <a:ext cx="580795" cy="389551"/>
            </a:xfrm>
            <a:prstGeom prst="line">
              <a:avLst/>
            </a:prstGeom>
            <a:noFill/>
            <a:ln w="3175">
              <a:solidFill>
                <a:srgbClr val="B8BFC9"/>
              </a:solidFill>
              <a:prstDash val="solid"/>
            </a:ln>
          </p:spPr>
          <p:txBody>
            <a:bodyPr/>
            <a:lstStyle/>
            <a:p>
              <a:endParaRPr lang="en-DE"/>
            </a:p>
          </p:txBody>
        </p:sp>
        <p:sp>
          <p:nvSpPr>
            <p:cNvPr id="30" name="Shape 18">
              <a:extLst>
                <a:ext uri="{FF2B5EF4-FFF2-40B4-BE49-F238E27FC236}">
                  <a16:creationId xmlns:a16="http://schemas.microsoft.com/office/drawing/2014/main" id="{A4ADB78B-AB93-7C12-53F9-ACC5B9FF54CA}"/>
                </a:ext>
              </a:extLst>
            </p:cNvPr>
            <p:cNvSpPr/>
            <p:nvPr/>
          </p:nvSpPr>
          <p:spPr>
            <a:xfrm rot="5400000">
              <a:off x="2974680" y="3221771"/>
              <a:ext cx="580795" cy="649249"/>
            </a:xfrm>
            <a:prstGeom prst="line">
              <a:avLst/>
            </a:prstGeom>
            <a:noFill/>
            <a:ln w="3175">
              <a:solidFill>
                <a:srgbClr val="B8BFC9"/>
              </a:solidFill>
              <a:prstDash val="solid"/>
            </a:ln>
          </p:spPr>
          <p:txBody>
            <a:bodyPr/>
            <a:lstStyle/>
            <a:p>
              <a:endParaRPr lang="en-DE"/>
            </a:p>
          </p:txBody>
        </p:sp>
        <p:sp>
          <p:nvSpPr>
            <p:cNvPr id="31" name="Shape 19">
              <a:extLst>
                <a:ext uri="{FF2B5EF4-FFF2-40B4-BE49-F238E27FC236}">
                  <a16:creationId xmlns:a16="http://schemas.microsoft.com/office/drawing/2014/main" id="{58A0586C-B2E6-7822-5523-F5495E1EE363}"/>
                </a:ext>
              </a:extLst>
            </p:cNvPr>
            <p:cNvSpPr/>
            <p:nvPr/>
          </p:nvSpPr>
          <p:spPr>
            <a:xfrm rot="5400000">
              <a:off x="2844830" y="3091921"/>
              <a:ext cx="580795" cy="908949"/>
            </a:xfrm>
            <a:prstGeom prst="line">
              <a:avLst/>
            </a:prstGeom>
            <a:noFill/>
            <a:ln w="3175">
              <a:solidFill>
                <a:srgbClr val="B8BFC9"/>
              </a:solidFill>
              <a:prstDash val="solid"/>
            </a:ln>
          </p:spPr>
          <p:txBody>
            <a:bodyPr/>
            <a:lstStyle/>
            <a:p>
              <a:endParaRPr lang="en-DE"/>
            </a:p>
          </p:txBody>
        </p:sp>
        <p:sp>
          <p:nvSpPr>
            <p:cNvPr id="32" name="Shape 20">
              <a:extLst>
                <a:ext uri="{FF2B5EF4-FFF2-40B4-BE49-F238E27FC236}">
                  <a16:creationId xmlns:a16="http://schemas.microsoft.com/office/drawing/2014/main" id="{EB3378C3-AE5E-6966-4102-31DC989BB15B}"/>
                </a:ext>
              </a:extLst>
            </p:cNvPr>
            <p:cNvSpPr/>
            <p:nvPr/>
          </p:nvSpPr>
          <p:spPr>
            <a:xfrm rot="5400000">
              <a:off x="2714980" y="2962071"/>
              <a:ext cx="580795" cy="1168649"/>
            </a:xfrm>
            <a:prstGeom prst="line">
              <a:avLst/>
            </a:prstGeom>
            <a:noFill/>
            <a:ln w="3175">
              <a:solidFill>
                <a:srgbClr val="B8BFC9"/>
              </a:solidFill>
              <a:prstDash val="solid"/>
            </a:ln>
          </p:spPr>
          <p:txBody>
            <a:bodyPr/>
            <a:lstStyle/>
            <a:p>
              <a:endParaRPr lang="en-DE"/>
            </a:p>
          </p:txBody>
        </p:sp>
        <p:sp>
          <p:nvSpPr>
            <p:cNvPr id="33" name="Shape 21">
              <a:extLst>
                <a:ext uri="{FF2B5EF4-FFF2-40B4-BE49-F238E27FC236}">
                  <a16:creationId xmlns:a16="http://schemas.microsoft.com/office/drawing/2014/main" id="{52056AD5-3D16-3E0B-08F4-41BA2D2DAB16}"/>
                </a:ext>
              </a:extLst>
            </p:cNvPr>
            <p:cNvSpPr/>
            <p:nvPr/>
          </p:nvSpPr>
          <p:spPr>
            <a:xfrm rot="5400000" flipV="1">
              <a:off x="3234380" y="3351621"/>
              <a:ext cx="580795" cy="389551"/>
            </a:xfrm>
            <a:prstGeom prst="line">
              <a:avLst/>
            </a:prstGeom>
            <a:noFill/>
            <a:ln w="3175">
              <a:solidFill>
                <a:srgbClr val="B8BFC9"/>
              </a:solidFill>
              <a:prstDash val="solid"/>
            </a:ln>
          </p:spPr>
          <p:txBody>
            <a:bodyPr/>
            <a:lstStyle/>
            <a:p>
              <a:endParaRPr lang="en-DE"/>
            </a:p>
          </p:txBody>
        </p:sp>
        <p:sp>
          <p:nvSpPr>
            <p:cNvPr id="34" name="Shape 22">
              <a:extLst>
                <a:ext uri="{FF2B5EF4-FFF2-40B4-BE49-F238E27FC236}">
                  <a16:creationId xmlns:a16="http://schemas.microsoft.com/office/drawing/2014/main" id="{B5DA51F8-32D1-0899-DD70-F85A0F1B9040}"/>
                </a:ext>
              </a:extLst>
            </p:cNvPr>
            <p:cNvSpPr/>
            <p:nvPr/>
          </p:nvSpPr>
          <p:spPr>
            <a:xfrm rot="5400000" flipV="1">
              <a:off x="3104530" y="3481470"/>
              <a:ext cx="580795" cy="129850"/>
            </a:xfrm>
            <a:prstGeom prst="line">
              <a:avLst/>
            </a:prstGeom>
            <a:noFill/>
            <a:ln w="3175">
              <a:solidFill>
                <a:srgbClr val="B8BFC9"/>
              </a:solidFill>
              <a:prstDash val="solid"/>
            </a:ln>
          </p:spPr>
          <p:txBody>
            <a:bodyPr/>
            <a:lstStyle/>
            <a:p>
              <a:endParaRPr lang="en-DE"/>
            </a:p>
          </p:txBody>
        </p:sp>
        <p:sp>
          <p:nvSpPr>
            <p:cNvPr id="35" name="Shape 23">
              <a:extLst>
                <a:ext uri="{FF2B5EF4-FFF2-40B4-BE49-F238E27FC236}">
                  <a16:creationId xmlns:a16="http://schemas.microsoft.com/office/drawing/2014/main" id="{8531CCFB-AF0D-EF30-26A4-EFEC443F2F1D}"/>
                </a:ext>
              </a:extLst>
            </p:cNvPr>
            <p:cNvSpPr/>
            <p:nvPr/>
          </p:nvSpPr>
          <p:spPr>
            <a:xfrm rot="5400000">
              <a:off x="2974679" y="3481470"/>
              <a:ext cx="580795" cy="129850"/>
            </a:xfrm>
            <a:prstGeom prst="line">
              <a:avLst/>
            </a:prstGeom>
            <a:noFill/>
            <a:ln w="3175">
              <a:solidFill>
                <a:srgbClr val="B8BFC9"/>
              </a:solidFill>
              <a:prstDash val="solid"/>
            </a:ln>
          </p:spPr>
          <p:txBody>
            <a:bodyPr/>
            <a:lstStyle/>
            <a:p>
              <a:endParaRPr lang="en-DE"/>
            </a:p>
          </p:txBody>
        </p:sp>
        <p:sp>
          <p:nvSpPr>
            <p:cNvPr id="36" name="Shape 24">
              <a:extLst>
                <a:ext uri="{FF2B5EF4-FFF2-40B4-BE49-F238E27FC236}">
                  <a16:creationId xmlns:a16="http://schemas.microsoft.com/office/drawing/2014/main" id="{4DCD0224-72A7-A6C1-2A05-2932DBC29351}"/>
                </a:ext>
              </a:extLst>
            </p:cNvPr>
            <p:cNvSpPr/>
            <p:nvPr/>
          </p:nvSpPr>
          <p:spPr>
            <a:xfrm rot="5400000">
              <a:off x="2844829" y="3351621"/>
              <a:ext cx="580795" cy="389551"/>
            </a:xfrm>
            <a:prstGeom prst="line">
              <a:avLst/>
            </a:prstGeom>
            <a:noFill/>
            <a:ln w="3175">
              <a:solidFill>
                <a:srgbClr val="B8BFC9"/>
              </a:solidFill>
              <a:prstDash val="solid"/>
            </a:ln>
          </p:spPr>
          <p:txBody>
            <a:bodyPr/>
            <a:lstStyle/>
            <a:p>
              <a:endParaRPr lang="en-DE"/>
            </a:p>
          </p:txBody>
        </p:sp>
        <p:sp>
          <p:nvSpPr>
            <p:cNvPr id="37" name="Shape 25">
              <a:extLst>
                <a:ext uri="{FF2B5EF4-FFF2-40B4-BE49-F238E27FC236}">
                  <a16:creationId xmlns:a16="http://schemas.microsoft.com/office/drawing/2014/main" id="{AB577DDD-B2F3-2513-086C-9CF07D7AC046}"/>
                </a:ext>
              </a:extLst>
            </p:cNvPr>
            <p:cNvSpPr/>
            <p:nvPr/>
          </p:nvSpPr>
          <p:spPr>
            <a:xfrm rot="5400000">
              <a:off x="2714980" y="3221771"/>
              <a:ext cx="580795" cy="649249"/>
            </a:xfrm>
            <a:prstGeom prst="line">
              <a:avLst/>
            </a:prstGeom>
            <a:noFill/>
            <a:ln w="3175">
              <a:solidFill>
                <a:srgbClr val="B8BFC9"/>
              </a:solidFill>
              <a:prstDash val="solid"/>
            </a:ln>
          </p:spPr>
          <p:txBody>
            <a:bodyPr/>
            <a:lstStyle/>
            <a:p>
              <a:endParaRPr lang="en-DE"/>
            </a:p>
          </p:txBody>
        </p:sp>
        <p:sp>
          <p:nvSpPr>
            <p:cNvPr id="38" name="Shape 26">
              <a:extLst>
                <a:ext uri="{FF2B5EF4-FFF2-40B4-BE49-F238E27FC236}">
                  <a16:creationId xmlns:a16="http://schemas.microsoft.com/office/drawing/2014/main" id="{831CE25F-503B-C7F1-13CF-DD16BB122EC5}"/>
                </a:ext>
              </a:extLst>
            </p:cNvPr>
            <p:cNvSpPr/>
            <p:nvPr/>
          </p:nvSpPr>
          <p:spPr>
            <a:xfrm rot="5400000">
              <a:off x="2585131" y="3091921"/>
              <a:ext cx="580795" cy="908949"/>
            </a:xfrm>
            <a:prstGeom prst="line">
              <a:avLst/>
            </a:prstGeom>
            <a:noFill/>
            <a:ln w="3175">
              <a:solidFill>
                <a:srgbClr val="B8BFC9"/>
              </a:solidFill>
              <a:prstDash val="solid"/>
            </a:ln>
          </p:spPr>
          <p:txBody>
            <a:bodyPr/>
            <a:lstStyle/>
            <a:p>
              <a:endParaRPr lang="en-DE"/>
            </a:p>
          </p:txBody>
        </p:sp>
        <p:sp>
          <p:nvSpPr>
            <p:cNvPr id="39" name="Shape 27">
              <a:extLst>
                <a:ext uri="{FF2B5EF4-FFF2-40B4-BE49-F238E27FC236}">
                  <a16:creationId xmlns:a16="http://schemas.microsoft.com/office/drawing/2014/main" id="{AA4D9F33-0E64-550B-4DC4-F3E68C37CF66}"/>
                </a:ext>
              </a:extLst>
            </p:cNvPr>
            <p:cNvSpPr/>
            <p:nvPr/>
          </p:nvSpPr>
          <p:spPr>
            <a:xfrm rot="5400000" flipV="1">
              <a:off x="3104530" y="3221771"/>
              <a:ext cx="580795" cy="649249"/>
            </a:xfrm>
            <a:prstGeom prst="line">
              <a:avLst/>
            </a:prstGeom>
            <a:noFill/>
            <a:ln w="3175">
              <a:solidFill>
                <a:srgbClr val="B8BFC9"/>
              </a:solidFill>
              <a:prstDash val="solid"/>
            </a:ln>
          </p:spPr>
          <p:txBody>
            <a:bodyPr/>
            <a:lstStyle/>
            <a:p>
              <a:endParaRPr lang="en-DE"/>
            </a:p>
          </p:txBody>
        </p:sp>
        <p:sp>
          <p:nvSpPr>
            <p:cNvPr id="40" name="Shape 28">
              <a:extLst>
                <a:ext uri="{FF2B5EF4-FFF2-40B4-BE49-F238E27FC236}">
                  <a16:creationId xmlns:a16="http://schemas.microsoft.com/office/drawing/2014/main" id="{F0F2D4CA-FFB5-CACC-5A47-39BFC817CBF7}"/>
                </a:ext>
              </a:extLst>
            </p:cNvPr>
            <p:cNvSpPr/>
            <p:nvPr/>
          </p:nvSpPr>
          <p:spPr>
            <a:xfrm rot="5400000" flipV="1">
              <a:off x="2974679" y="3351621"/>
              <a:ext cx="580795" cy="389551"/>
            </a:xfrm>
            <a:prstGeom prst="line">
              <a:avLst/>
            </a:prstGeom>
            <a:noFill/>
            <a:ln w="3175">
              <a:solidFill>
                <a:srgbClr val="B8BFC9"/>
              </a:solidFill>
              <a:prstDash val="solid"/>
            </a:ln>
          </p:spPr>
          <p:txBody>
            <a:bodyPr/>
            <a:lstStyle/>
            <a:p>
              <a:endParaRPr lang="en-DE"/>
            </a:p>
          </p:txBody>
        </p:sp>
        <p:sp>
          <p:nvSpPr>
            <p:cNvPr id="41" name="Shape 29">
              <a:extLst>
                <a:ext uri="{FF2B5EF4-FFF2-40B4-BE49-F238E27FC236}">
                  <a16:creationId xmlns:a16="http://schemas.microsoft.com/office/drawing/2014/main" id="{564F1655-B6E3-34AD-73EA-40A66143189E}"/>
                </a:ext>
              </a:extLst>
            </p:cNvPr>
            <p:cNvSpPr/>
            <p:nvPr/>
          </p:nvSpPr>
          <p:spPr>
            <a:xfrm rot="5400000" flipV="1">
              <a:off x="2844829" y="3481470"/>
              <a:ext cx="580795" cy="129850"/>
            </a:xfrm>
            <a:prstGeom prst="line">
              <a:avLst/>
            </a:prstGeom>
            <a:noFill/>
            <a:ln w="3175">
              <a:solidFill>
                <a:srgbClr val="B8BFC9"/>
              </a:solidFill>
              <a:prstDash val="solid"/>
            </a:ln>
          </p:spPr>
          <p:txBody>
            <a:bodyPr/>
            <a:lstStyle/>
            <a:p>
              <a:endParaRPr lang="en-DE"/>
            </a:p>
          </p:txBody>
        </p:sp>
        <p:sp>
          <p:nvSpPr>
            <p:cNvPr id="42" name="Shape 30">
              <a:extLst>
                <a:ext uri="{FF2B5EF4-FFF2-40B4-BE49-F238E27FC236}">
                  <a16:creationId xmlns:a16="http://schemas.microsoft.com/office/drawing/2014/main" id="{6A860FD3-8692-C7E0-8AD7-4491AF3ECB90}"/>
                </a:ext>
              </a:extLst>
            </p:cNvPr>
            <p:cNvSpPr/>
            <p:nvPr/>
          </p:nvSpPr>
          <p:spPr>
            <a:xfrm rot="5400000">
              <a:off x="2714979" y="3481470"/>
              <a:ext cx="580795" cy="129850"/>
            </a:xfrm>
            <a:prstGeom prst="line">
              <a:avLst/>
            </a:prstGeom>
            <a:noFill/>
            <a:ln w="3175">
              <a:solidFill>
                <a:srgbClr val="B8BFC9"/>
              </a:solidFill>
              <a:prstDash val="solid"/>
            </a:ln>
          </p:spPr>
          <p:txBody>
            <a:bodyPr/>
            <a:lstStyle/>
            <a:p>
              <a:endParaRPr lang="en-DE"/>
            </a:p>
          </p:txBody>
        </p:sp>
        <p:sp>
          <p:nvSpPr>
            <p:cNvPr id="43" name="Shape 31">
              <a:extLst>
                <a:ext uri="{FF2B5EF4-FFF2-40B4-BE49-F238E27FC236}">
                  <a16:creationId xmlns:a16="http://schemas.microsoft.com/office/drawing/2014/main" id="{DF0A2D41-1ECE-0B3B-8E51-29254FB3944F}"/>
                </a:ext>
              </a:extLst>
            </p:cNvPr>
            <p:cNvSpPr/>
            <p:nvPr/>
          </p:nvSpPr>
          <p:spPr>
            <a:xfrm rot="5400000">
              <a:off x="2585130" y="3351621"/>
              <a:ext cx="580795" cy="389551"/>
            </a:xfrm>
            <a:prstGeom prst="line">
              <a:avLst/>
            </a:prstGeom>
            <a:noFill/>
            <a:ln w="3175">
              <a:solidFill>
                <a:srgbClr val="B8BFC9"/>
              </a:solidFill>
              <a:prstDash val="solid"/>
            </a:ln>
          </p:spPr>
          <p:txBody>
            <a:bodyPr/>
            <a:lstStyle/>
            <a:p>
              <a:endParaRPr lang="en-DE"/>
            </a:p>
          </p:txBody>
        </p:sp>
        <p:sp>
          <p:nvSpPr>
            <p:cNvPr id="44" name="Shape 32">
              <a:extLst>
                <a:ext uri="{FF2B5EF4-FFF2-40B4-BE49-F238E27FC236}">
                  <a16:creationId xmlns:a16="http://schemas.microsoft.com/office/drawing/2014/main" id="{662C4CE4-83E6-AD04-E181-B05A27F0DD33}"/>
                </a:ext>
              </a:extLst>
            </p:cNvPr>
            <p:cNvSpPr/>
            <p:nvPr/>
          </p:nvSpPr>
          <p:spPr>
            <a:xfrm rot="5400000">
              <a:off x="2455282" y="3221771"/>
              <a:ext cx="580795" cy="649249"/>
            </a:xfrm>
            <a:prstGeom prst="line">
              <a:avLst/>
            </a:prstGeom>
            <a:noFill/>
            <a:ln w="3175">
              <a:solidFill>
                <a:srgbClr val="B8BFC9"/>
              </a:solidFill>
              <a:prstDash val="solid"/>
            </a:ln>
          </p:spPr>
          <p:txBody>
            <a:bodyPr/>
            <a:lstStyle/>
            <a:p>
              <a:endParaRPr lang="en-DE"/>
            </a:p>
          </p:txBody>
        </p:sp>
        <p:sp>
          <p:nvSpPr>
            <p:cNvPr id="45" name="Shape 33">
              <a:extLst>
                <a:ext uri="{FF2B5EF4-FFF2-40B4-BE49-F238E27FC236}">
                  <a16:creationId xmlns:a16="http://schemas.microsoft.com/office/drawing/2014/main" id="{FABCB7D5-8251-52F5-8031-14C1AC6A64D7}"/>
                </a:ext>
              </a:extLst>
            </p:cNvPr>
            <p:cNvSpPr/>
            <p:nvPr/>
          </p:nvSpPr>
          <p:spPr>
            <a:xfrm rot="5400000" flipV="1">
              <a:off x="2974680" y="3091921"/>
              <a:ext cx="580795" cy="908949"/>
            </a:xfrm>
            <a:prstGeom prst="line">
              <a:avLst/>
            </a:prstGeom>
            <a:noFill/>
            <a:ln w="3175">
              <a:solidFill>
                <a:srgbClr val="B8BFC9"/>
              </a:solidFill>
              <a:prstDash val="solid"/>
            </a:ln>
          </p:spPr>
          <p:txBody>
            <a:bodyPr/>
            <a:lstStyle/>
            <a:p>
              <a:endParaRPr lang="en-DE"/>
            </a:p>
          </p:txBody>
        </p:sp>
        <p:sp>
          <p:nvSpPr>
            <p:cNvPr id="46" name="Shape 34">
              <a:extLst>
                <a:ext uri="{FF2B5EF4-FFF2-40B4-BE49-F238E27FC236}">
                  <a16:creationId xmlns:a16="http://schemas.microsoft.com/office/drawing/2014/main" id="{DA2B38FA-3801-0D35-DA07-FBCAF7F49CDE}"/>
                </a:ext>
              </a:extLst>
            </p:cNvPr>
            <p:cNvSpPr/>
            <p:nvPr/>
          </p:nvSpPr>
          <p:spPr>
            <a:xfrm rot="5400000" flipV="1">
              <a:off x="2844830" y="3221771"/>
              <a:ext cx="580795" cy="649249"/>
            </a:xfrm>
            <a:prstGeom prst="line">
              <a:avLst/>
            </a:prstGeom>
            <a:noFill/>
            <a:ln w="3175">
              <a:solidFill>
                <a:srgbClr val="B8BFC9"/>
              </a:solidFill>
              <a:prstDash val="solid"/>
            </a:ln>
          </p:spPr>
          <p:txBody>
            <a:bodyPr/>
            <a:lstStyle/>
            <a:p>
              <a:endParaRPr lang="en-DE"/>
            </a:p>
          </p:txBody>
        </p:sp>
        <p:sp>
          <p:nvSpPr>
            <p:cNvPr id="47" name="Shape 35">
              <a:extLst>
                <a:ext uri="{FF2B5EF4-FFF2-40B4-BE49-F238E27FC236}">
                  <a16:creationId xmlns:a16="http://schemas.microsoft.com/office/drawing/2014/main" id="{60997F78-ACD2-92CD-384E-63314F35C4A0}"/>
                </a:ext>
              </a:extLst>
            </p:cNvPr>
            <p:cNvSpPr/>
            <p:nvPr/>
          </p:nvSpPr>
          <p:spPr>
            <a:xfrm rot="5400000" flipV="1">
              <a:off x="2714979" y="3351621"/>
              <a:ext cx="580795" cy="389551"/>
            </a:xfrm>
            <a:prstGeom prst="line">
              <a:avLst/>
            </a:prstGeom>
            <a:noFill/>
            <a:ln w="3175">
              <a:solidFill>
                <a:srgbClr val="B8BFC9"/>
              </a:solidFill>
              <a:prstDash val="solid"/>
            </a:ln>
          </p:spPr>
          <p:txBody>
            <a:bodyPr/>
            <a:lstStyle/>
            <a:p>
              <a:endParaRPr lang="en-DE"/>
            </a:p>
          </p:txBody>
        </p:sp>
        <p:sp>
          <p:nvSpPr>
            <p:cNvPr id="48" name="Shape 36">
              <a:extLst>
                <a:ext uri="{FF2B5EF4-FFF2-40B4-BE49-F238E27FC236}">
                  <a16:creationId xmlns:a16="http://schemas.microsoft.com/office/drawing/2014/main" id="{53AFD4D7-C424-D1CC-C1BE-F8AE6B1587AB}"/>
                </a:ext>
              </a:extLst>
            </p:cNvPr>
            <p:cNvSpPr/>
            <p:nvPr/>
          </p:nvSpPr>
          <p:spPr>
            <a:xfrm rot="5400000" flipV="1">
              <a:off x="2585131" y="3481470"/>
              <a:ext cx="580795" cy="129850"/>
            </a:xfrm>
            <a:prstGeom prst="line">
              <a:avLst/>
            </a:prstGeom>
            <a:noFill/>
            <a:ln w="3175">
              <a:solidFill>
                <a:srgbClr val="B8BFC9"/>
              </a:solidFill>
              <a:prstDash val="solid"/>
            </a:ln>
          </p:spPr>
          <p:txBody>
            <a:bodyPr/>
            <a:lstStyle/>
            <a:p>
              <a:endParaRPr lang="en-DE"/>
            </a:p>
          </p:txBody>
        </p:sp>
        <p:sp>
          <p:nvSpPr>
            <p:cNvPr id="49" name="Shape 37">
              <a:extLst>
                <a:ext uri="{FF2B5EF4-FFF2-40B4-BE49-F238E27FC236}">
                  <a16:creationId xmlns:a16="http://schemas.microsoft.com/office/drawing/2014/main" id="{8C512B88-87E3-5A8C-09C2-EC6FB13900AE}"/>
                </a:ext>
              </a:extLst>
            </p:cNvPr>
            <p:cNvSpPr/>
            <p:nvPr/>
          </p:nvSpPr>
          <p:spPr>
            <a:xfrm rot="5400000">
              <a:off x="2455281" y="3481470"/>
              <a:ext cx="580795" cy="129850"/>
            </a:xfrm>
            <a:prstGeom prst="line">
              <a:avLst/>
            </a:prstGeom>
            <a:noFill/>
            <a:ln w="3175">
              <a:solidFill>
                <a:srgbClr val="B8BFC9"/>
              </a:solidFill>
              <a:prstDash val="solid"/>
            </a:ln>
          </p:spPr>
          <p:txBody>
            <a:bodyPr/>
            <a:lstStyle/>
            <a:p>
              <a:endParaRPr lang="en-DE"/>
            </a:p>
          </p:txBody>
        </p:sp>
        <p:sp>
          <p:nvSpPr>
            <p:cNvPr id="50" name="Shape 38">
              <a:extLst>
                <a:ext uri="{FF2B5EF4-FFF2-40B4-BE49-F238E27FC236}">
                  <a16:creationId xmlns:a16="http://schemas.microsoft.com/office/drawing/2014/main" id="{13285F7F-F04D-8F7B-1523-34E538973C58}"/>
                </a:ext>
              </a:extLst>
            </p:cNvPr>
            <p:cNvSpPr/>
            <p:nvPr/>
          </p:nvSpPr>
          <p:spPr>
            <a:xfrm rot="5400000">
              <a:off x="2325431" y="3351621"/>
              <a:ext cx="580795" cy="389551"/>
            </a:xfrm>
            <a:prstGeom prst="line">
              <a:avLst/>
            </a:prstGeom>
            <a:noFill/>
            <a:ln w="3175">
              <a:solidFill>
                <a:srgbClr val="B8BFC9"/>
              </a:solidFill>
              <a:prstDash val="solid"/>
            </a:ln>
          </p:spPr>
          <p:txBody>
            <a:bodyPr/>
            <a:lstStyle/>
            <a:p>
              <a:endParaRPr lang="en-DE"/>
            </a:p>
          </p:txBody>
        </p:sp>
        <p:sp>
          <p:nvSpPr>
            <p:cNvPr id="51" name="Shape 39">
              <a:extLst>
                <a:ext uri="{FF2B5EF4-FFF2-40B4-BE49-F238E27FC236}">
                  <a16:creationId xmlns:a16="http://schemas.microsoft.com/office/drawing/2014/main" id="{7892BE6C-C790-D135-2A04-05D23F5C9AFC}"/>
                </a:ext>
              </a:extLst>
            </p:cNvPr>
            <p:cNvSpPr/>
            <p:nvPr/>
          </p:nvSpPr>
          <p:spPr>
            <a:xfrm rot="5400000" flipV="1">
              <a:off x="2844830" y="2962071"/>
              <a:ext cx="580795" cy="1168649"/>
            </a:xfrm>
            <a:prstGeom prst="line">
              <a:avLst/>
            </a:prstGeom>
            <a:noFill/>
            <a:ln w="3175">
              <a:solidFill>
                <a:srgbClr val="B8BFC9"/>
              </a:solidFill>
              <a:prstDash val="solid"/>
            </a:ln>
          </p:spPr>
          <p:txBody>
            <a:bodyPr/>
            <a:lstStyle/>
            <a:p>
              <a:endParaRPr lang="en-DE"/>
            </a:p>
          </p:txBody>
        </p:sp>
        <p:sp>
          <p:nvSpPr>
            <p:cNvPr id="52" name="Shape 40">
              <a:extLst>
                <a:ext uri="{FF2B5EF4-FFF2-40B4-BE49-F238E27FC236}">
                  <a16:creationId xmlns:a16="http://schemas.microsoft.com/office/drawing/2014/main" id="{C4DF0B72-6C86-4EE8-CD94-AAFC37AAE95E}"/>
                </a:ext>
              </a:extLst>
            </p:cNvPr>
            <p:cNvSpPr/>
            <p:nvPr/>
          </p:nvSpPr>
          <p:spPr>
            <a:xfrm rot="5400000" flipV="1">
              <a:off x="2714980" y="3091921"/>
              <a:ext cx="580795" cy="908949"/>
            </a:xfrm>
            <a:prstGeom prst="line">
              <a:avLst/>
            </a:prstGeom>
            <a:noFill/>
            <a:ln w="3175">
              <a:solidFill>
                <a:srgbClr val="B8BFC9"/>
              </a:solidFill>
              <a:prstDash val="solid"/>
            </a:ln>
          </p:spPr>
          <p:txBody>
            <a:bodyPr/>
            <a:lstStyle/>
            <a:p>
              <a:endParaRPr lang="en-DE"/>
            </a:p>
          </p:txBody>
        </p:sp>
        <p:sp>
          <p:nvSpPr>
            <p:cNvPr id="53" name="Shape 41">
              <a:extLst>
                <a:ext uri="{FF2B5EF4-FFF2-40B4-BE49-F238E27FC236}">
                  <a16:creationId xmlns:a16="http://schemas.microsoft.com/office/drawing/2014/main" id="{8AFDAB9A-E820-C385-EAA7-765429978DC0}"/>
                </a:ext>
              </a:extLst>
            </p:cNvPr>
            <p:cNvSpPr/>
            <p:nvPr/>
          </p:nvSpPr>
          <p:spPr>
            <a:xfrm rot="5400000" flipV="1">
              <a:off x="2585131" y="3221771"/>
              <a:ext cx="580795" cy="649249"/>
            </a:xfrm>
            <a:prstGeom prst="line">
              <a:avLst/>
            </a:prstGeom>
            <a:noFill/>
            <a:ln w="3175">
              <a:solidFill>
                <a:srgbClr val="B8BFC9"/>
              </a:solidFill>
              <a:prstDash val="solid"/>
            </a:ln>
          </p:spPr>
          <p:txBody>
            <a:bodyPr/>
            <a:lstStyle/>
            <a:p>
              <a:endParaRPr lang="en-DE"/>
            </a:p>
          </p:txBody>
        </p:sp>
        <p:sp>
          <p:nvSpPr>
            <p:cNvPr id="54" name="Shape 42">
              <a:extLst>
                <a:ext uri="{FF2B5EF4-FFF2-40B4-BE49-F238E27FC236}">
                  <a16:creationId xmlns:a16="http://schemas.microsoft.com/office/drawing/2014/main" id="{75CE6125-1912-FEA3-6078-27B60CAFBC8A}"/>
                </a:ext>
              </a:extLst>
            </p:cNvPr>
            <p:cNvSpPr/>
            <p:nvPr/>
          </p:nvSpPr>
          <p:spPr>
            <a:xfrm rot="5400000" flipV="1">
              <a:off x="2455281" y="3351621"/>
              <a:ext cx="580795" cy="389551"/>
            </a:xfrm>
            <a:prstGeom prst="line">
              <a:avLst/>
            </a:prstGeom>
            <a:noFill/>
            <a:ln w="3175">
              <a:solidFill>
                <a:srgbClr val="B8BFC9"/>
              </a:solidFill>
              <a:prstDash val="solid"/>
            </a:ln>
          </p:spPr>
          <p:txBody>
            <a:bodyPr/>
            <a:lstStyle/>
            <a:p>
              <a:endParaRPr lang="en-DE"/>
            </a:p>
          </p:txBody>
        </p:sp>
        <p:sp>
          <p:nvSpPr>
            <p:cNvPr id="55" name="Shape 43">
              <a:extLst>
                <a:ext uri="{FF2B5EF4-FFF2-40B4-BE49-F238E27FC236}">
                  <a16:creationId xmlns:a16="http://schemas.microsoft.com/office/drawing/2014/main" id="{90552B06-F8BF-5055-46A2-F865CD5E5D6B}"/>
                </a:ext>
              </a:extLst>
            </p:cNvPr>
            <p:cNvSpPr/>
            <p:nvPr/>
          </p:nvSpPr>
          <p:spPr>
            <a:xfrm rot="5400000" flipV="1">
              <a:off x="2325431" y="3481470"/>
              <a:ext cx="580795" cy="129850"/>
            </a:xfrm>
            <a:prstGeom prst="line">
              <a:avLst/>
            </a:prstGeom>
            <a:noFill/>
            <a:ln w="3175">
              <a:solidFill>
                <a:srgbClr val="B8BFC9"/>
              </a:solidFill>
              <a:prstDash val="solid"/>
            </a:ln>
          </p:spPr>
          <p:txBody>
            <a:bodyPr/>
            <a:lstStyle/>
            <a:p>
              <a:endParaRPr lang="en-DE"/>
            </a:p>
          </p:txBody>
        </p:sp>
        <p:sp>
          <p:nvSpPr>
            <p:cNvPr id="56" name="Shape 44">
              <a:extLst>
                <a:ext uri="{FF2B5EF4-FFF2-40B4-BE49-F238E27FC236}">
                  <a16:creationId xmlns:a16="http://schemas.microsoft.com/office/drawing/2014/main" id="{D1AD2CE1-0CDA-27FD-826F-201728F3E227}"/>
                </a:ext>
              </a:extLst>
            </p:cNvPr>
            <p:cNvSpPr/>
            <p:nvPr/>
          </p:nvSpPr>
          <p:spPr>
            <a:xfrm rot="5400000">
              <a:off x="2195581" y="3481470"/>
              <a:ext cx="580795" cy="129850"/>
            </a:xfrm>
            <a:prstGeom prst="line">
              <a:avLst/>
            </a:prstGeom>
            <a:noFill/>
            <a:ln w="3175">
              <a:solidFill>
                <a:srgbClr val="B8BFC9"/>
              </a:solidFill>
              <a:prstDash val="solid"/>
            </a:ln>
          </p:spPr>
          <p:txBody>
            <a:bodyPr/>
            <a:lstStyle/>
            <a:p>
              <a:endParaRPr lang="en-DE"/>
            </a:p>
          </p:txBody>
        </p:sp>
        <p:sp>
          <p:nvSpPr>
            <p:cNvPr id="57" name="Shape 45">
              <a:extLst>
                <a:ext uri="{FF2B5EF4-FFF2-40B4-BE49-F238E27FC236}">
                  <a16:creationId xmlns:a16="http://schemas.microsoft.com/office/drawing/2014/main" id="{A0C0AF22-377B-E16E-BEBE-9CB3CA0B1280}"/>
                </a:ext>
              </a:extLst>
            </p:cNvPr>
            <p:cNvSpPr/>
            <p:nvPr/>
          </p:nvSpPr>
          <p:spPr>
            <a:xfrm rot="5400000">
              <a:off x="3364230" y="4062268"/>
              <a:ext cx="580795" cy="129850"/>
            </a:xfrm>
            <a:prstGeom prst="line">
              <a:avLst/>
            </a:prstGeom>
            <a:noFill/>
            <a:ln w="3175">
              <a:solidFill>
                <a:srgbClr val="B8BFC9"/>
              </a:solidFill>
              <a:prstDash val="solid"/>
            </a:ln>
          </p:spPr>
          <p:txBody>
            <a:bodyPr/>
            <a:lstStyle/>
            <a:p>
              <a:endParaRPr lang="en-DE"/>
            </a:p>
          </p:txBody>
        </p:sp>
        <p:sp>
          <p:nvSpPr>
            <p:cNvPr id="58" name="Shape 46">
              <a:extLst>
                <a:ext uri="{FF2B5EF4-FFF2-40B4-BE49-F238E27FC236}">
                  <a16:creationId xmlns:a16="http://schemas.microsoft.com/office/drawing/2014/main" id="{742F1955-FFDC-F3B5-9627-7276FE18C797}"/>
                </a:ext>
              </a:extLst>
            </p:cNvPr>
            <p:cNvSpPr/>
            <p:nvPr/>
          </p:nvSpPr>
          <p:spPr>
            <a:xfrm rot="5400000">
              <a:off x="3234380" y="3932417"/>
              <a:ext cx="580795" cy="389551"/>
            </a:xfrm>
            <a:prstGeom prst="line">
              <a:avLst/>
            </a:prstGeom>
            <a:noFill/>
            <a:ln w="3175">
              <a:solidFill>
                <a:srgbClr val="B8BFC9"/>
              </a:solidFill>
              <a:prstDash val="solid"/>
            </a:ln>
          </p:spPr>
          <p:txBody>
            <a:bodyPr/>
            <a:lstStyle/>
            <a:p>
              <a:endParaRPr lang="en-DE"/>
            </a:p>
          </p:txBody>
        </p:sp>
        <p:sp>
          <p:nvSpPr>
            <p:cNvPr id="59" name="Shape 47">
              <a:extLst>
                <a:ext uri="{FF2B5EF4-FFF2-40B4-BE49-F238E27FC236}">
                  <a16:creationId xmlns:a16="http://schemas.microsoft.com/office/drawing/2014/main" id="{FE55E978-4601-B885-33A9-ECB96A822892}"/>
                </a:ext>
              </a:extLst>
            </p:cNvPr>
            <p:cNvSpPr/>
            <p:nvPr/>
          </p:nvSpPr>
          <p:spPr>
            <a:xfrm rot="5400000">
              <a:off x="3104530" y="3802568"/>
              <a:ext cx="580795" cy="649249"/>
            </a:xfrm>
            <a:prstGeom prst="line">
              <a:avLst/>
            </a:prstGeom>
            <a:noFill/>
            <a:ln w="3175">
              <a:solidFill>
                <a:srgbClr val="B8BFC9"/>
              </a:solidFill>
              <a:prstDash val="solid"/>
            </a:ln>
          </p:spPr>
          <p:txBody>
            <a:bodyPr/>
            <a:lstStyle/>
            <a:p>
              <a:endParaRPr lang="en-DE"/>
            </a:p>
          </p:txBody>
        </p:sp>
        <p:sp>
          <p:nvSpPr>
            <p:cNvPr id="60" name="Shape 48">
              <a:extLst>
                <a:ext uri="{FF2B5EF4-FFF2-40B4-BE49-F238E27FC236}">
                  <a16:creationId xmlns:a16="http://schemas.microsoft.com/office/drawing/2014/main" id="{03D3303F-81E8-246B-4191-2CDC29CEA58A}"/>
                </a:ext>
              </a:extLst>
            </p:cNvPr>
            <p:cNvSpPr/>
            <p:nvPr/>
          </p:nvSpPr>
          <p:spPr>
            <a:xfrm rot="5400000">
              <a:off x="2974680" y="3672718"/>
              <a:ext cx="580795" cy="908949"/>
            </a:xfrm>
            <a:prstGeom prst="line">
              <a:avLst/>
            </a:prstGeom>
            <a:noFill/>
            <a:ln w="3175">
              <a:solidFill>
                <a:srgbClr val="B8BFC9"/>
              </a:solidFill>
              <a:prstDash val="solid"/>
            </a:ln>
          </p:spPr>
          <p:txBody>
            <a:bodyPr/>
            <a:lstStyle/>
            <a:p>
              <a:endParaRPr lang="en-DE"/>
            </a:p>
          </p:txBody>
        </p:sp>
        <p:sp>
          <p:nvSpPr>
            <p:cNvPr id="61" name="Shape 49">
              <a:extLst>
                <a:ext uri="{FF2B5EF4-FFF2-40B4-BE49-F238E27FC236}">
                  <a16:creationId xmlns:a16="http://schemas.microsoft.com/office/drawing/2014/main" id="{5F4DB960-4C6C-425B-BE10-D193B6C01918}"/>
                </a:ext>
              </a:extLst>
            </p:cNvPr>
            <p:cNvSpPr/>
            <p:nvPr/>
          </p:nvSpPr>
          <p:spPr>
            <a:xfrm rot="5400000">
              <a:off x="2844830" y="3542867"/>
              <a:ext cx="580795" cy="1168649"/>
            </a:xfrm>
            <a:prstGeom prst="line">
              <a:avLst/>
            </a:prstGeom>
            <a:noFill/>
            <a:ln w="3175">
              <a:solidFill>
                <a:srgbClr val="B8BFC9"/>
              </a:solidFill>
              <a:prstDash val="solid"/>
            </a:ln>
          </p:spPr>
          <p:txBody>
            <a:bodyPr/>
            <a:lstStyle/>
            <a:p>
              <a:endParaRPr lang="en-DE"/>
            </a:p>
          </p:txBody>
        </p:sp>
        <p:sp>
          <p:nvSpPr>
            <p:cNvPr id="62" name="Shape 50">
              <a:extLst>
                <a:ext uri="{FF2B5EF4-FFF2-40B4-BE49-F238E27FC236}">
                  <a16:creationId xmlns:a16="http://schemas.microsoft.com/office/drawing/2014/main" id="{1E8E4EA3-CD60-9684-3174-9ABBCEA3878C}"/>
                </a:ext>
              </a:extLst>
            </p:cNvPr>
            <p:cNvSpPr/>
            <p:nvPr/>
          </p:nvSpPr>
          <p:spPr>
            <a:xfrm rot="5400000" flipV="1">
              <a:off x="3234380" y="4062268"/>
              <a:ext cx="580795" cy="129850"/>
            </a:xfrm>
            <a:prstGeom prst="line">
              <a:avLst/>
            </a:prstGeom>
            <a:noFill/>
            <a:ln w="3175">
              <a:solidFill>
                <a:srgbClr val="B8BFC9"/>
              </a:solidFill>
              <a:prstDash val="solid"/>
            </a:ln>
          </p:spPr>
          <p:txBody>
            <a:bodyPr/>
            <a:lstStyle/>
            <a:p>
              <a:endParaRPr lang="en-DE"/>
            </a:p>
          </p:txBody>
        </p:sp>
        <p:sp>
          <p:nvSpPr>
            <p:cNvPr id="63" name="Shape 51">
              <a:extLst>
                <a:ext uri="{FF2B5EF4-FFF2-40B4-BE49-F238E27FC236}">
                  <a16:creationId xmlns:a16="http://schemas.microsoft.com/office/drawing/2014/main" id="{76A4CC80-A3C4-77F7-12D5-D7750149B2E1}"/>
                </a:ext>
              </a:extLst>
            </p:cNvPr>
            <p:cNvSpPr/>
            <p:nvPr/>
          </p:nvSpPr>
          <p:spPr>
            <a:xfrm rot="5400000">
              <a:off x="3104530" y="4062268"/>
              <a:ext cx="580795" cy="129850"/>
            </a:xfrm>
            <a:prstGeom prst="line">
              <a:avLst/>
            </a:prstGeom>
            <a:noFill/>
            <a:ln w="3175">
              <a:solidFill>
                <a:srgbClr val="B8BFC9"/>
              </a:solidFill>
              <a:prstDash val="solid"/>
            </a:ln>
          </p:spPr>
          <p:txBody>
            <a:bodyPr/>
            <a:lstStyle/>
            <a:p>
              <a:endParaRPr lang="en-DE"/>
            </a:p>
          </p:txBody>
        </p:sp>
        <p:sp>
          <p:nvSpPr>
            <p:cNvPr id="512" name="Shape 52">
              <a:extLst>
                <a:ext uri="{FF2B5EF4-FFF2-40B4-BE49-F238E27FC236}">
                  <a16:creationId xmlns:a16="http://schemas.microsoft.com/office/drawing/2014/main" id="{0AF43432-5FF5-3487-3777-B89FBC1DF9DB}"/>
                </a:ext>
              </a:extLst>
            </p:cNvPr>
            <p:cNvSpPr/>
            <p:nvPr/>
          </p:nvSpPr>
          <p:spPr>
            <a:xfrm rot="5400000">
              <a:off x="2974679" y="3932417"/>
              <a:ext cx="580795" cy="389551"/>
            </a:xfrm>
            <a:prstGeom prst="line">
              <a:avLst/>
            </a:prstGeom>
            <a:noFill/>
            <a:ln w="3175">
              <a:solidFill>
                <a:srgbClr val="B8BFC9"/>
              </a:solidFill>
              <a:prstDash val="solid"/>
            </a:ln>
          </p:spPr>
          <p:txBody>
            <a:bodyPr/>
            <a:lstStyle/>
            <a:p>
              <a:endParaRPr lang="en-DE"/>
            </a:p>
          </p:txBody>
        </p:sp>
        <p:sp>
          <p:nvSpPr>
            <p:cNvPr id="513" name="Shape 53">
              <a:extLst>
                <a:ext uri="{FF2B5EF4-FFF2-40B4-BE49-F238E27FC236}">
                  <a16:creationId xmlns:a16="http://schemas.microsoft.com/office/drawing/2014/main" id="{CEAC4FA5-10F7-8A68-9F08-A71F0039A8AC}"/>
                </a:ext>
              </a:extLst>
            </p:cNvPr>
            <p:cNvSpPr/>
            <p:nvPr/>
          </p:nvSpPr>
          <p:spPr>
            <a:xfrm rot="5400000">
              <a:off x="2844830" y="3802568"/>
              <a:ext cx="580795" cy="649249"/>
            </a:xfrm>
            <a:prstGeom prst="line">
              <a:avLst/>
            </a:prstGeom>
            <a:noFill/>
            <a:ln w="3175">
              <a:solidFill>
                <a:srgbClr val="B8BFC9"/>
              </a:solidFill>
              <a:prstDash val="solid"/>
            </a:ln>
          </p:spPr>
          <p:txBody>
            <a:bodyPr/>
            <a:lstStyle/>
            <a:p>
              <a:endParaRPr lang="en-DE"/>
            </a:p>
          </p:txBody>
        </p:sp>
        <p:sp>
          <p:nvSpPr>
            <p:cNvPr id="514" name="Shape 54">
              <a:extLst>
                <a:ext uri="{FF2B5EF4-FFF2-40B4-BE49-F238E27FC236}">
                  <a16:creationId xmlns:a16="http://schemas.microsoft.com/office/drawing/2014/main" id="{D918A3DF-C963-5675-8DB8-16570ECCFE27}"/>
                </a:ext>
              </a:extLst>
            </p:cNvPr>
            <p:cNvSpPr/>
            <p:nvPr/>
          </p:nvSpPr>
          <p:spPr>
            <a:xfrm rot="5400000">
              <a:off x="2714980" y="3672718"/>
              <a:ext cx="580795" cy="908949"/>
            </a:xfrm>
            <a:prstGeom prst="line">
              <a:avLst/>
            </a:prstGeom>
            <a:noFill/>
            <a:ln w="3175">
              <a:solidFill>
                <a:srgbClr val="B8BFC9"/>
              </a:solidFill>
              <a:prstDash val="solid"/>
            </a:ln>
          </p:spPr>
          <p:txBody>
            <a:bodyPr/>
            <a:lstStyle/>
            <a:p>
              <a:endParaRPr lang="en-DE"/>
            </a:p>
          </p:txBody>
        </p:sp>
        <p:sp>
          <p:nvSpPr>
            <p:cNvPr id="515" name="Shape 55">
              <a:extLst>
                <a:ext uri="{FF2B5EF4-FFF2-40B4-BE49-F238E27FC236}">
                  <a16:creationId xmlns:a16="http://schemas.microsoft.com/office/drawing/2014/main" id="{D6773403-5937-F172-5BBB-F40E34BE1608}"/>
                </a:ext>
              </a:extLst>
            </p:cNvPr>
            <p:cNvSpPr/>
            <p:nvPr/>
          </p:nvSpPr>
          <p:spPr>
            <a:xfrm rot="5400000" flipV="1">
              <a:off x="3104530" y="3932417"/>
              <a:ext cx="580795" cy="389551"/>
            </a:xfrm>
            <a:prstGeom prst="line">
              <a:avLst/>
            </a:prstGeom>
            <a:noFill/>
            <a:ln w="3175">
              <a:solidFill>
                <a:srgbClr val="B8BFC9"/>
              </a:solidFill>
              <a:prstDash val="solid"/>
            </a:ln>
          </p:spPr>
          <p:txBody>
            <a:bodyPr/>
            <a:lstStyle/>
            <a:p>
              <a:endParaRPr lang="en-DE"/>
            </a:p>
          </p:txBody>
        </p:sp>
        <p:sp>
          <p:nvSpPr>
            <p:cNvPr id="516" name="Shape 56">
              <a:extLst>
                <a:ext uri="{FF2B5EF4-FFF2-40B4-BE49-F238E27FC236}">
                  <a16:creationId xmlns:a16="http://schemas.microsoft.com/office/drawing/2014/main" id="{63F15A56-31A0-463F-CBE0-DBB36A9E8573}"/>
                </a:ext>
              </a:extLst>
            </p:cNvPr>
            <p:cNvSpPr/>
            <p:nvPr/>
          </p:nvSpPr>
          <p:spPr>
            <a:xfrm rot="5400000" flipV="1">
              <a:off x="2974679" y="4062268"/>
              <a:ext cx="580795" cy="129850"/>
            </a:xfrm>
            <a:prstGeom prst="line">
              <a:avLst/>
            </a:prstGeom>
            <a:noFill/>
            <a:ln w="3175">
              <a:solidFill>
                <a:srgbClr val="B8BFC9"/>
              </a:solidFill>
              <a:prstDash val="solid"/>
            </a:ln>
          </p:spPr>
          <p:txBody>
            <a:bodyPr/>
            <a:lstStyle/>
            <a:p>
              <a:endParaRPr lang="en-DE"/>
            </a:p>
          </p:txBody>
        </p:sp>
        <p:sp>
          <p:nvSpPr>
            <p:cNvPr id="517" name="Shape 57">
              <a:extLst>
                <a:ext uri="{FF2B5EF4-FFF2-40B4-BE49-F238E27FC236}">
                  <a16:creationId xmlns:a16="http://schemas.microsoft.com/office/drawing/2014/main" id="{9CDEA1FA-4178-90AA-5273-7E560DC02B33}"/>
                </a:ext>
              </a:extLst>
            </p:cNvPr>
            <p:cNvSpPr/>
            <p:nvPr/>
          </p:nvSpPr>
          <p:spPr>
            <a:xfrm rot="5400000">
              <a:off x="2844829" y="4062268"/>
              <a:ext cx="580795" cy="129850"/>
            </a:xfrm>
            <a:prstGeom prst="line">
              <a:avLst/>
            </a:prstGeom>
            <a:noFill/>
            <a:ln w="3175">
              <a:solidFill>
                <a:srgbClr val="B8BFC9"/>
              </a:solidFill>
              <a:prstDash val="solid"/>
            </a:ln>
          </p:spPr>
          <p:txBody>
            <a:bodyPr/>
            <a:lstStyle/>
            <a:p>
              <a:endParaRPr lang="en-DE"/>
            </a:p>
          </p:txBody>
        </p:sp>
        <p:sp>
          <p:nvSpPr>
            <p:cNvPr id="518" name="Shape 58">
              <a:extLst>
                <a:ext uri="{FF2B5EF4-FFF2-40B4-BE49-F238E27FC236}">
                  <a16:creationId xmlns:a16="http://schemas.microsoft.com/office/drawing/2014/main" id="{143130F4-568D-22B8-5440-06FCFDCDD7DE}"/>
                </a:ext>
              </a:extLst>
            </p:cNvPr>
            <p:cNvSpPr/>
            <p:nvPr/>
          </p:nvSpPr>
          <p:spPr>
            <a:xfrm rot="5400000">
              <a:off x="2714979" y="3932417"/>
              <a:ext cx="580795" cy="389551"/>
            </a:xfrm>
            <a:prstGeom prst="line">
              <a:avLst/>
            </a:prstGeom>
            <a:noFill/>
            <a:ln w="3175">
              <a:solidFill>
                <a:srgbClr val="B8BFC9"/>
              </a:solidFill>
              <a:prstDash val="solid"/>
            </a:ln>
          </p:spPr>
          <p:txBody>
            <a:bodyPr/>
            <a:lstStyle/>
            <a:p>
              <a:endParaRPr lang="en-DE"/>
            </a:p>
          </p:txBody>
        </p:sp>
        <p:sp>
          <p:nvSpPr>
            <p:cNvPr id="519" name="Shape 59">
              <a:extLst>
                <a:ext uri="{FF2B5EF4-FFF2-40B4-BE49-F238E27FC236}">
                  <a16:creationId xmlns:a16="http://schemas.microsoft.com/office/drawing/2014/main" id="{91DCE645-F6A8-D1EA-337B-512E0CFA9627}"/>
                </a:ext>
              </a:extLst>
            </p:cNvPr>
            <p:cNvSpPr/>
            <p:nvPr/>
          </p:nvSpPr>
          <p:spPr>
            <a:xfrm rot="5400000">
              <a:off x="2585131" y="3802568"/>
              <a:ext cx="580795" cy="649249"/>
            </a:xfrm>
            <a:prstGeom prst="line">
              <a:avLst/>
            </a:prstGeom>
            <a:noFill/>
            <a:ln w="3175">
              <a:solidFill>
                <a:srgbClr val="B8BFC9"/>
              </a:solidFill>
              <a:prstDash val="solid"/>
            </a:ln>
          </p:spPr>
          <p:txBody>
            <a:bodyPr/>
            <a:lstStyle/>
            <a:p>
              <a:endParaRPr lang="en-DE"/>
            </a:p>
          </p:txBody>
        </p:sp>
        <p:sp>
          <p:nvSpPr>
            <p:cNvPr id="520" name="Shape 60">
              <a:extLst>
                <a:ext uri="{FF2B5EF4-FFF2-40B4-BE49-F238E27FC236}">
                  <a16:creationId xmlns:a16="http://schemas.microsoft.com/office/drawing/2014/main" id="{A5ED313D-61EB-0A38-CA82-928C77138499}"/>
                </a:ext>
              </a:extLst>
            </p:cNvPr>
            <p:cNvSpPr/>
            <p:nvPr/>
          </p:nvSpPr>
          <p:spPr>
            <a:xfrm rot="5400000" flipV="1">
              <a:off x="2974680" y="3802568"/>
              <a:ext cx="580795" cy="649249"/>
            </a:xfrm>
            <a:prstGeom prst="line">
              <a:avLst/>
            </a:prstGeom>
            <a:noFill/>
            <a:ln w="3175">
              <a:solidFill>
                <a:srgbClr val="B8BFC9"/>
              </a:solidFill>
              <a:prstDash val="solid"/>
            </a:ln>
          </p:spPr>
          <p:txBody>
            <a:bodyPr/>
            <a:lstStyle/>
            <a:p>
              <a:endParaRPr lang="en-DE"/>
            </a:p>
          </p:txBody>
        </p:sp>
        <p:sp>
          <p:nvSpPr>
            <p:cNvPr id="521" name="Shape 61">
              <a:extLst>
                <a:ext uri="{FF2B5EF4-FFF2-40B4-BE49-F238E27FC236}">
                  <a16:creationId xmlns:a16="http://schemas.microsoft.com/office/drawing/2014/main" id="{90FDBEEC-C6EE-16E9-FA95-D85D70F82FC0}"/>
                </a:ext>
              </a:extLst>
            </p:cNvPr>
            <p:cNvSpPr/>
            <p:nvPr/>
          </p:nvSpPr>
          <p:spPr>
            <a:xfrm rot="5400000" flipV="1">
              <a:off x="2844829" y="3932417"/>
              <a:ext cx="580795" cy="389551"/>
            </a:xfrm>
            <a:prstGeom prst="line">
              <a:avLst/>
            </a:prstGeom>
            <a:noFill/>
            <a:ln w="3175">
              <a:solidFill>
                <a:srgbClr val="B8BFC9"/>
              </a:solidFill>
              <a:prstDash val="solid"/>
            </a:ln>
          </p:spPr>
          <p:txBody>
            <a:bodyPr/>
            <a:lstStyle/>
            <a:p>
              <a:endParaRPr lang="en-DE"/>
            </a:p>
          </p:txBody>
        </p:sp>
        <p:sp>
          <p:nvSpPr>
            <p:cNvPr id="522" name="Shape 62">
              <a:extLst>
                <a:ext uri="{FF2B5EF4-FFF2-40B4-BE49-F238E27FC236}">
                  <a16:creationId xmlns:a16="http://schemas.microsoft.com/office/drawing/2014/main" id="{6CAC9754-16BC-FD32-067B-B2E226C9903F}"/>
                </a:ext>
              </a:extLst>
            </p:cNvPr>
            <p:cNvSpPr/>
            <p:nvPr/>
          </p:nvSpPr>
          <p:spPr>
            <a:xfrm rot="5400000" flipV="1">
              <a:off x="2714979" y="4062268"/>
              <a:ext cx="580795" cy="129850"/>
            </a:xfrm>
            <a:prstGeom prst="line">
              <a:avLst/>
            </a:prstGeom>
            <a:noFill/>
            <a:ln w="3175">
              <a:solidFill>
                <a:srgbClr val="B8BFC9"/>
              </a:solidFill>
              <a:prstDash val="solid"/>
            </a:ln>
          </p:spPr>
          <p:txBody>
            <a:bodyPr/>
            <a:lstStyle/>
            <a:p>
              <a:endParaRPr lang="en-DE"/>
            </a:p>
          </p:txBody>
        </p:sp>
        <p:sp>
          <p:nvSpPr>
            <p:cNvPr id="523" name="Shape 63">
              <a:extLst>
                <a:ext uri="{FF2B5EF4-FFF2-40B4-BE49-F238E27FC236}">
                  <a16:creationId xmlns:a16="http://schemas.microsoft.com/office/drawing/2014/main" id="{8F28B705-CA27-F887-E743-8EF73E000F4A}"/>
                </a:ext>
              </a:extLst>
            </p:cNvPr>
            <p:cNvSpPr/>
            <p:nvPr/>
          </p:nvSpPr>
          <p:spPr>
            <a:xfrm rot="5400000">
              <a:off x="2585131" y="4062268"/>
              <a:ext cx="580795" cy="129850"/>
            </a:xfrm>
            <a:prstGeom prst="line">
              <a:avLst/>
            </a:prstGeom>
            <a:noFill/>
            <a:ln w="3175">
              <a:solidFill>
                <a:srgbClr val="B8BFC9"/>
              </a:solidFill>
              <a:prstDash val="solid"/>
            </a:ln>
          </p:spPr>
          <p:txBody>
            <a:bodyPr/>
            <a:lstStyle/>
            <a:p>
              <a:endParaRPr lang="en-DE"/>
            </a:p>
          </p:txBody>
        </p:sp>
        <p:sp>
          <p:nvSpPr>
            <p:cNvPr id="524" name="Shape 64">
              <a:extLst>
                <a:ext uri="{FF2B5EF4-FFF2-40B4-BE49-F238E27FC236}">
                  <a16:creationId xmlns:a16="http://schemas.microsoft.com/office/drawing/2014/main" id="{AA057C36-3534-5E22-56BA-50D3CC5BFEF7}"/>
                </a:ext>
              </a:extLst>
            </p:cNvPr>
            <p:cNvSpPr/>
            <p:nvPr/>
          </p:nvSpPr>
          <p:spPr>
            <a:xfrm rot="5400000">
              <a:off x="2455281" y="3932417"/>
              <a:ext cx="580795" cy="389551"/>
            </a:xfrm>
            <a:prstGeom prst="line">
              <a:avLst/>
            </a:prstGeom>
            <a:noFill/>
            <a:ln w="3175">
              <a:solidFill>
                <a:srgbClr val="B8BFC9"/>
              </a:solidFill>
              <a:prstDash val="solid"/>
            </a:ln>
          </p:spPr>
          <p:txBody>
            <a:bodyPr/>
            <a:lstStyle/>
            <a:p>
              <a:endParaRPr lang="en-DE"/>
            </a:p>
          </p:txBody>
        </p:sp>
        <p:sp>
          <p:nvSpPr>
            <p:cNvPr id="525" name="Shape 65">
              <a:extLst>
                <a:ext uri="{FF2B5EF4-FFF2-40B4-BE49-F238E27FC236}">
                  <a16:creationId xmlns:a16="http://schemas.microsoft.com/office/drawing/2014/main" id="{3E81D8F4-6922-8961-E067-60EF957B3A0D}"/>
                </a:ext>
              </a:extLst>
            </p:cNvPr>
            <p:cNvSpPr/>
            <p:nvPr/>
          </p:nvSpPr>
          <p:spPr>
            <a:xfrm rot="5400000" flipV="1">
              <a:off x="2844830" y="3672718"/>
              <a:ext cx="580795" cy="908949"/>
            </a:xfrm>
            <a:prstGeom prst="line">
              <a:avLst/>
            </a:prstGeom>
            <a:noFill/>
            <a:ln w="3175">
              <a:solidFill>
                <a:srgbClr val="B8BFC9"/>
              </a:solidFill>
              <a:prstDash val="solid"/>
            </a:ln>
          </p:spPr>
          <p:txBody>
            <a:bodyPr/>
            <a:lstStyle/>
            <a:p>
              <a:endParaRPr lang="en-DE"/>
            </a:p>
          </p:txBody>
        </p:sp>
        <p:sp>
          <p:nvSpPr>
            <p:cNvPr id="526" name="Shape 66">
              <a:extLst>
                <a:ext uri="{FF2B5EF4-FFF2-40B4-BE49-F238E27FC236}">
                  <a16:creationId xmlns:a16="http://schemas.microsoft.com/office/drawing/2014/main" id="{1B4EB655-0F17-1CAA-7CBA-068610548697}"/>
                </a:ext>
              </a:extLst>
            </p:cNvPr>
            <p:cNvSpPr/>
            <p:nvPr/>
          </p:nvSpPr>
          <p:spPr>
            <a:xfrm rot="5400000" flipV="1">
              <a:off x="2714980" y="3802568"/>
              <a:ext cx="580795" cy="649249"/>
            </a:xfrm>
            <a:prstGeom prst="line">
              <a:avLst/>
            </a:prstGeom>
            <a:noFill/>
            <a:ln w="3175">
              <a:solidFill>
                <a:srgbClr val="B8BFC9"/>
              </a:solidFill>
              <a:prstDash val="solid"/>
            </a:ln>
          </p:spPr>
          <p:txBody>
            <a:bodyPr/>
            <a:lstStyle/>
            <a:p>
              <a:endParaRPr lang="en-DE"/>
            </a:p>
          </p:txBody>
        </p:sp>
        <p:sp>
          <p:nvSpPr>
            <p:cNvPr id="527" name="Shape 67">
              <a:extLst>
                <a:ext uri="{FF2B5EF4-FFF2-40B4-BE49-F238E27FC236}">
                  <a16:creationId xmlns:a16="http://schemas.microsoft.com/office/drawing/2014/main" id="{E7034B0D-E8F4-FB63-E554-18B25B580C12}"/>
                </a:ext>
              </a:extLst>
            </p:cNvPr>
            <p:cNvSpPr/>
            <p:nvPr/>
          </p:nvSpPr>
          <p:spPr>
            <a:xfrm rot="5400000" flipV="1">
              <a:off x="2585130" y="3932417"/>
              <a:ext cx="580795" cy="389551"/>
            </a:xfrm>
            <a:prstGeom prst="line">
              <a:avLst/>
            </a:prstGeom>
            <a:noFill/>
            <a:ln w="3175">
              <a:solidFill>
                <a:srgbClr val="B8BFC9"/>
              </a:solidFill>
              <a:prstDash val="solid"/>
            </a:ln>
          </p:spPr>
          <p:txBody>
            <a:bodyPr/>
            <a:lstStyle/>
            <a:p>
              <a:endParaRPr lang="en-DE"/>
            </a:p>
          </p:txBody>
        </p:sp>
        <p:sp>
          <p:nvSpPr>
            <p:cNvPr id="528" name="Shape 68">
              <a:extLst>
                <a:ext uri="{FF2B5EF4-FFF2-40B4-BE49-F238E27FC236}">
                  <a16:creationId xmlns:a16="http://schemas.microsoft.com/office/drawing/2014/main" id="{F080010A-62F1-ABF2-3A38-EC59B1F590FF}"/>
                </a:ext>
              </a:extLst>
            </p:cNvPr>
            <p:cNvSpPr/>
            <p:nvPr/>
          </p:nvSpPr>
          <p:spPr>
            <a:xfrm rot="5400000" flipV="1">
              <a:off x="2455281" y="4062268"/>
              <a:ext cx="580795" cy="129850"/>
            </a:xfrm>
            <a:prstGeom prst="line">
              <a:avLst/>
            </a:prstGeom>
            <a:noFill/>
            <a:ln w="3175">
              <a:solidFill>
                <a:srgbClr val="B8BFC9"/>
              </a:solidFill>
              <a:prstDash val="solid"/>
            </a:ln>
          </p:spPr>
          <p:txBody>
            <a:bodyPr/>
            <a:lstStyle/>
            <a:p>
              <a:endParaRPr lang="en-DE"/>
            </a:p>
          </p:txBody>
        </p:sp>
        <p:sp>
          <p:nvSpPr>
            <p:cNvPr id="529" name="Shape 69">
              <a:extLst>
                <a:ext uri="{FF2B5EF4-FFF2-40B4-BE49-F238E27FC236}">
                  <a16:creationId xmlns:a16="http://schemas.microsoft.com/office/drawing/2014/main" id="{7DCFD446-94C3-03A0-3BCA-F7143BF567B8}"/>
                </a:ext>
              </a:extLst>
            </p:cNvPr>
            <p:cNvSpPr/>
            <p:nvPr/>
          </p:nvSpPr>
          <p:spPr>
            <a:xfrm rot="5400000">
              <a:off x="2325431" y="4062268"/>
              <a:ext cx="580795" cy="129850"/>
            </a:xfrm>
            <a:prstGeom prst="line">
              <a:avLst/>
            </a:prstGeom>
            <a:noFill/>
            <a:ln w="3175">
              <a:solidFill>
                <a:srgbClr val="B8BFC9"/>
              </a:solidFill>
              <a:prstDash val="solid"/>
            </a:ln>
          </p:spPr>
          <p:txBody>
            <a:bodyPr/>
            <a:lstStyle/>
            <a:p>
              <a:endParaRPr lang="en-DE"/>
            </a:p>
          </p:txBody>
        </p:sp>
        <p:sp>
          <p:nvSpPr>
            <p:cNvPr id="530" name="Shape 70">
              <a:extLst>
                <a:ext uri="{FF2B5EF4-FFF2-40B4-BE49-F238E27FC236}">
                  <a16:creationId xmlns:a16="http://schemas.microsoft.com/office/drawing/2014/main" id="{AC714BBB-1DFE-071D-7AFB-E326A880FEB7}"/>
                </a:ext>
              </a:extLst>
            </p:cNvPr>
            <p:cNvSpPr/>
            <p:nvPr/>
          </p:nvSpPr>
          <p:spPr>
            <a:xfrm rot="5400000" flipV="1">
              <a:off x="2714980" y="3542867"/>
              <a:ext cx="580795" cy="1168649"/>
            </a:xfrm>
            <a:prstGeom prst="line">
              <a:avLst/>
            </a:prstGeom>
            <a:noFill/>
            <a:ln w="3175">
              <a:solidFill>
                <a:srgbClr val="B8BFC9"/>
              </a:solidFill>
              <a:prstDash val="solid"/>
            </a:ln>
          </p:spPr>
          <p:txBody>
            <a:bodyPr/>
            <a:lstStyle/>
            <a:p>
              <a:endParaRPr lang="en-DE"/>
            </a:p>
          </p:txBody>
        </p:sp>
        <p:sp>
          <p:nvSpPr>
            <p:cNvPr id="531" name="Shape 71">
              <a:extLst>
                <a:ext uri="{FF2B5EF4-FFF2-40B4-BE49-F238E27FC236}">
                  <a16:creationId xmlns:a16="http://schemas.microsoft.com/office/drawing/2014/main" id="{425453B0-45CD-BB8B-C367-4CBC10C7134D}"/>
                </a:ext>
              </a:extLst>
            </p:cNvPr>
            <p:cNvSpPr/>
            <p:nvPr/>
          </p:nvSpPr>
          <p:spPr>
            <a:xfrm rot="5400000" flipV="1">
              <a:off x="2585131" y="3672718"/>
              <a:ext cx="580795" cy="908949"/>
            </a:xfrm>
            <a:prstGeom prst="line">
              <a:avLst/>
            </a:prstGeom>
            <a:noFill/>
            <a:ln w="3175">
              <a:solidFill>
                <a:srgbClr val="B8BFC9"/>
              </a:solidFill>
              <a:prstDash val="solid"/>
            </a:ln>
          </p:spPr>
          <p:txBody>
            <a:bodyPr/>
            <a:lstStyle/>
            <a:p>
              <a:endParaRPr lang="en-DE"/>
            </a:p>
          </p:txBody>
        </p:sp>
        <p:sp>
          <p:nvSpPr>
            <p:cNvPr id="532" name="Shape 72">
              <a:extLst>
                <a:ext uri="{FF2B5EF4-FFF2-40B4-BE49-F238E27FC236}">
                  <a16:creationId xmlns:a16="http://schemas.microsoft.com/office/drawing/2014/main" id="{5E64323D-77F1-6971-A127-9D45DC24D921}"/>
                </a:ext>
              </a:extLst>
            </p:cNvPr>
            <p:cNvSpPr/>
            <p:nvPr/>
          </p:nvSpPr>
          <p:spPr>
            <a:xfrm rot="5400000" flipV="1">
              <a:off x="2455282" y="3802568"/>
              <a:ext cx="580795" cy="649249"/>
            </a:xfrm>
            <a:prstGeom prst="line">
              <a:avLst/>
            </a:prstGeom>
            <a:noFill/>
            <a:ln w="3175">
              <a:solidFill>
                <a:srgbClr val="B8BFC9"/>
              </a:solidFill>
              <a:prstDash val="solid"/>
            </a:ln>
          </p:spPr>
          <p:txBody>
            <a:bodyPr/>
            <a:lstStyle/>
            <a:p>
              <a:endParaRPr lang="en-DE"/>
            </a:p>
          </p:txBody>
        </p:sp>
        <p:sp>
          <p:nvSpPr>
            <p:cNvPr id="533" name="Shape 73">
              <a:extLst>
                <a:ext uri="{FF2B5EF4-FFF2-40B4-BE49-F238E27FC236}">
                  <a16:creationId xmlns:a16="http://schemas.microsoft.com/office/drawing/2014/main" id="{FF3386E8-4AE9-D406-2E77-1538FD2737C1}"/>
                </a:ext>
              </a:extLst>
            </p:cNvPr>
            <p:cNvSpPr/>
            <p:nvPr/>
          </p:nvSpPr>
          <p:spPr>
            <a:xfrm rot="5400000" flipV="1">
              <a:off x="2325431" y="3932417"/>
              <a:ext cx="580795" cy="389551"/>
            </a:xfrm>
            <a:prstGeom prst="line">
              <a:avLst/>
            </a:prstGeom>
            <a:noFill/>
            <a:ln w="3175">
              <a:solidFill>
                <a:srgbClr val="B8BFC9"/>
              </a:solidFill>
              <a:prstDash val="solid"/>
            </a:ln>
          </p:spPr>
          <p:txBody>
            <a:bodyPr/>
            <a:lstStyle/>
            <a:p>
              <a:endParaRPr lang="en-DE"/>
            </a:p>
          </p:txBody>
        </p:sp>
        <p:sp>
          <p:nvSpPr>
            <p:cNvPr id="534" name="Shape 74">
              <a:extLst>
                <a:ext uri="{FF2B5EF4-FFF2-40B4-BE49-F238E27FC236}">
                  <a16:creationId xmlns:a16="http://schemas.microsoft.com/office/drawing/2014/main" id="{2CD64F9F-67FC-DDAB-06F2-B378BDD0A8FC}"/>
                </a:ext>
              </a:extLst>
            </p:cNvPr>
            <p:cNvSpPr/>
            <p:nvPr/>
          </p:nvSpPr>
          <p:spPr>
            <a:xfrm rot="5400000" flipV="1">
              <a:off x="2195581" y="4062268"/>
              <a:ext cx="580795" cy="129850"/>
            </a:xfrm>
            <a:prstGeom prst="line">
              <a:avLst/>
            </a:prstGeom>
            <a:noFill/>
            <a:ln w="3175">
              <a:solidFill>
                <a:srgbClr val="B8BFC9"/>
              </a:solidFill>
              <a:prstDash val="solid"/>
            </a:ln>
          </p:spPr>
          <p:txBody>
            <a:bodyPr/>
            <a:lstStyle/>
            <a:p>
              <a:endParaRPr lang="en-DE"/>
            </a:p>
          </p:txBody>
        </p:sp>
        <p:sp>
          <p:nvSpPr>
            <p:cNvPr id="535" name="Shape 76">
              <a:extLst>
                <a:ext uri="{FF2B5EF4-FFF2-40B4-BE49-F238E27FC236}">
                  <a16:creationId xmlns:a16="http://schemas.microsoft.com/office/drawing/2014/main" id="{30DC887A-6CCE-A9AB-D6EC-DE6A7C78D5AE}"/>
                </a:ext>
              </a:extLst>
            </p:cNvPr>
            <p:cNvSpPr/>
            <p:nvPr/>
          </p:nvSpPr>
          <p:spPr>
            <a:xfrm rot="5400000">
              <a:off x="3039605" y="4448289"/>
              <a:ext cx="580795" cy="519401"/>
            </a:xfrm>
            <a:prstGeom prst="line">
              <a:avLst/>
            </a:prstGeom>
            <a:noFill/>
            <a:ln w="3175">
              <a:solidFill>
                <a:srgbClr val="B8BFC9"/>
              </a:solidFill>
              <a:prstDash val="solid"/>
            </a:ln>
          </p:spPr>
          <p:txBody>
            <a:bodyPr/>
            <a:lstStyle/>
            <a:p>
              <a:endParaRPr lang="en-DE"/>
            </a:p>
          </p:txBody>
        </p:sp>
        <p:sp>
          <p:nvSpPr>
            <p:cNvPr id="536" name="Shape 79">
              <a:extLst>
                <a:ext uri="{FF2B5EF4-FFF2-40B4-BE49-F238E27FC236}">
                  <a16:creationId xmlns:a16="http://schemas.microsoft.com/office/drawing/2014/main" id="{AE0F9D52-14BC-6767-AC42-4C3ADDE5DD2A}"/>
                </a:ext>
              </a:extLst>
            </p:cNvPr>
            <p:cNvSpPr/>
            <p:nvPr/>
          </p:nvSpPr>
          <p:spPr>
            <a:xfrm rot="5400000">
              <a:off x="2909755" y="4578139"/>
              <a:ext cx="580795" cy="259700"/>
            </a:xfrm>
            <a:prstGeom prst="line">
              <a:avLst/>
            </a:prstGeom>
            <a:noFill/>
            <a:ln w="3175">
              <a:solidFill>
                <a:srgbClr val="B8BFC9"/>
              </a:solidFill>
              <a:prstDash val="solid"/>
            </a:ln>
          </p:spPr>
          <p:txBody>
            <a:bodyPr/>
            <a:lstStyle/>
            <a:p>
              <a:endParaRPr lang="en-DE"/>
            </a:p>
          </p:txBody>
        </p:sp>
        <p:sp>
          <p:nvSpPr>
            <p:cNvPr id="537" name="Shape 82">
              <a:extLst>
                <a:ext uri="{FF2B5EF4-FFF2-40B4-BE49-F238E27FC236}">
                  <a16:creationId xmlns:a16="http://schemas.microsoft.com/office/drawing/2014/main" id="{D4CE9DBD-B111-4A27-363F-A6A0D37856DE}"/>
                </a:ext>
              </a:extLst>
            </p:cNvPr>
            <p:cNvSpPr/>
            <p:nvPr/>
          </p:nvSpPr>
          <p:spPr>
            <a:xfrm rot="5400000">
              <a:off x="2779905" y="4707989"/>
              <a:ext cx="580795" cy="0"/>
            </a:xfrm>
            <a:prstGeom prst="line">
              <a:avLst/>
            </a:prstGeom>
            <a:noFill/>
            <a:ln w="3175">
              <a:solidFill>
                <a:srgbClr val="B8BFC9"/>
              </a:solidFill>
              <a:prstDash val="solid"/>
            </a:ln>
          </p:spPr>
          <p:txBody>
            <a:bodyPr/>
            <a:lstStyle/>
            <a:p>
              <a:endParaRPr lang="en-DE"/>
            </a:p>
          </p:txBody>
        </p:sp>
        <p:sp>
          <p:nvSpPr>
            <p:cNvPr id="538" name="Shape 85">
              <a:extLst>
                <a:ext uri="{FF2B5EF4-FFF2-40B4-BE49-F238E27FC236}">
                  <a16:creationId xmlns:a16="http://schemas.microsoft.com/office/drawing/2014/main" id="{40FAFFEE-F378-DC3D-B0F3-A907AC169FB7}"/>
                </a:ext>
              </a:extLst>
            </p:cNvPr>
            <p:cNvSpPr/>
            <p:nvPr/>
          </p:nvSpPr>
          <p:spPr>
            <a:xfrm rot="5400000" flipV="1">
              <a:off x="2650054" y="4578139"/>
              <a:ext cx="580795" cy="259700"/>
            </a:xfrm>
            <a:prstGeom prst="line">
              <a:avLst/>
            </a:prstGeom>
            <a:noFill/>
            <a:ln w="3175">
              <a:solidFill>
                <a:srgbClr val="B8BFC9"/>
              </a:solidFill>
              <a:prstDash val="solid"/>
            </a:ln>
          </p:spPr>
          <p:txBody>
            <a:bodyPr/>
            <a:lstStyle/>
            <a:p>
              <a:endParaRPr lang="en-DE"/>
            </a:p>
          </p:txBody>
        </p:sp>
        <p:sp>
          <p:nvSpPr>
            <p:cNvPr id="539" name="Shape 88">
              <a:extLst>
                <a:ext uri="{FF2B5EF4-FFF2-40B4-BE49-F238E27FC236}">
                  <a16:creationId xmlns:a16="http://schemas.microsoft.com/office/drawing/2014/main" id="{6CC96064-E4D0-B3A4-56C2-4A87EDA51924}"/>
                </a:ext>
              </a:extLst>
            </p:cNvPr>
            <p:cNvSpPr/>
            <p:nvPr/>
          </p:nvSpPr>
          <p:spPr>
            <a:xfrm rot="5400000" flipV="1">
              <a:off x="2520204" y="4448289"/>
              <a:ext cx="580795" cy="519401"/>
            </a:xfrm>
            <a:prstGeom prst="line">
              <a:avLst/>
            </a:prstGeom>
            <a:noFill/>
            <a:ln w="3175">
              <a:solidFill>
                <a:srgbClr val="B8BFC9"/>
              </a:solidFill>
              <a:prstDash val="solid"/>
            </a:ln>
          </p:spPr>
          <p:txBody>
            <a:bodyPr/>
            <a:lstStyle/>
            <a:p>
              <a:endParaRPr lang="en-DE"/>
            </a:p>
          </p:txBody>
        </p:sp>
        <p:sp>
          <p:nvSpPr>
            <p:cNvPr id="540" name="Shape 90">
              <a:extLst>
                <a:ext uri="{FF2B5EF4-FFF2-40B4-BE49-F238E27FC236}">
                  <a16:creationId xmlns:a16="http://schemas.microsoft.com/office/drawing/2014/main" id="{054B8E96-F2BF-FF9F-8217-3290C57CF594}"/>
                </a:ext>
              </a:extLst>
            </p:cNvPr>
            <p:cNvSpPr/>
            <p:nvPr/>
          </p:nvSpPr>
          <p:spPr>
            <a:xfrm rot="5400000">
              <a:off x="3259432" y="2604631"/>
              <a:ext cx="141141" cy="141141"/>
            </a:xfrm>
            <a:prstGeom prst="ellipse">
              <a:avLst/>
            </a:prstGeom>
            <a:solidFill>
              <a:srgbClr val="2455DA"/>
            </a:solidFill>
            <a:ln w="12700">
              <a:solidFill>
                <a:srgbClr val="111C38"/>
              </a:solidFill>
              <a:prstDash val="solid"/>
            </a:ln>
          </p:spPr>
          <p:txBody>
            <a:bodyPr/>
            <a:lstStyle/>
            <a:p>
              <a:endParaRPr lang="en-DE"/>
            </a:p>
          </p:txBody>
        </p:sp>
        <p:sp>
          <p:nvSpPr>
            <p:cNvPr id="541" name="Shape 91">
              <a:extLst>
                <a:ext uri="{FF2B5EF4-FFF2-40B4-BE49-F238E27FC236}">
                  <a16:creationId xmlns:a16="http://schemas.microsoft.com/office/drawing/2014/main" id="{BE08C810-3BAF-B5B8-2A0D-3989811A4525}"/>
                </a:ext>
              </a:extLst>
            </p:cNvPr>
            <p:cNvSpPr/>
            <p:nvPr/>
          </p:nvSpPr>
          <p:spPr>
            <a:xfrm rot="5400000">
              <a:off x="2999734" y="2604631"/>
              <a:ext cx="141141" cy="141141"/>
            </a:xfrm>
            <a:prstGeom prst="ellipse">
              <a:avLst/>
            </a:prstGeom>
            <a:solidFill>
              <a:srgbClr val="7FACF3"/>
            </a:solidFill>
            <a:ln w="12700">
              <a:solidFill>
                <a:srgbClr val="111C38"/>
              </a:solidFill>
              <a:prstDash val="solid"/>
            </a:ln>
          </p:spPr>
          <p:txBody>
            <a:bodyPr/>
            <a:lstStyle/>
            <a:p>
              <a:endParaRPr lang="en-DE"/>
            </a:p>
          </p:txBody>
        </p:sp>
        <p:sp>
          <p:nvSpPr>
            <p:cNvPr id="542" name="Shape 92">
              <a:extLst>
                <a:ext uri="{FF2B5EF4-FFF2-40B4-BE49-F238E27FC236}">
                  <a16:creationId xmlns:a16="http://schemas.microsoft.com/office/drawing/2014/main" id="{6A4FA24F-63A0-C94D-71F1-4A9317E824E2}"/>
                </a:ext>
              </a:extLst>
            </p:cNvPr>
            <p:cNvSpPr/>
            <p:nvPr/>
          </p:nvSpPr>
          <p:spPr>
            <a:xfrm rot="5400000">
              <a:off x="2740033" y="2604631"/>
              <a:ext cx="141141" cy="141141"/>
            </a:xfrm>
            <a:prstGeom prst="ellipse">
              <a:avLst/>
            </a:prstGeom>
            <a:solidFill>
              <a:srgbClr val="3164DF"/>
            </a:solidFill>
            <a:ln w="12700">
              <a:solidFill>
                <a:srgbClr val="111C38"/>
              </a:solidFill>
              <a:prstDash val="solid"/>
            </a:ln>
          </p:spPr>
          <p:txBody>
            <a:bodyPr/>
            <a:lstStyle/>
            <a:p>
              <a:endParaRPr lang="en-DE"/>
            </a:p>
          </p:txBody>
        </p:sp>
        <p:sp>
          <p:nvSpPr>
            <p:cNvPr id="543" name="Shape 93">
              <a:extLst>
                <a:ext uri="{FF2B5EF4-FFF2-40B4-BE49-F238E27FC236}">
                  <a16:creationId xmlns:a16="http://schemas.microsoft.com/office/drawing/2014/main" id="{846C67D0-93B7-DEFA-B965-23E39BEC12BF}"/>
                </a:ext>
              </a:extLst>
            </p:cNvPr>
            <p:cNvSpPr/>
            <p:nvPr/>
          </p:nvSpPr>
          <p:spPr>
            <a:xfrm rot="5400000">
              <a:off x="3519132" y="3185427"/>
              <a:ext cx="141141" cy="141141"/>
            </a:xfrm>
            <a:prstGeom prst="ellipse">
              <a:avLst/>
            </a:prstGeom>
            <a:solidFill>
              <a:srgbClr val="2A5DDD"/>
            </a:solidFill>
            <a:ln w="12700">
              <a:solidFill>
                <a:srgbClr val="111C38"/>
              </a:solidFill>
              <a:prstDash val="solid"/>
            </a:ln>
          </p:spPr>
          <p:txBody>
            <a:bodyPr/>
            <a:lstStyle/>
            <a:p>
              <a:endParaRPr lang="en-DE"/>
            </a:p>
          </p:txBody>
        </p:sp>
        <p:sp>
          <p:nvSpPr>
            <p:cNvPr id="544" name="Shape 94">
              <a:extLst>
                <a:ext uri="{FF2B5EF4-FFF2-40B4-BE49-F238E27FC236}">
                  <a16:creationId xmlns:a16="http://schemas.microsoft.com/office/drawing/2014/main" id="{E8806F36-645E-99B4-F207-D8E7693A14CA}"/>
                </a:ext>
              </a:extLst>
            </p:cNvPr>
            <p:cNvSpPr/>
            <p:nvPr/>
          </p:nvSpPr>
          <p:spPr>
            <a:xfrm rot="5400000">
              <a:off x="3259432" y="3185427"/>
              <a:ext cx="141141" cy="141141"/>
            </a:xfrm>
            <a:prstGeom prst="ellipse">
              <a:avLst/>
            </a:prstGeom>
            <a:solidFill>
              <a:srgbClr val="5389EB"/>
            </a:solidFill>
            <a:ln w="12700">
              <a:solidFill>
                <a:srgbClr val="111C38"/>
              </a:solidFill>
              <a:prstDash val="solid"/>
            </a:ln>
          </p:spPr>
          <p:txBody>
            <a:bodyPr/>
            <a:lstStyle/>
            <a:p>
              <a:endParaRPr lang="en-DE"/>
            </a:p>
          </p:txBody>
        </p:sp>
        <p:sp>
          <p:nvSpPr>
            <p:cNvPr id="545" name="Shape 95">
              <a:extLst>
                <a:ext uri="{FF2B5EF4-FFF2-40B4-BE49-F238E27FC236}">
                  <a16:creationId xmlns:a16="http://schemas.microsoft.com/office/drawing/2014/main" id="{8A479D1D-E06D-DBBF-E8F5-F652363C373C}"/>
                </a:ext>
              </a:extLst>
            </p:cNvPr>
            <p:cNvSpPr/>
            <p:nvPr/>
          </p:nvSpPr>
          <p:spPr>
            <a:xfrm rot="5400000">
              <a:off x="2999734" y="3185427"/>
              <a:ext cx="141141" cy="141141"/>
            </a:xfrm>
            <a:prstGeom prst="ellipse">
              <a:avLst/>
            </a:prstGeom>
            <a:solidFill>
              <a:srgbClr val="94BAF6"/>
            </a:solidFill>
            <a:ln w="12700">
              <a:solidFill>
                <a:srgbClr val="111C38"/>
              </a:solidFill>
              <a:prstDash val="solid"/>
            </a:ln>
          </p:spPr>
          <p:txBody>
            <a:bodyPr/>
            <a:lstStyle/>
            <a:p>
              <a:endParaRPr lang="en-DE"/>
            </a:p>
          </p:txBody>
        </p:sp>
        <p:sp>
          <p:nvSpPr>
            <p:cNvPr id="546" name="Shape 96">
              <a:extLst>
                <a:ext uri="{FF2B5EF4-FFF2-40B4-BE49-F238E27FC236}">
                  <a16:creationId xmlns:a16="http://schemas.microsoft.com/office/drawing/2014/main" id="{B9FF2676-4C09-4F71-C4FE-8DC26A4978AF}"/>
                </a:ext>
              </a:extLst>
            </p:cNvPr>
            <p:cNvSpPr/>
            <p:nvPr/>
          </p:nvSpPr>
          <p:spPr>
            <a:xfrm rot="5400000">
              <a:off x="2740033" y="3185427"/>
              <a:ext cx="141141" cy="141141"/>
            </a:xfrm>
            <a:prstGeom prst="ellipse">
              <a:avLst/>
            </a:prstGeom>
            <a:solidFill>
              <a:srgbClr val="457AE6"/>
            </a:solidFill>
            <a:ln w="12700">
              <a:solidFill>
                <a:srgbClr val="111C38"/>
              </a:solidFill>
              <a:prstDash val="solid"/>
            </a:ln>
          </p:spPr>
          <p:txBody>
            <a:bodyPr/>
            <a:lstStyle/>
            <a:p>
              <a:endParaRPr lang="en-DE"/>
            </a:p>
          </p:txBody>
        </p:sp>
        <p:sp>
          <p:nvSpPr>
            <p:cNvPr id="547" name="Shape 97">
              <a:extLst>
                <a:ext uri="{FF2B5EF4-FFF2-40B4-BE49-F238E27FC236}">
                  <a16:creationId xmlns:a16="http://schemas.microsoft.com/office/drawing/2014/main" id="{50568EC0-33C8-2CD5-0A71-66B4ED3B8593}"/>
                </a:ext>
              </a:extLst>
            </p:cNvPr>
            <p:cNvSpPr/>
            <p:nvPr/>
          </p:nvSpPr>
          <p:spPr>
            <a:xfrm rot="5400000">
              <a:off x="2480333" y="3185427"/>
              <a:ext cx="141141" cy="141141"/>
            </a:xfrm>
            <a:prstGeom prst="ellipse">
              <a:avLst/>
            </a:prstGeom>
            <a:solidFill>
              <a:srgbClr val="5991EE"/>
            </a:solidFill>
            <a:ln w="12700">
              <a:solidFill>
                <a:srgbClr val="111C38"/>
              </a:solidFill>
              <a:prstDash val="solid"/>
            </a:ln>
          </p:spPr>
          <p:txBody>
            <a:bodyPr/>
            <a:lstStyle/>
            <a:p>
              <a:endParaRPr lang="en-DE"/>
            </a:p>
          </p:txBody>
        </p:sp>
        <p:sp>
          <p:nvSpPr>
            <p:cNvPr id="548" name="Shape 98">
              <a:extLst>
                <a:ext uri="{FF2B5EF4-FFF2-40B4-BE49-F238E27FC236}">
                  <a16:creationId xmlns:a16="http://schemas.microsoft.com/office/drawing/2014/main" id="{13CE1FF3-4130-B894-FC84-D66D307B915D}"/>
                </a:ext>
              </a:extLst>
            </p:cNvPr>
            <p:cNvSpPr/>
            <p:nvPr/>
          </p:nvSpPr>
          <p:spPr>
            <a:xfrm rot="5400000">
              <a:off x="3648982" y="3766223"/>
              <a:ext cx="141141" cy="141141"/>
            </a:xfrm>
            <a:prstGeom prst="ellipse">
              <a:avLst/>
            </a:prstGeom>
            <a:solidFill>
              <a:srgbClr val="5991EE"/>
            </a:solidFill>
            <a:ln w="12700">
              <a:solidFill>
                <a:srgbClr val="111C38"/>
              </a:solidFill>
              <a:prstDash val="solid"/>
            </a:ln>
          </p:spPr>
          <p:txBody>
            <a:bodyPr/>
            <a:lstStyle/>
            <a:p>
              <a:endParaRPr lang="en-DE"/>
            </a:p>
          </p:txBody>
        </p:sp>
        <p:sp>
          <p:nvSpPr>
            <p:cNvPr id="549" name="Shape 99">
              <a:extLst>
                <a:ext uri="{FF2B5EF4-FFF2-40B4-BE49-F238E27FC236}">
                  <a16:creationId xmlns:a16="http://schemas.microsoft.com/office/drawing/2014/main" id="{7566D935-D744-3EF7-F4BA-BA330587DD70}"/>
                </a:ext>
              </a:extLst>
            </p:cNvPr>
            <p:cNvSpPr/>
            <p:nvPr/>
          </p:nvSpPr>
          <p:spPr>
            <a:xfrm rot="5400000">
              <a:off x="3389282" y="3766223"/>
              <a:ext cx="141141" cy="141141"/>
            </a:xfrm>
            <a:prstGeom prst="ellipse">
              <a:avLst/>
            </a:prstGeom>
            <a:solidFill>
              <a:srgbClr val="2455DA"/>
            </a:solidFill>
            <a:ln w="12700">
              <a:solidFill>
                <a:srgbClr val="111C38"/>
              </a:solidFill>
              <a:prstDash val="solid"/>
            </a:ln>
          </p:spPr>
          <p:txBody>
            <a:bodyPr/>
            <a:lstStyle/>
            <a:p>
              <a:endParaRPr lang="en-DE"/>
            </a:p>
          </p:txBody>
        </p:sp>
        <p:sp>
          <p:nvSpPr>
            <p:cNvPr id="550" name="Shape 100">
              <a:extLst>
                <a:ext uri="{FF2B5EF4-FFF2-40B4-BE49-F238E27FC236}">
                  <a16:creationId xmlns:a16="http://schemas.microsoft.com/office/drawing/2014/main" id="{3CA14941-5F52-909C-DCD0-82D8B2ADF858}"/>
                </a:ext>
              </a:extLst>
            </p:cNvPr>
            <p:cNvSpPr/>
            <p:nvPr/>
          </p:nvSpPr>
          <p:spPr>
            <a:xfrm rot="5400000">
              <a:off x="3129581" y="3766223"/>
              <a:ext cx="141141" cy="141141"/>
            </a:xfrm>
            <a:prstGeom prst="ellipse">
              <a:avLst/>
            </a:prstGeom>
            <a:solidFill>
              <a:srgbClr val="89B3F4"/>
            </a:solidFill>
            <a:ln w="12700">
              <a:solidFill>
                <a:srgbClr val="111C38"/>
              </a:solidFill>
              <a:prstDash val="solid"/>
            </a:ln>
          </p:spPr>
          <p:txBody>
            <a:bodyPr/>
            <a:lstStyle/>
            <a:p>
              <a:endParaRPr lang="en-DE"/>
            </a:p>
          </p:txBody>
        </p:sp>
        <p:sp>
          <p:nvSpPr>
            <p:cNvPr id="551" name="Shape 101">
              <a:extLst>
                <a:ext uri="{FF2B5EF4-FFF2-40B4-BE49-F238E27FC236}">
                  <a16:creationId xmlns:a16="http://schemas.microsoft.com/office/drawing/2014/main" id="{BE931859-E1B5-7BBF-6860-ED9ADBD36CCD}"/>
                </a:ext>
              </a:extLst>
            </p:cNvPr>
            <p:cNvSpPr/>
            <p:nvPr/>
          </p:nvSpPr>
          <p:spPr>
            <a:xfrm rot="5400000">
              <a:off x="2869882" y="3766223"/>
              <a:ext cx="141141" cy="141141"/>
            </a:xfrm>
            <a:prstGeom prst="ellipse">
              <a:avLst/>
            </a:prstGeom>
            <a:solidFill>
              <a:srgbClr val="7FACF3"/>
            </a:solidFill>
            <a:ln w="12700">
              <a:solidFill>
                <a:srgbClr val="111C38"/>
              </a:solidFill>
              <a:prstDash val="solid"/>
            </a:ln>
          </p:spPr>
          <p:txBody>
            <a:bodyPr/>
            <a:lstStyle/>
            <a:p>
              <a:endParaRPr lang="en-DE"/>
            </a:p>
          </p:txBody>
        </p:sp>
        <p:sp>
          <p:nvSpPr>
            <p:cNvPr id="552" name="Shape 102">
              <a:extLst>
                <a:ext uri="{FF2B5EF4-FFF2-40B4-BE49-F238E27FC236}">
                  <a16:creationId xmlns:a16="http://schemas.microsoft.com/office/drawing/2014/main" id="{728D211B-5A63-ABC8-378D-1C3563324BA8}"/>
                </a:ext>
              </a:extLst>
            </p:cNvPr>
            <p:cNvSpPr/>
            <p:nvPr/>
          </p:nvSpPr>
          <p:spPr>
            <a:xfrm rot="5400000">
              <a:off x="2610183" y="3766223"/>
              <a:ext cx="141141" cy="141141"/>
            </a:xfrm>
            <a:prstGeom prst="ellipse">
              <a:avLst/>
            </a:prstGeom>
            <a:solidFill>
              <a:srgbClr val="6098F0"/>
            </a:solidFill>
            <a:ln w="12700">
              <a:solidFill>
                <a:srgbClr val="111C38"/>
              </a:solidFill>
              <a:prstDash val="solid"/>
            </a:ln>
          </p:spPr>
          <p:txBody>
            <a:bodyPr/>
            <a:lstStyle/>
            <a:p>
              <a:endParaRPr lang="en-DE"/>
            </a:p>
          </p:txBody>
        </p:sp>
        <p:sp>
          <p:nvSpPr>
            <p:cNvPr id="553" name="Shape 103">
              <a:extLst>
                <a:ext uri="{FF2B5EF4-FFF2-40B4-BE49-F238E27FC236}">
                  <a16:creationId xmlns:a16="http://schemas.microsoft.com/office/drawing/2014/main" id="{F495C654-50A3-D9A3-AA2A-D9AC6531DAA3}"/>
                </a:ext>
              </a:extLst>
            </p:cNvPr>
            <p:cNvSpPr/>
            <p:nvPr/>
          </p:nvSpPr>
          <p:spPr>
            <a:xfrm rot="5400000">
              <a:off x="2350483" y="3766223"/>
              <a:ext cx="141141" cy="141141"/>
            </a:xfrm>
            <a:prstGeom prst="ellipse">
              <a:avLst/>
            </a:prstGeom>
            <a:solidFill>
              <a:srgbClr val="2A5DDD"/>
            </a:solidFill>
            <a:ln w="12700">
              <a:solidFill>
                <a:srgbClr val="111C38"/>
              </a:solidFill>
              <a:prstDash val="solid"/>
            </a:ln>
          </p:spPr>
          <p:txBody>
            <a:bodyPr/>
            <a:lstStyle/>
            <a:p>
              <a:endParaRPr lang="en-DE"/>
            </a:p>
          </p:txBody>
        </p:sp>
        <p:sp>
          <p:nvSpPr>
            <p:cNvPr id="554" name="Shape 104">
              <a:extLst>
                <a:ext uri="{FF2B5EF4-FFF2-40B4-BE49-F238E27FC236}">
                  <a16:creationId xmlns:a16="http://schemas.microsoft.com/office/drawing/2014/main" id="{C5A24688-E557-B09E-EE94-91922F115177}"/>
                </a:ext>
              </a:extLst>
            </p:cNvPr>
            <p:cNvSpPr/>
            <p:nvPr/>
          </p:nvSpPr>
          <p:spPr>
            <a:xfrm rot="5400000">
              <a:off x="3519132" y="4347021"/>
              <a:ext cx="141141" cy="141141"/>
            </a:xfrm>
            <a:prstGeom prst="ellipse">
              <a:avLst/>
            </a:prstGeom>
            <a:solidFill>
              <a:srgbClr val="386CE2"/>
            </a:solidFill>
            <a:ln w="12700">
              <a:solidFill>
                <a:srgbClr val="111C37"/>
              </a:solidFill>
              <a:prstDash val="solid"/>
            </a:ln>
          </p:spPr>
          <p:txBody>
            <a:bodyPr/>
            <a:lstStyle/>
            <a:p>
              <a:endParaRPr lang="en-DE"/>
            </a:p>
          </p:txBody>
        </p:sp>
        <p:sp>
          <p:nvSpPr>
            <p:cNvPr id="555" name="Shape 105">
              <a:extLst>
                <a:ext uri="{FF2B5EF4-FFF2-40B4-BE49-F238E27FC236}">
                  <a16:creationId xmlns:a16="http://schemas.microsoft.com/office/drawing/2014/main" id="{075F2794-F7E8-B875-CD4B-E532A84EAAC3}"/>
                </a:ext>
              </a:extLst>
            </p:cNvPr>
            <p:cNvSpPr/>
            <p:nvPr/>
          </p:nvSpPr>
          <p:spPr>
            <a:xfrm rot="5400000">
              <a:off x="3259432" y="4347021"/>
              <a:ext cx="141141" cy="141141"/>
            </a:xfrm>
            <a:prstGeom prst="ellipse">
              <a:avLst/>
            </a:prstGeom>
            <a:solidFill>
              <a:srgbClr val="6098F0"/>
            </a:solidFill>
            <a:ln w="12700">
              <a:solidFill>
                <a:srgbClr val="111C37"/>
              </a:solidFill>
              <a:prstDash val="solid"/>
            </a:ln>
          </p:spPr>
          <p:txBody>
            <a:bodyPr/>
            <a:lstStyle/>
            <a:p>
              <a:endParaRPr lang="en-DE"/>
            </a:p>
          </p:txBody>
        </p:sp>
        <p:sp>
          <p:nvSpPr>
            <p:cNvPr id="556" name="Shape 106">
              <a:extLst>
                <a:ext uri="{FF2B5EF4-FFF2-40B4-BE49-F238E27FC236}">
                  <a16:creationId xmlns:a16="http://schemas.microsoft.com/office/drawing/2014/main" id="{DF31EA49-8387-1572-1E11-BE64EA73AD9E}"/>
                </a:ext>
              </a:extLst>
            </p:cNvPr>
            <p:cNvSpPr/>
            <p:nvPr/>
          </p:nvSpPr>
          <p:spPr>
            <a:xfrm rot="5400000">
              <a:off x="2999734" y="4347021"/>
              <a:ext cx="141141" cy="141141"/>
            </a:xfrm>
            <a:prstGeom prst="ellipse">
              <a:avLst/>
            </a:prstGeom>
            <a:solidFill>
              <a:srgbClr val="89B3F4"/>
            </a:solidFill>
            <a:ln w="12700">
              <a:solidFill>
                <a:srgbClr val="111C37"/>
              </a:solidFill>
              <a:prstDash val="solid"/>
            </a:ln>
          </p:spPr>
          <p:txBody>
            <a:bodyPr/>
            <a:lstStyle/>
            <a:p>
              <a:endParaRPr lang="en-DE"/>
            </a:p>
          </p:txBody>
        </p:sp>
        <p:sp>
          <p:nvSpPr>
            <p:cNvPr id="557" name="Shape 107">
              <a:extLst>
                <a:ext uri="{FF2B5EF4-FFF2-40B4-BE49-F238E27FC236}">
                  <a16:creationId xmlns:a16="http://schemas.microsoft.com/office/drawing/2014/main" id="{ADEF6600-FCAF-CA31-6C73-3BEF5CB36D2C}"/>
                </a:ext>
              </a:extLst>
            </p:cNvPr>
            <p:cNvSpPr/>
            <p:nvPr/>
          </p:nvSpPr>
          <p:spPr>
            <a:xfrm rot="5400000">
              <a:off x="2740033" y="4347021"/>
              <a:ext cx="141141" cy="141141"/>
            </a:xfrm>
            <a:prstGeom prst="ellipse">
              <a:avLst/>
            </a:prstGeom>
            <a:solidFill>
              <a:srgbClr val="3E73E4"/>
            </a:solidFill>
            <a:ln w="12700">
              <a:solidFill>
                <a:srgbClr val="111C37"/>
              </a:solidFill>
              <a:prstDash val="solid"/>
            </a:ln>
          </p:spPr>
          <p:txBody>
            <a:bodyPr/>
            <a:lstStyle/>
            <a:p>
              <a:endParaRPr lang="en-DE"/>
            </a:p>
          </p:txBody>
        </p:sp>
        <p:sp>
          <p:nvSpPr>
            <p:cNvPr id="558" name="Shape 108">
              <a:extLst>
                <a:ext uri="{FF2B5EF4-FFF2-40B4-BE49-F238E27FC236}">
                  <a16:creationId xmlns:a16="http://schemas.microsoft.com/office/drawing/2014/main" id="{28EC02B3-1F72-3EE4-75EC-822249338B08}"/>
                </a:ext>
              </a:extLst>
            </p:cNvPr>
            <p:cNvSpPr/>
            <p:nvPr/>
          </p:nvSpPr>
          <p:spPr>
            <a:xfrm rot="5400000">
              <a:off x="2480333" y="4347021"/>
              <a:ext cx="141141" cy="141141"/>
            </a:xfrm>
            <a:prstGeom prst="ellipse">
              <a:avLst/>
            </a:prstGeom>
            <a:solidFill>
              <a:srgbClr val="75A5F2"/>
            </a:solidFill>
            <a:ln w="12700">
              <a:solidFill>
                <a:srgbClr val="111C37"/>
              </a:solidFill>
              <a:prstDash val="solid"/>
            </a:ln>
          </p:spPr>
          <p:txBody>
            <a:bodyPr/>
            <a:lstStyle/>
            <a:p>
              <a:endParaRPr lang="en-DE"/>
            </a:p>
          </p:txBody>
        </p:sp>
        <p:sp>
          <p:nvSpPr>
            <p:cNvPr id="559" name="Shape 110">
              <a:extLst>
                <a:ext uri="{FF2B5EF4-FFF2-40B4-BE49-F238E27FC236}">
                  <a16:creationId xmlns:a16="http://schemas.microsoft.com/office/drawing/2014/main" id="{7E7DECBE-0E9A-A99D-A102-B14409EC3D95}"/>
                </a:ext>
              </a:extLst>
            </p:cNvPr>
            <p:cNvSpPr/>
            <p:nvPr/>
          </p:nvSpPr>
          <p:spPr>
            <a:xfrm rot="5400000">
              <a:off x="2999734" y="4927816"/>
              <a:ext cx="141141" cy="141141"/>
            </a:xfrm>
            <a:prstGeom prst="ellipse">
              <a:avLst/>
            </a:prstGeom>
            <a:solidFill>
              <a:srgbClr val="6A9FF1"/>
            </a:solidFill>
            <a:ln w="12700">
              <a:solidFill>
                <a:srgbClr val="111C37"/>
              </a:solidFill>
              <a:prstDash val="solid"/>
            </a:ln>
          </p:spPr>
          <p:txBody>
            <a:bodyPr/>
            <a:lstStyle/>
            <a:p>
              <a:endParaRPr lang="en-DE"/>
            </a:p>
          </p:txBody>
        </p:sp>
      </p:grpSp>
      <p:grpSp>
        <p:nvGrpSpPr>
          <p:cNvPr id="560" name="Group 559">
            <a:extLst>
              <a:ext uri="{FF2B5EF4-FFF2-40B4-BE49-F238E27FC236}">
                <a16:creationId xmlns:a16="http://schemas.microsoft.com/office/drawing/2014/main" id="{F8752B51-12C5-6D53-8265-392E6B66FFAA}"/>
              </a:ext>
            </a:extLst>
          </p:cNvPr>
          <p:cNvGrpSpPr/>
          <p:nvPr/>
        </p:nvGrpSpPr>
        <p:grpSpPr>
          <a:xfrm>
            <a:off x="8389679" y="2597563"/>
            <a:ext cx="1440618" cy="2466000"/>
            <a:chOff x="8389679" y="2597563"/>
            <a:chExt cx="1440618" cy="2466000"/>
          </a:xfrm>
        </p:grpSpPr>
        <p:sp>
          <p:nvSpPr>
            <p:cNvPr id="561" name="Shape 0">
              <a:extLst>
                <a:ext uri="{FF2B5EF4-FFF2-40B4-BE49-F238E27FC236}">
                  <a16:creationId xmlns:a16="http://schemas.microsoft.com/office/drawing/2014/main" id="{ED29A168-1DDA-09A6-85EF-3FA9D7BB0AF2}"/>
                </a:ext>
              </a:extLst>
            </p:cNvPr>
            <p:cNvSpPr/>
            <p:nvPr/>
          </p:nvSpPr>
          <p:spPr>
            <a:xfrm rot="5400000" flipV="1">
              <a:off x="9209207" y="2828839"/>
              <a:ext cx="581190" cy="259876"/>
            </a:xfrm>
            <a:prstGeom prst="line">
              <a:avLst/>
            </a:prstGeom>
            <a:noFill/>
            <a:ln w="3175">
              <a:solidFill>
                <a:srgbClr val="B8BFC9"/>
              </a:solidFill>
              <a:prstDash val="solid"/>
            </a:ln>
          </p:spPr>
          <p:txBody>
            <a:bodyPr/>
            <a:lstStyle/>
            <a:p>
              <a:endParaRPr lang="en-DE"/>
            </a:p>
          </p:txBody>
        </p:sp>
        <p:sp>
          <p:nvSpPr>
            <p:cNvPr id="562" name="Shape 1">
              <a:extLst>
                <a:ext uri="{FF2B5EF4-FFF2-40B4-BE49-F238E27FC236}">
                  <a16:creationId xmlns:a16="http://schemas.microsoft.com/office/drawing/2014/main" id="{5C3C4D32-9B46-2A8D-AB18-A11299D06A5A}"/>
                </a:ext>
              </a:extLst>
            </p:cNvPr>
            <p:cNvSpPr/>
            <p:nvPr/>
          </p:nvSpPr>
          <p:spPr>
            <a:xfrm rot="5400000">
              <a:off x="9079269" y="2958777"/>
              <a:ext cx="581190" cy="0"/>
            </a:xfrm>
            <a:prstGeom prst="line">
              <a:avLst/>
            </a:prstGeom>
            <a:noFill/>
            <a:ln w="3175">
              <a:solidFill>
                <a:srgbClr val="B8BFC9"/>
              </a:solidFill>
              <a:prstDash val="solid"/>
            </a:ln>
          </p:spPr>
          <p:txBody>
            <a:bodyPr/>
            <a:lstStyle/>
            <a:p>
              <a:endParaRPr lang="en-DE"/>
            </a:p>
          </p:txBody>
        </p:sp>
        <p:sp>
          <p:nvSpPr>
            <p:cNvPr id="563" name="Shape 2">
              <a:extLst>
                <a:ext uri="{FF2B5EF4-FFF2-40B4-BE49-F238E27FC236}">
                  <a16:creationId xmlns:a16="http://schemas.microsoft.com/office/drawing/2014/main" id="{DDACA548-54FD-4953-CF62-0AEE8F2C1F75}"/>
                </a:ext>
              </a:extLst>
            </p:cNvPr>
            <p:cNvSpPr/>
            <p:nvPr/>
          </p:nvSpPr>
          <p:spPr>
            <a:xfrm rot="5400000">
              <a:off x="8949331" y="2828839"/>
              <a:ext cx="581190" cy="259876"/>
            </a:xfrm>
            <a:prstGeom prst="line">
              <a:avLst/>
            </a:prstGeom>
            <a:noFill/>
            <a:ln w="3175">
              <a:solidFill>
                <a:srgbClr val="B8BFC9"/>
              </a:solidFill>
              <a:prstDash val="solid"/>
            </a:ln>
          </p:spPr>
          <p:txBody>
            <a:bodyPr/>
            <a:lstStyle/>
            <a:p>
              <a:endParaRPr lang="en-DE"/>
            </a:p>
          </p:txBody>
        </p:sp>
        <p:sp>
          <p:nvSpPr>
            <p:cNvPr id="565" name="Shape 3">
              <a:extLst>
                <a:ext uri="{FF2B5EF4-FFF2-40B4-BE49-F238E27FC236}">
                  <a16:creationId xmlns:a16="http://schemas.microsoft.com/office/drawing/2014/main" id="{A841CD0E-9F91-061E-CE22-D40BD89294EA}"/>
                </a:ext>
              </a:extLst>
            </p:cNvPr>
            <p:cNvSpPr/>
            <p:nvPr/>
          </p:nvSpPr>
          <p:spPr>
            <a:xfrm rot="5400000">
              <a:off x="8819393" y="2698901"/>
              <a:ext cx="581190" cy="519753"/>
            </a:xfrm>
            <a:prstGeom prst="line">
              <a:avLst/>
            </a:prstGeom>
            <a:noFill/>
            <a:ln w="3175">
              <a:solidFill>
                <a:srgbClr val="B8BFC9"/>
              </a:solidFill>
              <a:prstDash val="solid"/>
            </a:ln>
          </p:spPr>
          <p:txBody>
            <a:bodyPr/>
            <a:lstStyle/>
            <a:p>
              <a:endParaRPr lang="en-DE"/>
            </a:p>
          </p:txBody>
        </p:sp>
        <p:sp>
          <p:nvSpPr>
            <p:cNvPr id="566" name="Shape 4">
              <a:extLst>
                <a:ext uri="{FF2B5EF4-FFF2-40B4-BE49-F238E27FC236}">
                  <a16:creationId xmlns:a16="http://schemas.microsoft.com/office/drawing/2014/main" id="{098B4A68-4FBA-4CC5-2D63-2F2E2E96A367}"/>
                </a:ext>
              </a:extLst>
            </p:cNvPr>
            <p:cNvSpPr/>
            <p:nvPr/>
          </p:nvSpPr>
          <p:spPr>
            <a:xfrm rot="5400000">
              <a:off x="8689453" y="2568963"/>
              <a:ext cx="581190" cy="779630"/>
            </a:xfrm>
            <a:prstGeom prst="line">
              <a:avLst/>
            </a:prstGeom>
            <a:noFill/>
            <a:ln w="3175">
              <a:solidFill>
                <a:srgbClr val="B8BFC9"/>
              </a:solidFill>
              <a:prstDash val="solid"/>
            </a:ln>
          </p:spPr>
          <p:txBody>
            <a:bodyPr/>
            <a:lstStyle/>
            <a:p>
              <a:endParaRPr lang="en-DE"/>
            </a:p>
          </p:txBody>
        </p:sp>
        <p:sp>
          <p:nvSpPr>
            <p:cNvPr id="567" name="Shape 5">
              <a:extLst>
                <a:ext uri="{FF2B5EF4-FFF2-40B4-BE49-F238E27FC236}">
                  <a16:creationId xmlns:a16="http://schemas.microsoft.com/office/drawing/2014/main" id="{B28E7B89-73CF-A75D-E20D-7921C7AB0A63}"/>
                </a:ext>
              </a:extLst>
            </p:cNvPr>
            <p:cNvSpPr/>
            <p:nvPr/>
          </p:nvSpPr>
          <p:spPr>
            <a:xfrm rot="5400000" flipV="1">
              <a:off x="9079269" y="2698901"/>
              <a:ext cx="581190" cy="519753"/>
            </a:xfrm>
            <a:prstGeom prst="line">
              <a:avLst/>
            </a:prstGeom>
            <a:noFill/>
            <a:ln w="3175">
              <a:solidFill>
                <a:srgbClr val="B8BFC9"/>
              </a:solidFill>
              <a:prstDash val="solid"/>
            </a:ln>
          </p:spPr>
          <p:txBody>
            <a:bodyPr/>
            <a:lstStyle/>
            <a:p>
              <a:endParaRPr lang="en-DE"/>
            </a:p>
          </p:txBody>
        </p:sp>
        <p:sp>
          <p:nvSpPr>
            <p:cNvPr id="568" name="Shape 6">
              <a:extLst>
                <a:ext uri="{FF2B5EF4-FFF2-40B4-BE49-F238E27FC236}">
                  <a16:creationId xmlns:a16="http://schemas.microsoft.com/office/drawing/2014/main" id="{27613DE9-6ECB-3902-E42E-370F9126494E}"/>
                </a:ext>
              </a:extLst>
            </p:cNvPr>
            <p:cNvSpPr/>
            <p:nvPr/>
          </p:nvSpPr>
          <p:spPr>
            <a:xfrm rot="5400000" flipV="1">
              <a:off x="8949331" y="2828839"/>
              <a:ext cx="581190" cy="259876"/>
            </a:xfrm>
            <a:prstGeom prst="line">
              <a:avLst/>
            </a:prstGeom>
            <a:noFill/>
            <a:ln w="3175">
              <a:solidFill>
                <a:srgbClr val="B8BFC9"/>
              </a:solidFill>
              <a:prstDash val="solid"/>
            </a:ln>
          </p:spPr>
          <p:txBody>
            <a:bodyPr/>
            <a:lstStyle/>
            <a:p>
              <a:endParaRPr lang="en-DE"/>
            </a:p>
          </p:txBody>
        </p:sp>
        <p:sp>
          <p:nvSpPr>
            <p:cNvPr id="569" name="Shape 7">
              <a:extLst>
                <a:ext uri="{FF2B5EF4-FFF2-40B4-BE49-F238E27FC236}">
                  <a16:creationId xmlns:a16="http://schemas.microsoft.com/office/drawing/2014/main" id="{6182BE70-C1C8-A19F-4EBC-D559187D5F24}"/>
                </a:ext>
              </a:extLst>
            </p:cNvPr>
            <p:cNvSpPr/>
            <p:nvPr/>
          </p:nvSpPr>
          <p:spPr>
            <a:xfrm rot="5400000">
              <a:off x="8819393" y="2958777"/>
              <a:ext cx="581190" cy="0"/>
            </a:xfrm>
            <a:prstGeom prst="line">
              <a:avLst/>
            </a:prstGeom>
            <a:noFill/>
            <a:ln w="3175">
              <a:solidFill>
                <a:srgbClr val="B8BFC9"/>
              </a:solidFill>
              <a:prstDash val="solid"/>
            </a:ln>
          </p:spPr>
          <p:txBody>
            <a:bodyPr/>
            <a:lstStyle/>
            <a:p>
              <a:endParaRPr lang="en-DE"/>
            </a:p>
          </p:txBody>
        </p:sp>
        <p:sp>
          <p:nvSpPr>
            <p:cNvPr id="570" name="Shape 8">
              <a:extLst>
                <a:ext uri="{FF2B5EF4-FFF2-40B4-BE49-F238E27FC236}">
                  <a16:creationId xmlns:a16="http://schemas.microsoft.com/office/drawing/2014/main" id="{7286E461-5039-8B39-F838-3643B7CC7ED7}"/>
                </a:ext>
              </a:extLst>
            </p:cNvPr>
            <p:cNvSpPr/>
            <p:nvPr/>
          </p:nvSpPr>
          <p:spPr>
            <a:xfrm rot="5400000">
              <a:off x="8689453" y="2828839"/>
              <a:ext cx="581190" cy="259876"/>
            </a:xfrm>
            <a:prstGeom prst="line">
              <a:avLst/>
            </a:prstGeom>
            <a:noFill/>
            <a:ln w="3175">
              <a:solidFill>
                <a:srgbClr val="B8BFC9"/>
              </a:solidFill>
              <a:prstDash val="solid"/>
            </a:ln>
          </p:spPr>
          <p:txBody>
            <a:bodyPr/>
            <a:lstStyle/>
            <a:p>
              <a:endParaRPr lang="en-DE"/>
            </a:p>
          </p:txBody>
        </p:sp>
        <p:sp>
          <p:nvSpPr>
            <p:cNvPr id="571" name="Shape 9">
              <a:extLst>
                <a:ext uri="{FF2B5EF4-FFF2-40B4-BE49-F238E27FC236}">
                  <a16:creationId xmlns:a16="http://schemas.microsoft.com/office/drawing/2014/main" id="{9978FFAD-8C63-13A4-1068-12B62A556E36}"/>
                </a:ext>
              </a:extLst>
            </p:cNvPr>
            <p:cNvSpPr/>
            <p:nvPr/>
          </p:nvSpPr>
          <p:spPr>
            <a:xfrm rot="5400000">
              <a:off x="8559515" y="2698901"/>
              <a:ext cx="581190" cy="519753"/>
            </a:xfrm>
            <a:prstGeom prst="line">
              <a:avLst/>
            </a:prstGeom>
            <a:noFill/>
            <a:ln w="3175">
              <a:solidFill>
                <a:srgbClr val="B8BFC9"/>
              </a:solidFill>
              <a:prstDash val="solid"/>
            </a:ln>
          </p:spPr>
          <p:txBody>
            <a:bodyPr/>
            <a:lstStyle/>
            <a:p>
              <a:endParaRPr lang="en-DE"/>
            </a:p>
          </p:txBody>
        </p:sp>
        <p:sp>
          <p:nvSpPr>
            <p:cNvPr id="572" name="Shape 10">
              <a:extLst>
                <a:ext uri="{FF2B5EF4-FFF2-40B4-BE49-F238E27FC236}">
                  <a16:creationId xmlns:a16="http://schemas.microsoft.com/office/drawing/2014/main" id="{4CAFABF1-0136-FE07-B9F3-75C5A963637E}"/>
                </a:ext>
              </a:extLst>
            </p:cNvPr>
            <p:cNvSpPr/>
            <p:nvPr/>
          </p:nvSpPr>
          <p:spPr>
            <a:xfrm rot="5400000" flipV="1">
              <a:off x="8949331" y="2568963"/>
              <a:ext cx="581190" cy="779630"/>
            </a:xfrm>
            <a:prstGeom prst="line">
              <a:avLst/>
            </a:prstGeom>
            <a:noFill/>
            <a:ln w="3175">
              <a:solidFill>
                <a:srgbClr val="B8BFC9"/>
              </a:solidFill>
              <a:prstDash val="solid"/>
            </a:ln>
          </p:spPr>
          <p:txBody>
            <a:bodyPr/>
            <a:lstStyle/>
            <a:p>
              <a:endParaRPr lang="en-DE"/>
            </a:p>
          </p:txBody>
        </p:sp>
        <p:sp>
          <p:nvSpPr>
            <p:cNvPr id="573" name="Shape 11">
              <a:extLst>
                <a:ext uri="{FF2B5EF4-FFF2-40B4-BE49-F238E27FC236}">
                  <a16:creationId xmlns:a16="http://schemas.microsoft.com/office/drawing/2014/main" id="{EB3FD584-6BD3-6C6F-E325-EB5CB450EE62}"/>
                </a:ext>
              </a:extLst>
            </p:cNvPr>
            <p:cNvSpPr/>
            <p:nvPr/>
          </p:nvSpPr>
          <p:spPr>
            <a:xfrm rot="5400000" flipV="1">
              <a:off x="8819393" y="2698901"/>
              <a:ext cx="581190" cy="519753"/>
            </a:xfrm>
            <a:prstGeom prst="line">
              <a:avLst/>
            </a:prstGeom>
            <a:noFill/>
            <a:ln w="3175">
              <a:solidFill>
                <a:srgbClr val="B8BFC9"/>
              </a:solidFill>
              <a:prstDash val="solid"/>
            </a:ln>
          </p:spPr>
          <p:txBody>
            <a:bodyPr/>
            <a:lstStyle/>
            <a:p>
              <a:endParaRPr lang="en-DE"/>
            </a:p>
          </p:txBody>
        </p:sp>
        <p:sp>
          <p:nvSpPr>
            <p:cNvPr id="574" name="Shape 12">
              <a:extLst>
                <a:ext uri="{FF2B5EF4-FFF2-40B4-BE49-F238E27FC236}">
                  <a16:creationId xmlns:a16="http://schemas.microsoft.com/office/drawing/2014/main" id="{EB29C281-BA4D-8436-0F75-50CC07BFCE53}"/>
                </a:ext>
              </a:extLst>
            </p:cNvPr>
            <p:cNvSpPr/>
            <p:nvPr/>
          </p:nvSpPr>
          <p:spPr>
            <a:xfrm rot="5400000" flipV="1">
              <a:off x="8689453" y="2828839"/>
              <a:ext cx="581190" cy="259876"/>
            </a:xfrm>
            <a:prstGeom prst="line">
              <a:avLst/>
            </a:prstGeom>
            <a:noFill/>
            <a:ln w="3175">
              <a:solidFill>
                <a:srgbClr val="B8BFC9"/>
              </a:solidFill>
              <a:prstDash val="solid"/>
            </a:ln>
          </p:spPr>
          <p:txBody>
            <a:bodyPr/>
            <a:lstStyle/>
            <a:p>
              <a:endParaRPr lang="en-DE"/>
            </a:p>
          </p:txBody>
        </p:sp>
        <p:sp>
          <p:nvSpPr>
            <p:cNvPr id="575" name="Shape 13">
              <a:extLst>
                <a:ext uri="{FF2B5EF4-FFF2-40B4-BE49-F238E27FC236}">
                  <a16:creationId xmlns:a16="http://schemas.microsoft.com/office/drawing/2014/main" id="{AB55A616-5577-4E40-492F-7E2738A6DCEC}"/>
                </a:ext>
              </a:extLst>
            </p:cNvPr>
            <p:cNvSpPr/>
            <p:nvPr/>
          </p:nvSpPr>
          <p:spPr>
            <a:xfrm rot="5400000">
              <a:off x="8559517" y="2958777"/>
              <a:ext cx="581190" cy="0"/>
            </a:xfrm>
            <a:prstGeom prst="line">
              <a:avLst/>
            </a:prstGeom>
            <a:noFill/>
            <a:ln w="3175">
              <a:solidFill>
                <a:srgbClr val="B8BFC9"/>
              </a:solidFill>
              <a:prstDash val="solid"/>
            </a:ln>
          </p:spPr>
          <p:txBody>
            <a:bodyPr/>
            <a:lstStyle/>
            <a:p>
              <a:endParaRPr lang="en-DE"/>
            </a:p>
          </p:txBody>
        </p:sp>
        <p:sp>
          <p:nvSpPr>
            <p:cNvPr id="192" name="Shape 14">
              <a:extLst>
                <a:ext uri="{FF2B5EF4-FFF2-40B4-BE49-F238E27FC236}">
                  <a16:creationId xmlns:a16="http://schemas.microsoft.com/office/drawing/2014/main" id="{856DC712-7B76-B1CE-DEC3-9D99B23B6403}"/>
                </a:ext>
              </a:extLst>
            </p:cNvPr>
            <p:cNvSpPr/>
            <p:nvPr/>
          </p:nvSpPr>
          <p:spPr>
            <a:xfrm rot="5400000">
              <a:off x="8429578" y="2828839"/>
              <a:ext cx="581190" cy="259876"/>
            </a:xfrm>
            <a:prstGeom prst="line">
              <a:avLst/>
            </a:prstGeom>
            <a:noFill/>
            <a:ln w="3175">
              <a:solidFill>
                <a:srgbClr val="B8BFC9"/>
              </a:solidFill>
              <a:prstDash val="solid"/>
            </a:ln>
          </p:spPr>
          <p:txBody>
            <a:bodyPr/>
            <a:lstStyle/>
            <a:p>
              <a:endParaRPr lang="en-DE"/>
            </a:p>
          </p:txBody>
        </p:sp>
        <p:sp>
          <p:nvSpPr>
            <p:cNvPr id="193" name="Shape 15">
              <a:extLst>
                <a:ext uri="{FF2B5EF4-FFF2-40B4-BE49-F238E27FC236}">
                  <a16:creationId xmlns:a16="http://schemas.microsoft.com/office/drawing/2014/main" id="{C7D1417E-D795-9822-42E0-873DA20459DB}"/>
                </a:ext>
              </a:extLst>
            </p:cNvPr>
            <p:cNvSpPr/>
            <p:nvPr/>
          </p:nvSpPr>
          <p:spPr>
            <a:xfrm rot="5400000" flipV="1">
              <a:off x="9404115" y="3474998"/>
              <a:ext cx="581190" cy="129938"/>
            </a:xfrm>
            <a:prstGeom prst="line">
              <a:avLst/>
            </a:prstGeom>
            <a:noFill/>
            <a:ln w="3175">
              <a:solidFill>
                <a:srgbClr val="B8BFC9"/>
              </a:solidFill>
              <a:prstDash val="solid"/>
            </a:ln>
          </p:spPr>
          <p:txBody>
            <a:bodyPr/>
            <a:lstStyle/>
            <a:p>
              <a:endParaRPr lang="en-DE"/>
            </a:p>
          </p:txBody>
        </p:sp>
        <p:sp>
          <p:nvSpPr>
            <p:cNvPr id="194" name="Shape 16">
              <a:extLst>
                <a:ext uri="{FF2B5EF4-FFF2-40B4-BE49-F238E27FC236}">
                  <a16:creationId xmlns:a16="http://schemas.microsoft.com/office/drawing/2014/main" id="{927BCD15-CE35-85BB-CECA-10DDE4C15379}"/>
                </a:ext>
              </a:extLst>
            </p:cNvPr>
            <p:cNvSpPr/>
            <p:nvPr/>
          </p:nvSpPr>
          <p:spPr>
            <a:xfrm rot="5400000">
              <a:off x="9274177" y="3474998"/>
              <a:ext cx="581190" cy="129938"/>
            </a:xfrm>
            <a:prstGeom prst="line">
              <a:avLst/>
            </a:prstGeom>
            <a:noFill/>
            <a:ln w="3175">
              <a:solidFill>
                <a:srgbClr val="B8BFC9"/>
              </a:solidFill>
              <a:prstDash val="solid"/>
            </a:ln>
          </p:spPr>
          <p:txBody>
            <a:bodyPr/>
            <a:lstStyle/>
            <a:p>
              <a:endParaRPr lang="en-DE"/>
            </a:p>
          </p:txBody>
        </p:sp>
        <p:sp>
          <p:nvSpPr>
            <p:cNvPr id="195" name="Shape 17">
              <a:extLst>
                <a:ext uri="{FF2B5EF4-FFF2-40B4-BE49-F238E27FC236}">
                  <a16:creationId xmlns:a16="http://schemas.microsoft.com/office/drawing/2014/main" id="{62DE1DDF-4BFE-2308-D1AD-9014B7937351}"/>
                </a:ext>
              </a:extLst>
            </p:cNvPr>
            <p:cNvSpPr/>
            <p:nvPr/>
          </p:nvSpPr>
          <p:spPr>
            <a:xfrm rot="5400000">
              <a:off x="9144238" y="3345060"/>
              <a:ext cx="581190" cy="389815"/>
            </a:xfrm>
            <a:prstGeom prst="line">
              <a:avLst/>
            </a:prstGeom>
            <a:noFill/>
            <a:ln w="3175">
              <a:solidFill>
                <a:srgbClr val="B8BFC9"/>
              </a:solidFill>
              <a:prstDash val="solid"/>
            </a:ln>
          </p:spPr>
          <p:txBody>
            <a:bodyPr/>
            <a:lstStyle/>
            <a:p>
              <a:endParaRPr lang="en-DE"/>
            </a:p>
          </p:txBody>
        </p:sp>
        <p:sp>
          <p:nvSpPr>
            <p:cNvPr id="196" name="Shape 18">
              <a:extLst>
                <a:ext uri="{FF2B5EF4-FFF2-40B4-BE49-F238E27FC236}">
                  <a16:creationId xmlns:a16="http://schemas.microsoft.com/office/drawing/2014/main" id="{749D2DBB-AF98-AAE5-BDA8-FFB9462AD04E}"/>
                </a:ext>
              </a:extLst>
            </p:cNvPr>
            <p:cNvSpPr/>
            <p:nvPr/>
          </p:nvSpPr>
          <p:spPr>
            <a:xfrm rot="5400000">
              <a:off x="9014300" y="3215122"/>
              <a:ext cx="581190" cy="649691"/>
            </a:xfrm>
            <a:prstGeom prst="line">
              <a:avLst/>
            </a:prstGeom>
            <a:noFill/>
            <a:ln w="3175">
              <a:solidFill>
                <a:srgbClr val="B8BFC9"/>
              </a:solidFill>
              <a:prstDash val="solid"/>
            </a:ln>
          </p:spPr>
          <p:txBody>
            <a:bodyPr/>
            <a:lstStyle/>
            <a:p>
              <a:endParaRPr lang="en-DE"/>
            </a:p>
          </p:txBody>
        </p:sp>
        <p:sp>
          <p:nvSpPr>
            <p:cNvPr id="197" name="Shape 19">
              <a:extLst>
                <a:ext uri="{FF2B5EF4-FFF2-40B4-BE49-F238E27FC236}">
                  <a16:creationId xmlns:a16="http://schemas.microsoft.com/office/drawing/2014/main" id="{4F0F846A-6C68-04FF-49A5-06FF01B92306}"/>
                </a:ext>
              </a:extLst>
            </p:cNvPr>
            <p:cNvSpPr/>
            <p:nvPr/>
          </p:nvSpPr>
          <p:spPr>
            <a:xfrm rot="5400000">
              <a:off x="8884362" y="3085184"/>
              <a:ext cx="581190" cy="909567"/>
            </a:xfrm>
            <a:prstGeom prst="line">
              <a:avLst/>
            </a:prstGeom>
            <a:noFill/>
            <a:ln w="3175">
              <a:solidFill>
                <a:srgbClr val="B8BFC9"/>
              </a:solidFill>
              <a:prstDash val="solid"/>
            </a:ln>
          </p:spPr>
          <p:txBody>
            <a:bodyPr/>
            <a:lstStyle/>
            <a:p>
              <a:endParaRPr lang="en-DE"/>
            </a:p>
          </p:txBody>
        </p:sp>
        <p:sp>
          <p:nvSpPr>
            <p:cNvPr id="198" name="Shape 20">
              <a:extLst>
                <a:ext uri="{FF2B5EF4-FFF2-40B4-BE49-F238E27FC236}">
                  <a16:creationId xmlns:a16="http://schemas.microsoft.com/office/drawing/2014/main" id="{D0FA0FDF-F784-3570-1589-1436E91F21B0}"/>
                </a:ext>
              </a:extLst>
            </p:cNvPr>
            <p:cNvSpPr/>
            <p:nvPr/>
          </p:nvSpPr>
          <p:spPr>
            <a:xfrm rot="5400000">
              <a:off x="8754424" y="2955246"/>
              <a:ext cx="581190" cy="1169443"/>
            </a:xfrm>
            <a:prstGeom prst="line">
              <a:avLst/>
            </a:prstGeom>
            <a:noFill/>
            <a:ln w="3175">
              <a:solidFill>
                <a:srgbClr val="B8BFC9"/>
              </a:solidFill>
              <a:prstDash val="solid"/>
            </a:ln>
          </p:spPr>
          <p:txBody>
            <a:bodyPr/>
            <a:lstStyle/>
            <a:p>
              <a:endParaRPr lang="en-DE"/>
            </a:p>
          </p:txBody>
        </p:sp>
        <p:sp>
          <p:nvSpPr>
            <p:cNvPr id="199" name="Shape 21">
              <a:extLst>
                <a:ext uri="{FF2B5EF4-FFF2-40B4-BE49-F238E27FC236}">
                  <a16:creationId xmlns:a16="http://schemas.microsoft.com/office/drawing/2014/main" id="{A4CDECC8-5F04-648D-119B-60CA2177B7BB}"/>
                </a:ext>
              </a:extLst>
            </p:cNvPr>
            <p:cNvSpPr/>
            <p:nvPr/>
          </p:nvSpPr>
          <p:spPr>
            <a:xfrm rot="5400000" flipV="1">
              <a:off x="9274177" y="3345060"/>
              <a:ext cx="581190" cy="389815"/>
            </a:xfrm>
            <a:prstGeom prst="line">
              <a:avLst/>
            </a:prstGeom>
            <a:noFill/>
            <a:ln w="3175">
              <a:solidFill>
                <a:srgbClr val="B8BFC9"/>
              </a:solidFill>
              <a:prstDash val="solid"/>
            </a:ln>
          </p:spPr>
          <p:txBody>
            <a:bodyPr/>
            <a:lstStyle/>
            <a:p>
              <a:endParaRPr lang="en-DE"/>
            </a:p>
          </p:txBody>
        </p:sp>
        <p:sp>
          <p:nvSpPr>
            <p:cNvPr id="200" name="Shape 22">
              <a:extLst>
                <a:ext uri="{FF2B5EF4-FFF2-40B4-BE49-F238E27FC236}">
                  <a16:creationId xmlns:a16="http://schemas.microsoft.com/office/drawing/2014/main" id="{BD6795FC-9239-0B92-CE2D-A8C704F7359A}"/>
                </a:ext>
              </a:extLst>
            </p:cNvPr>
            <p:cNvSpPr/>
            <p:nvPr/>
          </p:nvSpPr>
          <p:spPr>
            <a:xfrm rot="5400000" flipV="1">
              <a:off x="9144238" y="3474998"/>
              <a:ext cx="581190" cy="129938"/>
            </a:xfrm>
            <a:prstGeom prst="line">
              <a:avLst/>
            </a:prstGeom>
            <a:noFill/>
            <a:ln w="3175">
              <a:solidFill>
                <a:srgbClr val="B8BFC9"/>
              </a:solidFill>
              <a:prstDash val="solid"/>
            </a:ln>
          </p:spPr>
          <p:txBody>
            <a:bodyPr/>
            <a:lstStyle/>
            <a:p>
              <a:endParaRPr lang="en-DE"/>
            </a:p>
          </p:txBody>
        </p:sp>
        <p:sp>
          <p:nvSpPr>
            <p:cNvPr id="201" name="Shape 23">
              <a:extLst>
                <a:ext uri="{FF2B5EF4-FFF2-40B4-BE49-F238E27FC236}">
                  <a16:creationId xmlns:a16="http://schemas.microsoft.com/office/drawing/2014/main" id="{2D2C736E-A8C7-BF4A-D7F9-F9449FE6822F}"/>
                </a:ext>
              </a:extLst>
            </p:cNvPr>
            <p:cNvSpPr/>
            <p:nvPr/>
          </p:nvSpPr>
          <p:spPr>
            <a:xfrm rot="5400000">
              <a:off x="9014299" y="3474998"/>
              <a:ext cx="581190" cy="129938"/>
            </a:xfrm>
            <a:prstGeom prst="line">
              <a:avLst/>
            </a:prstGeom>
            <a:noFill/>
            <a:ln w="3175">
              <a:solidFill>
                <a:srgbClr val="B8BFC9"/>
              </a:solidFill>
              <a:prstDash val="solid"/>
            </a:ln>
          </p:spPr>
          <p:txBody>
            <a:bodyPr/>
            <a:lstStyle/>
            <a:p>
              <a:endParaRPr lang="en-DE"/>
            </a:p>
          </p:txBody>
        </p:sp>
        <p:sp>
          <p:nvSpPr>
            <p:cNvPr id="202" name="Shape 24">
              <a:extLst>
                <a:ext uri="{FF2B5EF4-FFF2-40B4-BE49-F238E27FC236}">
                  <a16:creationId xmlns:a16="http://schemas.microsoft.com/office/drawing/2014/main" id="{5C9F00A9-1A3D-30CA-59CF-8ED9DD5D93A1}"/>
                </a:ext>
              </a:extLst>
            </p:cNvPr>
            <p:cNvSpPr/>
            <p:nvPr/>
          </p:nvSpPr>
          <p:spPr>
            <a:xfrm rot="5400000">
              <a:off x="8884361" y="3345060"/>
              <a:ext cx="581190" cy="389815"/>
            </a:xfrm>
            <a:prstGeom prst="line">
              <a:avLst/>
            </a:prstGeom>
            <a:noFill/>
            <a:ln w="3175">
              <a:solidFill>
                <a:srgbClr val="B8BFC9"/>
              </a:solidFill>
              <a:prstDash val="solid"/>
            </a:ln>
          </p:spPr>
          <p:txBody>
            <a:bodyPr/>
            <a:lstStyle/>
            <a:p>
              <a:endParaRPr lang="en-DE"/>
            </a:p>
          </p:txBody>
        </p:sp>
        <p:sp>
          <p:nvSpPr>
            <p:cNvPr id="203" name="Shape 25">
              <a:extLst>
                <a:ext uri="{FF2B5EF4-FFF2-40B4-BE49-F238E27FC236}">
                  <a16:creationId xmlns:a16="http://schemas.microsoft.com/office/drawing/2014/main" id="{75B0140F-7A54-D911-240D-D77540C294D2}"/>
                </a:ext>
              </a:extLst>
            </p:cNvPr>
            <p:cNvSpPr/>
            <p:nvPr/>
          </p:nvSpPr>
          <p:spPr>
            <a:xfrm rot="5400000">
              <a:off x="8754424" y="3215122"/>
              <a:ext cx="581190" cy="649691"/>
            </a:xfrm>
            <a:prstGeom prst="line">
              <a:avLst/>
            </a:prstGeom>
            <a:noFill/>
            <a:ln w="3175">
              <a:solidFill>
                <a:srgbClr val="B8BFC9"/>
              </a:solidFill>
              <a:prstDash val="solid"/>
            </a:ln>
          </p:spPr>
          <p:txBody>
            <a:bodyPr/>
            <a:lstStyle/>
            <a:p>
              <a:endParaRPr lang="en-DE"/>
            </a:p>
          </p:txBody>
        </p:sp>
        <p:sp>
          <p:nvSpPr>
            <p:cNvPr id="204" name="Shape 26">
              <a:extLst>
                <a:ext uri="{FF2B5EF4-FFF2-40B4-BE49-F238E27FC236}">
                  <a16:creationId xmlns:a16="http://schemas.microsoft.com/office/drawing/2014/main" id="{0B15257C-CED8-C2F0-7DC0-B233DD118E2E}"/>
                </a:ext>
              </a:extLst>
            </p:cNvPr>
            <p:cNvSpPr/>
            <p:nvPr/>
          </p:nvSpPr>
          <p:spPr>
            <a:xfrm rot="5400000">
              <a:off x="8624486" y="3085184"/>
              <a:ext cx="581190" cy="909567"/>
            </a:xfrm>
            <a:prstGeom prst="line">
              <a:avLst/>
            </a:prstGeom>
            <a:noFill/>
            <a:ln w="3175">
              <a:solidFill>
                <a:srgbClr val="B8BFC9"/>
              </a:solidFill>
              <a:prstDash val="solid"/>
            </a:ln>
          </p:spPr>
          <p:txBody>
            <a:bodyPr/>
            <a:lstStyle/>
            <a:p>
              <a:endParaRPr lang="en-DE"/>
            </a:p>
          </p:txBody>
        </p:sp>
        <p:sp>
          <p:nvSpPr>
            <p:cNvPr id="205" name="Shape 27">
              <a:extLst>
                <a:ext uri="{FF2B5EF4-FFF2-40B4-BE49-F238E27FC236}">
                  <a16:creationId xmlns:a16="http://schemas.microsoft.com/office/drawing/2014/main" id="{6DE3928D-ECD1-590E-DEA4-399BB2D4D6ED}"/>
                </a:ext>
              </a:extLst>
            </p:cNvPr>
            <p:cNvSpPr/>
            <p:nvPr/>
          </p:nvSpPr>
          <p:spPr>
            <a:xfrm rot="5400000" flipV="1">
              <a:off x="9144238" y="3215122"/>
              <a:ext cx="581190" cy="649691"/>
            </a:xfrm>
            <a:prstGeom prst="line">
              <a:avLst/>
            </a:prstGeom>
            <a:noFill/>
            <a:ln w="3175">
              <a:solidFill>
                <a:srgbClr val="B8BFC9"/>
              </a:solidFill>
              <a:prstDash val="solid"/>
            </a:ln>
          </p:spPr>
          <p:txBody>
            <a:bodyPr/>
            <a:lstStyle/>
            <a:p>
              <a:endParaRPr lang="en-DE"/>
            </a:p>
          </p:txBody>
        </p:sp>
        <p:sp>
          <p:nvSpPr>
            <p:cNvPr id="206" name="Shape 28">
              <a:extLst>
                <a:ext uri="{FF2B5EF4-FFF2-40B4-BE49-F238E27FC236}">
                  <a16:creationId xmlns:a16="http://schemas.microsoft.com/office/drawing/2014/main" id="{883FE8B5-2A80-FB1E-2A51-3A9308DCBEE6}"/>
                </a:ext>
              </a:extLst>
            </p:cNvPr>
            <p:cNvSpPr/>
            <p:nvPr/>
          </p:nvSpPr>
          <p:spPr>
            <a:xfrm rot="5400000" flipV="1">
              <a:off x="9014299" y="3345060"/>
              <a:ext cx="581190" cy="389815"/>
            </a:xfrm>
            <a:prstGeom prst="line">
              <a:avLst/>
            </a:prstGeom>
            <a:noFill/>
            <a:ln w="3175">
              <a:solidFill>
                <a:srgbClr val="B8BFC9"/>
              </a:solidFill>
              <a:prstDash val="solid"/>
            </a:ln>
          </p:spPr>
          <p:txBody>
            <a:bodyPr/>
            <a:lstStyle/>
            <a:p>
              <a:endParaRPr lang="en-DE"/>
            </a:p>
          </p:txBody>
        </p:sp>
        <p:sp>
          <p:nvSpPr>
            <p:cNvPr id="207" name="Shape 29">
              <a:extLst>
                <a:ext uri="{FF2B5EF4-FFF2-40B4-BE49-F238E27FC236}">
                  <a16:creationId xmlns:a16="http://schemas.microsoft.com/office/drawing/2014/main" id="{CA2F8D38-EEAA-EC01-73EC-78F6A03127DC}"/>
                </a:ext>
              </a:extLst>
            </p:cNvPr>
            <p:cNvSpPr/>
            <p:nvPr/>
          </p:nvSpPr>
          <p:spPr>
            <a:xfrm rot="5400000" flipV="1">
              <a:off x="8884361" y="3474998"/>
              <a:ext cx="581190" cy="129938"/>
            </a:xfrm>
            <a:prstGeom prst="line">
              <a:avLst/>
            </a:prstGeom>
            <a:noFill/>
            <a:ln w="3175">
              <a:solidFill>
                <a:srgbClr val="B8BFC9"/>
              </a:solidFill>
              <a:prstDash val="solid"/>
            </a:ln>
          </p:spPr>
          <p:txBody>
            <a:bodyPr/>
            <a:lstStyle/>
            <a:p>
              <a:endParaRPr lang="en-DE"/>
            </a:p>
          </p:txBody>
        </p:sp>
        <p:sp>
          <p:nvSpPr>
            <p:cNvPr id="208" name="Shape 30">
              <a:extLst>
                <a:ext uri="{FF2B5EF4-FFF2-40B4-BE49-F238E27FC236}">
                  <a16:creationId xmlns:a16="http://schemas.microsoft.com/office/drawing/2014/main" id="{50A02948-C866-B70C-3AFB-EB1BF50CDCD5}"/>
                </a:ext>
              </a:extLst>
            </p:cNvPr>
            <p:cNvSpPr/>
            <p:nvPr/>
          </p:nvSpPr>
          <p:spPr>
            <a:xfrm rot="5400000">
              <a:off x="8754423" y="3474998"/>
              <a:ext cx="581190" cy="129938"/>
            </a:xfrm>
            <a:prstGeom prst="line">
              <a:avLst/>
            </a:prstGeom>
            <a:noFill/>
            <a:ln w="3175">
              <a:solidFill>
                <a:srgbClr val="B8BFC9"/>
              </a:solidFill>
              <a:prstDash val="solid"/>
            </a:ln>
          </p:spPr>
          <p:txBody>
            <a:bodyPr/>
            <a:lstStyle/>
            <a:p>
              <a:endParaRPr lang="en-DE"/>
            </a:p>
          </p:txBody>
        </p:sp>
        <p:sp>
          <p:nvSpPr>
            <p:cNvPr id="209" name="Shape 31">
              <a:extLst>
                <a:ext uri="{FF2B5EF4-FFF2-40B4-BE49-F238E27FC236}">
                  <a16:creationId xmlns:a16="http://schemas.microsoft.com/office/drawing/2014/main" id="{90007FB4-218E-8746-E39C-1447534E41D2}"/>
                </a:ext>
              </a:extLst>
            </p:cNvPr>
            <p:cNvSpPr/>
            <p:nvPr/>
          </p:nvSpPr>
          <p:spPr>
            <a:xfrm rot="5400000">
              <a:off x="8624485" y="3345060"/>
              <a:ext cx="581190" cy="389815"/>
            </a:xfrm>
            <a:prstGeom prst="line">
              <a:avLst/>
            </a:prstGeom>
            <a:noFill/>
            <a:ln w="3175">
              <a:solidFill>
                <a:srgbClr val="B8BFC9"/>
              </a:solidFill>
              <a:prstDash val="solid"/>
            </a:ln>
          </p:spPr>
          <p:txBody>
            <a:bodyPr/>
            <a:lstStyle/>
            <a:p>
              <a:endParaRPr lang="en-DE"/>
            </a:p>
          </p:txBody>
        </p:sp>
        <p:sp>
          <p:nvSpPr>
            <p:cNvPr id="210" name="Shape 32">
              <a:extLst>
                <a:ext uri="{FF2B5EF4-FFF2-40B4-BE49-F238E27FC236}">
                  <a16:creationId xmlns:a16="http://schemas.microsoft.com/office/drawing/2014/main" id="{BABC5B87-2F02-69AA-6E99-2BBB14342904}"/>
                </a:ext>
              </a:extLst>
            </p:cNvPr>
            <p:cNvSpPr/>
            <p:nvPr/>
          </p:nvSpPr>
          <p:spPr>
            <a:xfrm rot="5400000">
              <a:off x="8494549" y="3215122"/>
              <a:ext cx="581190" cy="649691"/>
            </a:xfrm>
            <a:prstGeom prst="line">
              <a:avLst/>
            </a:prstGeom>
            <a:noFill/>
            <a:ln w="3175">
              <a:solidFill>
                <a:srgbClr val="B8BFC9"/>
              </a:solidFill>
              <a:prstDash val="solid"/>
            </a:ln>
          </p:spPr>
          <p:txBody>
            <a:bodyPr/>
            <a:lstStyle/>
            <a:p>
              <a:endParaRPr lang="en-DE"/>
            </a:p>
          </p:txBody>
        </p:sp>
        <p:sp>
          <p:nvSpPr>
            <p:cNvPr id="211" name="Shape 33">
              <a:extLst>
                <a:ext uri="{FF2B5EF4-FFF2-40B4-BE49-F238E27FC236}">
                  <a16:creationId xmlns:a16="http://schemas.microsoft.com/office/drawing/2014/main" id="{8646980E-EF2D-71CA-2FA3-A805498C7BF5}"/>
                </a:ext>
              </a:extLst>
            </p:cNvPr>
            <p:cNvSpPr/>
            <p:nvPr/>
          </p:nvSpPr>
          <p:spPr>
            <a:xfrm rot="5400000" flipV="1">
              <a:off x="9014300" y="3085184"/>
              <a:ext cx="581190" cy="909567"/>
            </a:xfrm>
            <a:prstGeom prst="line">
              <a:avLst/>
            </a:prstGeom>
            <a:noFill/>
            <a:ln w="3175">
              <a:solidFill>
                <a:srgbClr val="B8BFC9"/>
              </a:solidFill>
              <a:prstDash val="solid"/>
            </a:ln>
          </p:spPr>
          <p:txBody>
            <a:bodyPr/>
            <a:lstStyle/>
            <a:p>
              <a:endParaRPr lang="en-DE"/>
            </a:p>
          </p:txBody>
        </p:sp>
        <p:sp>
          <p:nvSpPr>
            <p:cNvPr id="212" name="Shape 34">
              <a:extLst>
                <a:ext uri="{FF2B5EF4-FFF2-40B4-BE49-F238E27FC236}">
                  <a16:creationId xmlns:a16="http://schemas.microsoft.com/office/drawing/2014/main" id="{B5C407FF-F9A2-93BA-8CE7-87423631F5E2}"/>
                </a:ext>
              </a:extLst>
            </p:cNvPr>
            <p:cNvSpPr/>
            <p:nvPr/>
          </p:nvSpPr>
          <p:spPr>
            <a:xfrm rot="5400000" flipV="1">
              <a:off x="8884362" y="3215122"/>
              <a:ext cx="581190" cy="649691"/>
            </a:xfrm>
            <a:prstGeom prst="line">
              <a:avLst/>
            </a:prstGeom>
            <a:noFill/>
            <a:ln w="3175">
              <a:solidFill>
                <a:srgbClr val="B8BFC9"/>
              </a:solidFill>
              <a:prstDash val="solid"/>
            </a:ln>
          </p:spPr>
          <p:txBody>
            <a:bodyPr/>
            <a:lstStyle/>
            <a:p>
              <a:endParaRPr lang="en-DE"/>
            </a:p>
          </p:txBody>
        </p:sp>
        <p:sp>
          <p:nvSpPr>
            <p:cNvPr id="213" name="Shape 35">
              <a:extLst>
                <a:ext uri="{FF2B5EF4-FFF2-40B4-BE49-F238E27FC236}">
                  <a16:creationId xmlns:a16="http://schemas.microsoft.com/office/drawing/2014/main" id="{394CC63D-EF87-46CA-B456-E0AAB169662A}"/>
                </a:ext>
              </a:extLst>
            </p:cNvPr>
            <p:cNvSpPr/>
            <p:nvPr/>
          </p:nvSpPr>
          <p:spPr>
            <a:xfrm rot="5400000" flipV="1">
              <a:off x="8754423" y="3345060"/>
              <a:ext cx="581190" cy="389815"/>
            </a:xfrm>
            <a:prstGeom prst="line">
              <a:avLst/>
            </a:prstGeom>
            <a:noFill/>
            <a:ln w="3175">
              <a:solidFill>
                <a:srgbClr val="B8BFC9"/>
              </a:solidFill>
              <a:prstDash val="solid"/>
            </a:ln>
          </p:spPr>
          <p:txBody>
            <a:bodyPr/>
            <a:lstStyle/>
            <a:p>
              <a:endParaRPr lang="en-DE"/>
            </a:p>
          </p:txBody>
        </p:sp>
        <p:sp>
          <p:nvSpPr>
            <p:cNvPr id="214" name="Shape 36">
              <a:extLst>
                <a:ext uri="{FF2B5EF4-FFF2-40B4-BE49-F238E27FC236}">
                  <a16:creationId xmlns:a16="http://schemas.microsoft.com/office/drawing/2014/main" id="{190CE7E4-6F25-A929-B93A-F1AB6EB42163}"/>
                </a:ext>
              </a:extLst>
            </p:cNvPr>
            <p:cNvSpPr/>
            <p:nvPr/>
          </p:nvSpPr>
          <p:spPr>
            <a:xfrm rot="5400000" flipV="1">
              <a:off x="8624486" y="3474998"/>
              <a:ext cx="581190" cy="129938"/>
            </a:xfrm>
            <a:prstGeom prst="line">
              <a:avLst/>
            </a:prstGeom>
            <a:noFill/>
            <a:ln w="3175">
              <a:solidFill>
                <a:srgbClr val="B8BFC9"/>
              </a:solidFill>
              <a:prstDash val="solid"/>
            </a:ln>
          </p:spPr>
          <p:txBody>
            <a:bodyPr/>
            <a:lstStyle/>
            <a:p>
              <a:endParaRPr lang="en-DE"/>
            </a:p>
          </p:txBody>
        </p:sp>
        <p:sp>
          <p:nvSpPr>
            <p:cNvPr id="215" name="Shape 37">
              <a:extLst>
                <a:ext uri="{FF2B5EF4-FFF2-40B4-BE49-F238E27FC236}">
                  <a16:creationId xmlns:a16="http://schemas.microsoft.com/office/drawing/2014/main" id="{5A9D862E-4101-4A24-D913-7952E003E78E}"/>
                </a:ext>
              </a:extLst>
            </p:cNvPr>
            <p:cNvSpPr/>
            <p:nvPr/>
          </p:nvSpPr>
          <p:spPr>
            <a:xfrm rot="5400000">
              <a:off x="8494548" y="3474998"/>
              <a:ext cx="581190" cy="129938"/>
            </a:xfrm>
            <a:prstGeom prst="line">
              <a:avLst/>
            </a:prstGeom>
            <a:noFill/>
            <a:ln w="3175">
              <a:solidFill>
                <a:srgbClr val="B8BFC9"/>
              </a:solidFill>
              <a:prstDash val="solid"/>
            </a:ln>
          </p:spPr>
          <p:txBody>
            <a:bodyPr/>
            <a:lstStyle/>
            <a:p>
              <a:endParaRPr lang="en-DE"/>
            </a:p>
          </p:txBody>
        </p:sp>
        <p:sp>
          <p:nvSpPr>
            <p:cNvPr id="216" name="Shape 38">
              <a:extLst>
                <a:ext uri="{FF2B5EF4-FFF2-40B4-BE49-F238E27FC236}">
                  <a16:creationId xmlns:a16="http://schemas.microsoft.com/office/drawing/2014/main" id="{0D98F643-C5D2-B14F-BE07-DF7081CE4159}"/>
                </a:ext>
              </a:extLst>
            </p:cNvPr>
            <p:cNvSpPr/>
            <p:nvPr/>
          </p:nvSpPr>
          <p:spPr>
            <a:xfrm rot="5400000">
              <a:off x="8364610" y="3345060"/>
              <a:ext cx="581190" cy="389815"/>
            </a:xfrm>
            <a:prstGeom prst="line">
              <a:avLst/>
            </a:prstGeom>
            <a:noFill/>
            <a:ln w="3175">
              <a:solidFill>
                <a:srgbClr val="B8BFC9"/>
              </a:solidFill>
              <a:prstDash val="solid"/>
            </a:ln>
          </p:spPr>
          <p:txBody>
            <a:bodyPr/>
            <a:lstStyle/>
            <a:p>
              <a:endParaRPr lang="en-DE"/>
            </a:p>
          </p:txBody>
        </p:sp>
        <p:sp>
          <p:nvSpPr>
            <p:cNvPr id="217" name="Shape 39">
              <a:extLst>
                <a:ext uri="{FF2B5EF4-FFF2-40B4-BE49-F238E27FC236}">
                  <a16:creationId xmlns:a16="http://schemas.microsoft.com/office/drawing/2014/main" id="{59BA51F9-4A98-E282-C163-2EB45FF29749}"/>
                </a:ext>
              </a:extLst>
            </p:cNvPr>
            <p:cNvSpPr/>
            <p:nvPr/>
          </p:nvSpPr>
          <p:spPr>
            <a:xfrm rot="5400000" flipV="1">
              <a:off x="8884362" y="2955246"/>
              <a:ext cx="581190" cy="1169443"/>
            </a:xfrm>
            <a:prstGeom prst="line">
              <a:avLst/>
            </a:prstGeom>
            <a:noFill/>
            <a:ln w="3175">
              <a:solidFill>
                <a:srgbClr val="B8BFC9"/>
              </a:solidFill>
              <a:prstDash val="solid"/>
            </a:ln>
          </p:spPr>
          <p:txBody>
            <a:bodyPr/>
            <a:lstStyle/>
            <a:p>
              <a:endParaRPr lang="en-DE"/>
            </a:p>
          </p:txBody>
        </p:sp>
        <p:sp>
          <p:nvSpPr>
            <p:cNvPr id="218" name="Shape 40">
              <a:extLst>
                <a:ext uri="{FF2B5EF4-FFF2-40B4-BE49-F238E27FC236}">
                  <a16:creationId xmlns:a16="http://schemas.microsoft.com/office/drawing/2014/main" id="{ECF3F5D7-76F2-E184-337B-EAFBC06C5C8B}"/>
                </a:ext>
              </a:extLst>
            </p:cNvPr>
            <p:cNvSpPr/>
            <p:nvPr/>
          </p:nvSpPr>
          <p:spPr>
            <a:xfrm rot="5400000" flipV="1">
              <a:off x="8754424" y="3085184"/>
              <a:ext cx="581190" cy="909567"/>
            </a:xfrm>
            <a:prstGeom prst="line">
              <a:avLst/>
            </a:prstGeom>
            <a:noFill/>
            <a:ln w="3175">
              <a:solidFill>
                <a:srgbClr val="B8BFC9"/>
              </a:solidFill>
              <a:prstDash val="solid"/>
            </a:ln>
          </p:spPr>
          <p:txBody>
            <a:bodyPr/>
            <a:lstStyle/>
            <a:p>
              <a:endParaRPr lang="en-DE"/>
            </a:p>
          </p:txBody>
        </p:sp>
        <p:sp>
          <p:nvSpPr>
            <p:cNvPr id="219" name="Shape 41">
              <a:extLst>
                <a:ext uri="{FF2B5EF4-FFF2-40B4-BE49-F238E27FC236}">
                  <a16:creationId xmlns:a16="http://schemas.microsoft.com/office/drawing/2014/main" id="{8AD656E9-5D9C-BE33-B69C-B1C93A55959C}"/>
                </a:ext>
              </a:extLst>
            </p:cNvPr>
            <p:cNvSpPr/>
            <p:nvPr/>
          </p:nvSpPr>
          <p:spPr>
            <a:xfrm rot="5400000" flipV="1">
              <a:off x="8624486" y="3215122"/>
              <a:ext cx="581190" cy="649691"/>
            </a:xfrm>
            <a:prstGeom prst="line">
              <a:avLst/>
            </a:prstGeom>
            <a:noFill/>
            <a:ln w="3175">
              <a:solidFill>
                <a:srgbClr val="B8BFC9"/>
              </a:solidFill>
              <a:prstDash val="solid"/>
            </a:ln>
          </p:spPr>
          <p:txBody>
            <a:bodyPr/>
            <a:lstStyle/>
            <a:p>
              <a:endParaRPr lang="en-DE"/>
            </a:p>
          </p:txBody>
        </p:sp>
        <p:sp>
          <p:nvSpPr>
            <p:cNvPr id="220" name="Shape 42">
              <a:extLst>
                <a:ext uri="{FF2B5EF4-FFF2-40B4-BE49-F238E27FC236}">
                  <a16:creationId xmlns:a16="http://schemas.microsoft.com/office/drawing/2014/main" id="{F440F3ED-65C2-8D89-64D9-E490D79D0CEF}"/>
                </a:ext>
              </a:extLst>
            </p:cNvPr>
            <p:cNvSpPr/>
            <p:nvPr/>
          </p:nvSpPr>
          <p:spPr>
            <a:xfrm rot="5400000" flipV="1">
              <a:off x="8494548" y="3345060"/>
              <a:ext cx="581190" cy="389815"/>
            </a:xfrm>
            <a:prstGeom prst="line">
              <a:avLst/>
            </a:prstGeom>
            <a:noFill/>
            <a:ln w="3175">
              <a:solidFill>
                <a:srgbClr val="B8BFC9"/>
              </a:solidFill>
              <a:prstDash val="solid"/>
            </a:ln>
          </p:spPr>
          <p:txBody>
            <a:bodyPr/>
            <a:lstStyle/>
            <a:p>
              <a:endParaRPr lang="en-DE"/>
            </a:p>
          </p:txBody>
        </p:sp>
        <p:sp>
          <p:nvSpPr>
            <p:cNvPr id="221" name="Shape 43">
              <a:extLst>
                <a:ext uri="{FF2B5EF4-FFF2-40B4-BE49-F238E27FC236}">
                  <a16:creationId xmlns:a16="http://schemas.microsoft.com/office/drawing/2014/main" id="{2C7B69FB-2542-FB15-D6A4-EF17D499D48C}"/>
                </a:ext>
              </a:extLst>
            </p:cNvPr>
            <p:cNvSpPr/>
            <p:nvPr/>
          </p:nvSpPr>
          <p:spPr>
            <a:xfrm rot="5400000" flipV="1">
              <a:off x="8364610" y="3474998"/>
              <a:ext cx="581190" cy="129938"/>
            </a:xfrm>
            <a:prstGeom prst="line">
              <a:avLst/>
            </a:prstGeom>
            <a:noFill/>
            <a:ln w="3175">
              <a:solidFill>
                <a:srgbClr val="B8BFC9"/>
              </a:solidFill>
              <a:prstDash val="solid"/>
            </a:ln>
          </p:spPr>
          <p:txBody>
            <a:bodyPr/>
            <a:lstStyle/>
            <a:p>
              <a:endParaRPr lang="en-DE"/>
            </a:p>
          </p:txBody>
        </p:sp>
        <p:sp>
          <p:nvSpPr>
            <p:cNvPr id="222" name="Shape 44">
              <a:extLst>
                <a:ext uri="{FF2B5EF4-FFF2-40B4-BE49-F238E27FC236}">
                  <a16:creationId xmlns:a16="http://schemas.microsoft.com/office/drawing/2014/main" id="{F267D534-B280-228B-DB18-630794A89F98}"/>
                </a:ext>
              </a:extLst>
            </p:cNvPr>
            <p:cNvSpPr/>
            <p:nvPr/>
          </p:nvSpPr>
          <p:spPr>
            <a:xfrm rot="5400000">
              <a:off x="8234672" y="3474998"/>
              <a:ext cx="581190" cy="129938"/>
            </a:xfrm>
            <a:prstGeom prst="line">
              <a:avLst/>
            </a:prstGeom>
            <a:noFill/>
            <a:ln w="3175">
              <a:solidFill>
                <a:srgbClr val="B8BFC9"/>
              </a:solidFill>
              <a:prstDash val="solid"/>
            </a:ln>
          </p:spPr>
          <p:txBody>
            <a:bodyPr/>
            <a:lstStyle/>
            <a:p>
              <a:endParaRPr lang="en-DE"/>
            </a:p>
          </p:txBody>
        </p:sp>
        <p:sp>
          <p:nvSpPr>
            <p:cNvPr id="229" name="Shape 45">
              <a:extLst>
                <a:ext uri="{FF2B5EF4-FFF2-40B4-BE49-F238E27FC236}">
                  <a16:creationId xmlns:a16="http://schemas.microsoft.com/office/drawing/2014/main" id="{1EF040B1-2CC1-B847-D9F8-2C9BDDFF617B}"/>
                </a:ext>
              </a:extLst>
            </p:cNvPr>
            <p:cNvSpPr/>
            <p:nvPr/>
          </p:nvSpPr>
          <p:spPr>
            <a:xfrm rot="5400000">
              <a:off x="9404115" y="4056190"/>
              <a:ext cx="581190" cy="129938"/>
            </a:xfrm>
            <a:prstGeom prst="line">
              <a:avLst/>
            </a:prstGeom>
            <a:noFill/>
            <a:ln w="3175">
              <a:solidFill>
                <a:srgbClr val="B8BFC9"/>
              </a:solidFill>
              <a:prstDash val="solid"/>
            </a:ln>
          </p:spPr>
          <p:txBody>
            <a:bodyPr/>
            <a:lstStyle/>
            <a:p>
              <a:endParaRPr lang="en-DE"/>
            </a:p>
          </p:txBody>
        </p:sp>
        <p:sp>
          <p:nvSpPr>
            <p:cNvPr id="230" name="Shape 46">
              <a:extLst>
                <a:ext uri="{FF2B5EF4-FFF2-40B4-BE49-F238E27FC236}">
                  <a16:creationId xmlns:a16="http://schemas.microsoft.com/office/drawing/2014/main" id="{AE4C5C7A-8188-2CCE-93FF-0E0EF7A892BA}"/>
                </a:ext>
              </a:extLst>
            </p:cNvPr>
            <p:cNvSpPr/>
            <p:nvPr/>
          </p:nvSpPr>
          <p:spPr>
            <a:xfrm rot="5400000">
              <a:off x="9274177" y="3926251"/>
              <a:ext cx="581190" cy="389815"/>
            </a:xfrm>
            <a:prstGeom prst="line">
              <a:avLst/>
            </a:prstGeom>
            <a:noFill/>
            <a:ln w="3175">
              <a:solidFill>
                <a:srgbClr val="B8BFC9"/>
              </a:solidFill>
              <a:prstDash val="solid"/>
            </a:ln>
          </p:spPr>
          <p:txBody>
            <a:bodyPr/>
            <a:lstStyle/>
            <a:p>
              <a:endParaRPr lang="en-DE"/>
            </a:p>
          </p:txBody>
        </p:sp>
        <p:sp>
          <p:nvSpPr>
            <p:cNvPr id="231" name="Shape 47">
              <a:extLst>
                <a:ext uri="{FF2B5EF4-FFF2-40B4-BE49-F238E27FC236}">
                  <a16:creationId xmlns:a16="http://schemas.microsoft.com/office/drawing/2014/main" id="{BFB4F961-3AC6-13C0-7417-B3D6FA82FE8E}"/>
                </a:ext>
              </a:extLst>
            </p:cNvPr>
            <p:cNvSpPr/>
            <p:nvPr/>
          </p:nvSpPr>
          <p:spPr>
            <a:xfrm rot="5400000">
              <a:off x="9144238" y="3796314"/>
              <a:ext cx="581190" cy="649691"/>
            </a:xfrm>
            <a:prstGeom prst="line">
              <a:avLst/>
            </a:prstGeom>
            <a:noFill/>
            <a:ln w="3175">
              <a:solidFill>
                <a:srgbClr val="B8BFC9"/>
              </a:solidFill>
              <a:prstDash val="solid"/>
            </a:ln>
          </p:spPr>
          <p:txBody>
            <a:bodyPr/>
            <a:lstStyle/>
            <a:p>
              <a:endParaRPr lang="en-DE"/>
            </a:p>
          </p:txBody>
        </p:sp>
        <p:sp>
          <p:nvSpPr>
            <p:cNvPr id="232" name="Shape 48">
              <a:extLst>
                <a:ext uri="{FF2B5EF4-FFF2-40B4-BE49-F238E27FC236}">
                  <a16:creationId xmlns:a16="http://schemas.microsoft.com/office/drawing/2014/main" id="{98232BA3-6DF2-FBDB-039E-12CB3F8A2103}"/>
                </a:ext>
              </a:extLst>
            </p:cNvPr>
            <p:cNvSpPr/>
            <p:nvPr/>
          </p:nvSpPr>
          <p:spPr>
            <a:xfrm rot="5400000">
              <a:off x="9014300" y="3666376"/>
              <a:ext cx="581190" cy="909567"/>
            </a:xfrm>
            <a:prstGeom prst="line">
              <a:avLst/>
            </a:prstGeom>
            <a:noFill/>
            <a:ln w="3175">
              <a:solidFill>
                <a:srgbClr val="B8BFC9"/>
              </a:solidFill>
              <a:prstDash val="solid"/>
            </a:ln>
          </p:spPr>
          <p:txBody>
            <a:bodyPr/>
            <a:lstStyle/>
            <a:p>
              <a:endParaRPr lang="en-DE"/>
            </a:p>
          </p:txBody>
        </p:sp>
        <p:sp>
          <p:nvSpPr>
            <p:cNvPr id="233" name="Shape 49">
              <a:extLst>
                <a:ext uri="{FF2B5EF4-FFF2-40B4-BE49-F238E27FC236}">
                  <a16:creationId xmlns:a16="http://schemas.microsoft.com/office/drawing/2014/main" id="{F89DAE74-0983-4F2A-C2C0-6499407092BA}"/>
                </a:ext>
              </a:extLst>
            </p:cNvPr>
            <p:cNvSpPr/>
            <p:nvPr/>
          </p:nvSpPr>
          <p:spPr>
            <a:xfrm rot="5400000">
              <a:off x="8884362" y="3536436"/>
              <a:ext cx="581190" cy="1169443"/>
            </a:xfrm>
            <a:prstGeom prst="line">
              <a:avLst/>
            </a:prstGeom>
            <a:noFill/>
            <a:ln w="3175">
              <a:solidFill>
                <a:srgbClr val="B8BFC9"/>
              </a:solidFill>
              <a:prstDash val="solid"/>
            </a:ln>
          </p:spPr>
          <p:txBody>
            <a:bodyPr/>
            <a:lstStyle/>
            <a:p>
              <a:endParaRPr lang="en-DE"/>
            </a:p>
          </p:txBody>
        </p:sp>
        <p:sp>
          <p:nvSpPr>
            <p:cNvPr id="234" name="Shape 50">
              <a:extLst>
                <a:ext uri="{FF2B5EF4-FFF2-40B4-BE49-F238E27FC236}">
                  <a16:creationId xmlns:a16="http://schemas.microsoft.com/office/drawing/2014/main" id="{A74901E7-1557-6531-5AED-4B390693096A}"/>
                </a:ext>
              </a:extLst>
            </p:cNvPr>
            <p:cNvSpPr/>
            <p:nvPr/>
          </p:nvSpPr>
          <p:spPr>
            <a:xfrm rot="5400000" flipV="1">
              <a:off x="9274177" y="4056190"/>
              <a:ext cx="581190" cy="129938"/>
            </a:xfrm>
            <a:prstGeom prst="line">
              <a:avLst/>
            </a:prstGeom>
            <a:noFill/>
            <a:ln w="3175">
              <a:solidFill>
                <a:srgbClr val="B8BFC9"/>
              </a:solidFill>
              <a:prstDash val="solid"/>
            </a:ln>
          </p:spPr>
          <p:txBody>
            <a:bodyPr/>
            <a:lstStyle/>
            <a:p>
              <a:endParaRPr lang="en-DE"/>
            </a:p>
          </p:txBody>
        </p:sp>
        <p:sp>
          <p:nvSpPr>
            <p:cNvPr id="235" name="Shape 51">
              <a:extLst>
                <a:ext uri="{FF2B5EF4-FFF2-40B4-BE49-F238E27FC236}">
                  <a16:creationId xmlns:a16="http://schemas.microsoft.com/office/drawing/2014/main" id="{035B2DDC-60DC-6D13-4C03-9618B1891F76}"/>
                </a:ext>
              </a:extLst>
            </p:cNvPr>
            <p:cNvSpPr/>
            <p:nvPr/>
          </p:nvSpPr>
          <p:spPr>
            <a:xfrm rot="5400000">
              <a:off x="9144238" y="4056190"/>
              <a:ext cx="581190" cy="129938"/>
            </a:xfrm>
            <a:prstGeom prst="line">
              <a:avLst/>
            </a:prstGeom>
            <a:noFill/>
            <a:ln w="3175">
              <a:solidFill>
                <a:srgbClr val="B8BFC9"/>
              </a:solidFill>
              <a:prstDash val="solid"/>
            </a:ln>
          </p:spPr>
          <p:txBody>
            <a:bodyPr/>
            <a:lstStyle/>
            <a:p>
              <a:endParaRPr lang="en-DE"/>
            </a:p>
          </p:txBody>
        </p:sp>
        <p:sp>
          <p:nvSpPr>
            <p:cNvPr id="236" name="Shape 52">
              <a:extLst>
                <a:ext uri="{FF2B5EF4-FFF2-40B4-BE49-F238E27FC236}">
                  <a16:creationId xmlns:a16="http://schemas.microsoft.com/office/drawing/2014/main" id="{DB9035EB-A2BE-ED50-116F-DE739F26986A}"/>
                </a:ext>
              </a:extLst>
            </p:cNvPr>
            <p:cNvSpPr/>
            <p:nvPr/>
          </p:nvSpPr>
          <p:spPr>
            <a:xfrm rot="5400000">
              <a:off x="9014299" y="3926251"/>
              <a:ext cx="581190" cy="389815"/>
            </a:xfrm>
            <a:prstGeom prst="line">
              <a:avLst/>
            </a:prstGeom>
            <a:noFill/>
            <a:ln w="3175">
              <a:solidFill>
                <a:srgbClr val="B8BFC9"/>
              </a:solidFill>
              <a:prstDash val="solid"/>
            </a:ln>
          </p:spPr>
          <p:txBody>
            <a:bodyPr/>
            <a:lstStyle/>
            <a:p>
              <a:endParaRPr lang="en-DE"/>
            </a:p>
          </p:txBody>
        </p:sp>
        <p:sp>
          <p:nvSpPr>
            <p:cNvPr id="244" name="Shape 53">
              <a:extLst>
                <a:ext uri="{FF2B5EF4-FFF2-40B4-BE49-F238E27FC236}">
                  <a16:creationId xmlns:a16="http://schemas.microsoft.com/office/drawing/2014/main" id="{E508E2F2-844B-78B8-33E7-804AC9FA2D7A}"/>
                </a:ext>
              </a:extLst>
            </p:cNvPr>
            <p:cNvSpPr/>
            <p:nvPr/>
          </p:nvSpPr>
          <p:spPr>
            <a:xfrm rot="5400000">
              <a:off x="8884362" y="3796314"/>
              <a:ext cx="581190" cy="649691"/>
            </a:xfrm>
            <a:prstGeom prst="line">
              <a:avLst/>
            </a:prstGeom>
            <a:noFill/>
            <a:ln w="3175">
              <a:solidFill>
                <a:srgbClr val="B8BFC9"/>
              </a:solidFill>
              <a:prstDash val="solid"/>
            </a:ln>
          </p:spPr>
          <p:txBody>
            <a:bodyPr/>
            <a:lstStyle/>
            <a:p>
              <a:endParaRPr lang="en-DE"/>
            </a:p>
          </p:txBody>
        </p:sp>
        <p:sp>
          <p:nvSpPr>
            <p:cNvPr id="245" name="Shape 54">
              <a:extLst>
                <a:ext uri="{FF2B5EF4-FFF2-40B4-BE49-F238E27FC236}">
                  <a16:creationId xmlns:a16="http://schemas.microsoft.com/office/drawing/2014/main" id="{B9E293E9-0867-050A-41A9-4E4D07C551CE}"/>
                </a:ext>
              </a:extLst>
            </p:cNvPr>
            <p:cNvSpPr/>
            <p:nvPr/>
          </p:nvSpPr>
          <p:spPr>
            <a:xfrm rot="5400000">
              <a:off x="8754424" y="3666376"/>
              <a:ext cx="581190" cy="909567"/>
            </a:xfrm>
            <a:prstGeom prst="line">
              <a:avLst/>
            </a:prstGeom>
            <a:noFill/>
            <a:ln w="3175">
              <a:solidFill>
                <a:srgbClr val="B8BFC9"/>
              </a:solidFill>
              <a:prstDash val="solid"/>
            </a:ln>
          </p:spPr>
          <p:txBody>
            <a:bodyPr/>
            <a:lstStyle/>
            <a:p>
              <a:endParaRPr lang="en-DE"/>
            </a:p>
          </p:txBody>
        </p:sp>
        <p:sp>
          <p:nvSpPr>
            <p:cNvPr id="255" name="Shape 55">
              <a:extLst>
                <a:ext uri="{FF2B5EF4-FFF2-40B4-BE49-F238E27FC236}">
                  <a16:creationId xmlns:a16="http://schemas.microsoft.com/office/drawing/2014/main" id="{54456EA1-ABC2-8493-36FA-C79937F7B10B}"/>
                </a:ext>
              </a:extLst>
            </p:cNvPr>
            <p:cNvSpPr/>
            <p:nvPr/>
          </p:nvSpPr>
          <p:spPr>
            <a:xfrm rot="5400000" flipV="1">
              <a:off x="9144238" y="3926251"/>
              <a:ext cx="581190" cy="389815"/>
            </a:xfrm>
            <a:prstGeom prst="line">
              <a:avLst/>
            </a:prstGeom>
            <a:noFill/>
            <a:ln w="3175">
              <a:solidFill>
                <a:srgbClr val="B8BFC9"/>
              </a:solidFill>
              <a:prstDash val="solid"/>
            </a:ln>
          </p:spPr>
          <p:txBody>
            <a:bodyPr/>
            <a:lstStyle/>
            <a:p>
              <a:endParaRPr lang="en-DE"/>
            </a:p>
          </p:txBody>
        </p:sp>
        <p:sp>
          <p:nvSpPr>
            <p:cNvPr id="320" name="Shape 56">
              <a:extLst>
                <a:ext uri="{FF2B5EF4-FFF2-40B4-BE49-F238E27FC236}">
                  <a16:creationId xmlns:a16="http://schemas.microsoft.com/office/drawing/2014/main" id="{C30B30B8-B07A-87C4-42B6-D4E6D39CE99B}"/>
                </a:ext>
              </a:extLst>
            </p:cNvPr>
            <p:cNvSpPr/>
            <p:nvPr/>
          </p:nvSpPr>
          <p:spPr>
            <a:xfrm rot="5400000" flipV="1">
              <a:off x="9014299" y="4056190"/>
              <a:ext cx="581190" cy="129938"/>
            </a:xfrm>
            <a:prstGeom prst="line">
              <a:avLst/>
            </a:prstGeom>
            <a:noFill/>
            <a:ln w="3175">
              <a:solidFill>
                <a:srgbClr val="B8BFC9"/>
              </a:solidFill>
              <a:prstDash val="solid"/>
            </a:ln>
          </p:spPr>
          <p:txBody>
            <a:bodyPr/>
            <a:lstStyle/>
            <a:p>
              <a:endParaRPr lang="en-DE"/>
            </a:p>
          </p:txBody>
        </p:sp>
        <p:sp>
          <p:nvSpPr>
            <p:cNvPr id="321" name="Shape 57">
              <a:extLst>
                <a:ext uri="{FF2B5EF4-FFF2-40B4-BE49-F238E27FC236}">
                  <a16:creationId xmlns:a16="http://schemas.microsoft.com/office/drawing/2014/main" id="{92CB4DEE-A9A3-E847-C41F-668CEBF43F8F}"/>
                </a:ext>
              </a:extLst>
            </p:cNvPr>
            <p:cNvSpPr/>
            <p:nvPr/>
          </p:nvSpPr>
          <p:spPr>
            <a:xfrm rot="5400000">
              <a:off x="8884361" y="4056190"/>
              <a:ext cx="581190" cy="129938"/>
            </a:xfrm>
            <a:prstGeom prst="line">
              <a:avLst/>
            </a:prstGeom>
            <a:noFill/>
            <a:ln w="3175">
              <a:solidFill>
                <a:srgbClr val="B8BFC9"/>
              </a:solidFill>
              <a:prstDash val="solid"/>
            </a:ln>
          </p:spPr>
          <p:txBody>
            <a:bodyPr/>
            <a:lstStyle/>
            <a:p>
              <a:endParaRPr lang="en-DE"/>
            </a:p>
          </p:txBody>
        </p:sp>
        <p:sp>
          <p:nvSpPr>
            <p:cNvPr id="322" name="Shape 58">
              <a:extLst>
                <a:ext uri="{FF2B5EF4-FFF2-40B4-BE49-F238E27FC236}">
                  <a16:creationId xmlns:a16="http://schemas.microsoft.com/office/drawing/2014/main" id="{A45144B2-B5DE-B738-3736-F6322FF969A7}"/>
                </a:ext>
              </a:extLst>
            </p:cNvPr>
            <p:cNvSpPr/>
            <p:nvPr/>
          </p:nvSpPr>
          <p:spPr>
            <a:xfrm rot="5400000">
              <a:off x="8754423" y="3926251"/>
              <a:ext cx="581190" cy="389815"/>
            </a:xfrm>
            <a:prstGeom prst="line">
              <a:avLst/>
            </a:prstGeom>
            <a:noFill/>
            <a:ln w="3175">
              <a:solidFill>
                <a:srgbClr val="B8BFC9"/>
              </a:solidFill>
              <a:prstDash val="solid"/>
            </a:ln>
          </p:spPr>
          <p:txBody>
            <a:bodyPr/>
            <a:lstStyle/>
            <a:p>
              <a:endParaRPr lang="en-DE"/>
            </a:p>
          </p:txBody>
        </p:sp>
        <p:sp>
          <p:nvSpPr>
            <p:cNvPr id="323" name="Shape 59">
              <a:extLst>
                <a:ext uri="{FF2B5EF4-FFF2-40B4-BE49-F238E27FC236}">
                  <a16:creationId xmlns:a16="http://schemas.microsoft.com/office/drawing/2014/main" id="{F683F4E0-2D17-A7C4-347B-27A3025A4FD4}"/>
                </a:ext>
              </a:extLst>
            </p:cNvPr>
            <p:cNvSpPr/>
            <p:nvPr/>
          </p:nvSpPr>
          <p:spPr>
            <a:xfrm rot="5400000">
              <a:off x="8624486" y="3796314"/>
              <a:ext cx="581190" cy="649691"/>
            </a:xfrm>
            <a:prstGeom prst="line">
              <a:avLst/>
            </a:prstGeom>
            <a:noFill/>
            <a:ln w="3175">
              <a:solidFill>
                <a:srgbClr val="B8BFC9"/>
              </a:solidFill>
              <a:prstDash val="solid"/>
            </a:ln>
          </p:spPr>
          <p:txBody>
            <a:bodyPr/>
            <a:lstStyle/>
            <a:p>
              <a:endParaRPr lang="en-DE"/>
            </a:p>
          </p:txBody>
        </p:sp>
        <p:sp>
          <p:nvSpPr>
            <p:cNvPr id="324" name="Shape 60">
              <a:extLst>
                <a:ext uri="{FF2B5EF4-FFF2-40B4-BE49-F238E27FC236}">
                  <a16:creationId xmlns:a16="http://schemas.microsoft.com/office/drawing/2014/main" id="{E2A70284-DB06-0AA0-3DE2-66A83A77F4A2}"/>
                </a:ext>
              </a:extLst>
            </p:cNvPr>
            <p:cNvSpPr/>
            <p:nvPr/>
          </p:nvSpPr>
          <p:spPr>
            <a:xfrm rot="5400000" flipV="1">
              <a:off x="9014300" y="3796314"/>
              <a:ext cx="581190" cy="649691"/>
            </a:xfrm>
            <a:prstGeom prst="line">
              <a:avLst/>
            </a:prstGeom>
            <a:noFill/>
            <a:ln w="3175">
              <a:solidFill>
                <a:srgbClr val="B8BFC9"/>
              </a:solidFill>
              <a:prstDash val="solid"/>
            </a:ln>
          </p:spPr>
          <p:txBody>
            <a:bodyPr/>
            <a:lstStyle/>
            <a:p>
              <a:endParaRPr lang="en-DE"/>
            </a:p>
          </p:txBody>
        </p:sp>
        <p:sp>
          <p:nvSpPr>
            <p:cNvPr id="325" name="Shape 61">
              <a:extLst>
                <a:ext uri="{FF2B5EF4-FFF2-40B4-BE49-F238E27FC236}">
                  <a16:creationId xmlns:a16="http://schemas.microsoft.com/office/drawing/2014/main" id="{4C26AF91-64E0-01B6-C7D6-1B583500747B}"/>
                </a:ext>
              </a:extLst>
            </p:cNvPr>
            <p:cNvSpPr/>
            <p:nvPr/>
          </p:nvSpPr>
          <p:spPr>
            <a:xfrm rot="5400000" flipV="1">
              <a:off x="8884361" y="3926251"/>
              <a:ext cx="581190" cy="389815"/>
            </a:xfrm>
            <a:prstGeom prst="line">
              <a:avLst/>
            </a:prstGeom>
            <a:noFill/>
            <a:ln w="3175">
              <a:solidFill>
                <a:srgbClr val="B8BFC9"/>
              </a:solidFill>
              <a:prstDash val="solid"/>
            </a:ln>
          </p:spPr>
          <p:txBody>
            <a:bodyPr/>
            <a:lstStyle/>
            <a:p>
              <a:endParaRPr lang="en-DE"/>
            </a:p>
          </p:txBody>
        </p:sp>
        <p:sp>
          <p:nvSpPr>
            <p:cNvPr id="326" name="Shape 62">
              <a:extLst>
                <a:ext uri="{FF2B5EF4-FFF2-40B4-BE49-F238E27FC236}">
                  <a16:creationId xmlns:a16="http://schemas.microsoft.com/office/drawing/2014/main" id="{8941253C-B726-0377-05EF-1282A1839564}"/>
                </a:ext>
              </a:extLst>
            </p:cNvPr>
            <p:cNvSpPr/>
            <p:nvPr/>
          </p:nvSpPr>
          <p:spPr>
            <a:xfrm rot="5400000" flipV="1">
              <a:off x="8754423" y="4056190"/>
              <a:ext cx="581190" cy="129938"/>
            </a:xfrm>
            <a:prstGeom prst="line">
              <a:avLst/>
            </a:prstGeom>
            <a:noFill/>
            <a:ln w="3175">
              <a:solidFill>
                <a:srgbClr val="B8BFC9"/>
              </a:solidFill>
              <a:prstDash val="solid"/>
            </a:ln>
          </p:spPr>
          <p:txBody>
            <a:bodyPr/>
            <a:lstStyle/>
            <a:p>
              <a:endParaRPr lang="en-DE"/>
            </a:p>
          </p:txBody>
        </p:sp>
        <p:sp>
          <p:nvSpPr>
            <p:cNvPr id="327" name="Shape 63">
              <a:extLst>
                <a:ext uri="{FF2B5EF4-FFF2-40B4-BE49-F238E27FC236}">
                  <a16:creationId xmlns:a16="http://schemas.microsoft.com/office/drawing/2014/main" id="{289F646F-6C55-D6E1-F760-22446B31D7C9}"/>
                </a:ext>
              </a:extLst>
            </p:cNvPr>
            <p:cNvSpPr/>
            <p:nvPr/>
          </p:nvSpPr>
          <p:spPr>
            <a:xfrm rot="5400000">
              <a:off x="8624486" y="4056190"/>
              <a:ext cx="581190" cy="129938"/>
            </a:xfrm>
            <a:prstGeom prst="line">
              <a:avLst/>
            </a:prstGeom>
            <a:noFill/>
            <a:ln w="3175">
              <a:solidFill>
                <a:srgbClr val="B8BFC9"/>
              </a:solidFill>
              <a:prstDash val="solid"/>
            </a:ln>
          </p:spPr>
          <p:txBody>
            <a:bodyPr/>
            <a:lstStyle/>
            <a:p>
              <a:endParaRPr lang="en-DE"/>
            </a:p>
          </p:txBody>
        </p:sp>
        <p:sp>
          <p:nvSpPr>
            <p:cNvPr id="328" name="Shape 64">
              <a:extLst>
                <a:ext uri="{FF2B5EF4-FFF2-40B4-BE49-F238E27FC236}">
                  <a16:creationId xmlns:a16="http://schemas.microsoft.com/office/drawing/2014/main" id="{E8253B49-F94B-9E8B-EDE4-025444E800C4}"/>
                </a:ext>
              </a:extLst>
            </p:cNvPr>
            <p:cNvSpPr/>
            <p:nvPr/>
          </p:nvSpPr>
          <p:spPr>
            <a:xfrm rot="5400000">
              <a:off x="8494548" y="3926251"/>
              <a:ext cx="581190" cy="389815"/>
            </a:xfrm>
            <a:prstGeom prst="line">
              <a:avLst/>
            </a:prstGeom>
            <a:noFill/>
            <a:ln w="3175">
              <a:solidFill>
                <a:srgbClr val="B8BFC9"/>
              </a:solidFill>
              <a:prstDash val="solid"/>
            </a:ln>
          </p:spPr>
          <p:txBody>
            <a:bodyPr/>
            <a:lstStyle/>
            <a:p>
              <a:endParaRPr lang="en-DE"/>
            </a:p>
          </p:txBody>
        </p:sp>
        <p:sp>
          <p:nvSpPr>
            <p:cNvPr id="333" name="Shape 65">
              <a:extLst>
                <a:ext uri="{FF2B5EF4-FFF2-40B4-BE49-F238E27FC236}">
                  <a16:creationId xmlns:a16="http://schemas.microsoft.com/office/drawing/2014/main" id="{F22BD5DD-CDD8-EF70-FAC1-3237FD3E0FE5}"/>
                </a:ext>
              </a:extLst>
            </p:cNvPr>
            <p:cNvSpPr/>
            <p:nvPr/>
          </p:nvSpPr>
          <p:spPr>
            <a:xfrm rot="5400000" flipV="1">
              <a:off x="8884362" y="3666376"/>
              <a:ext cx="581190" cy="909567"/>
            </a:xfrm>
            <a:prstGeom prst="line">
              <a:avLst/>
            </a:prstGeom>
            <a:noFill/>
            <a:ln w="3175">
              <a:solidFill>
                <a:srgbClr val="B8BFC9"/>
              </a:solidFill>
              <a:prstDash val="solid"/>
            </a:ln>
          </p:spPr>
          <p:txBody>
            <a:bodyPr/>
            <a:lstStyle/>
            <a:p>
              <a:endParaRPr lang="en-DE"/>
            </a:p>
          </p:txBody>
        </p:sp>
        <p:sp>
          <p:nvSpPr>
            <p:cNvPr id="334" name="Shape 66">
              <a:extLst>
                <a:ext uri="{FF2B5EF4-FFF2-40B4-BE49-F238E27FC236}">
                  <a16:creationId xmlns:a16="http://schemas.microsoft.com/office/drawing/2014/main" id="{903C292D-C28B-EBDD-B08F-A33D1E9220F6}"/>
                </a:ext>
              </a:extLst>
            </p:cNvPr>
            <p:cNvSpPr/>
            <p:nvPr/>
          </p:nvSpPr>
          <p:spPr>
            <a:xfrm rot="5400000" flipV="1">
              <a:off x="8754424" y="3796314"/>
              <a:ext cx="581190" cy="649691"/>
            </a:xfrm>
            <a:prstGeom prst="line">
              <a:avLst/>
            </a:prstGeom>
            <a:noFill/>
            <a:ln w="3175">
              <a:solidFill>
                <a:srgbClr val="B8BFC9"/>
              </a:solidFill>
              <a:prstDash val="solid"/>
            </a:ln>
          </p:spPr>
          <p:txBody>
            <a:bodyPr/>
            <a:lstStyle/>
            <a:p>
              <a:endParaRPr lang="en-DE"/>
            </a:p>
          </p:txBody>
        </p:sp>
        <p:sp>
          <p:nvSpPr>
            <p:cNvPr id="335" name="Shape 67">
              <a:extLst>
                <a:ext uri="{FF2B5EF4-FFF2-40B4-BE49-F238E27FC236}">
                  <a16:creationId xmlns:a16="http://schemas.microsoft.com/office/drawing/2014/main" id="{CC8C52C5-797C-A6F0-E474-3813734BC04F}"/>
                </a:ext>
              </a:extLst>
            </p:cNvPr>
            <p:cNvSpPr/>
            <p:nvPr/>
          </p:nvSpPr>
          <p:spPr>
            <a:xfrm rot="5400000" flipV="1">
              <a:off x="8624485" y="3926251"/>
              <a:ext cx="581190" cy="389815"/>
            </a:xfrm>
            <a:prstGeom prst="line">
              <a:avLst/>
            </a:prstGeom>
            <a:noFill/>
            <a:ln w="3175">
              <a:solidFill>
                <a:srgbClr val="B8BFC9"/>
              </a:solidFill>
              <a:prstDash val="solid"/>
            </a:ln>
          </p:spPr>
          <p:txBody>
            <a:bodyPr/>
            <a:lstStyle/>
            <a:p>
              <a:endParaRPr lang="en-DE"/>
            </a:p>
          </p:txBody>
        </p:sp>
        <p:sp>
          <p:nvSpPr>
            <p:cNvPr id="336" name="Shape 68">
              <a:extLst>
                <a:ext uri="{FF2B5EF4-FFF2-40B4-BE49-F238E27FC236}">
                  <a16:creationId xmlns:a16="http://schemas.microsoft.com/office/drawing/2014/main" id="{F713C873-4E44-5C3D-D892-153145D64D17}"/>
                </a:ext>
              </a:extLst>
            </p:cNvPr>
            <p:cNvSpPr/>
            <p:nvPr/>
          </p:nvSpPr>
          <p:spPr>
            <a:xfrm rot="5400000" flipV="1">
              <a:off x="8494548" y="4056190"/>
              <a:ext cx="581190" cy="129938"/>
            </a:xfrm>
            <a:prstGeom prst="line">
              <a:avLst/>
            </a:prstGeom>
            <a:noFill/>
            <a:ln w="3175">
              <a:solidFill>
                <a:srgbClr val="B8BFC9"/>
              </a:solidFill>
              <a:prstDash val="solid"/>
            </a:ln>
          </p:spPr>
          <p:txBody>
            <a:bodyPr/>
            <a:lstStyle/>
            <a:p>
              <a:endParaRPr lang="en-DE"/>
            </a:p>
          </p:txBody>
        </p:sp>
        <p:sp>
          <p:nvSpPr>
            <p:cNvPr id="337" name="Shape 69">
              <a:extLst>
                <a:ext uri="{FF2B5EF4-FFF2-40B4-BE49-F238E27FC236}">
                  <a16:creationId xmlns:a16="http://schemas.microsoft.com/office/drawing/2014/main" id="{7AB1A3B9-8A0F-D222-1452-D4887EE5A91F}"/>
                </a:ext>
              </a:extLst>
            </p:cNvPr>
            <p:cNvSpPr/>
            <p:nvPr/>
          </p:nvSpPr>
          <p:spPr>
            <a:xfrm rot="5400000">
              <a:off x="8364610" y="4056190"/>
              <a:ext cx="581190" cy="129938"/>
            </a:xfrm>
            <a:prstGeom prst="line">
              <a:avLst/>
            </a:prstGeom>
            <a:noFill/>
            <a:ln w="3175">
              <a:solidFill>
                <a:srgbClr val="B8BFC9"/>
              </a:solidFill>
              <a:prstDash val="solid"/>
            </a:ln>
          </p:spPr>
          <p:txBody>
            <a:bodyPr/>
            <a:lstStyle/>
            <a:p>
              <a:endParaRPr lang="en-DE"/>
            </a:p>
          </p:txBody>
        </p:sp>
        <p:sp>
          <p:nvSpPr>
            <p:cNvPr id="338" name="Shape 70">
              <a:extLst>
                <a:ext uri="{FF2B5EF4-FFF2-40B4-BE49-F238E27FC236}">
                  <a16:creationId xmlns:a16="http://schemas.microsoft.com/office/drawing/2014/main" id="{E0E1C9C3-5BD0-3786-7200-85B2899A4C78}"/>
                </a:ext>
              </a:extLst>
            </p:cNvPr>
            <p:cNvSpPr/>
            <p:nvPr/>
          </p:nvSpPr>
          <p:spPr>
            <a:xfrm rot="5400000" flipV="1">
              <a:off x="8754424" y="3536436"/>
              <a:ext cx="581190" cy="1169443"/>
            </a:xfrm>
            <a:prstGeom prst="line">
              <a:avLst/>
            </a:prstGeom>
            <a:noFill/>
            <a:ln w="3175">
              <a:solidFill>
                <a:srgbClr val="B8BFC9"/>
              </a:solidFill>
              <a:prstDash val="solid"/>
            </a:ln>
          </p:spPr>
          <p:txBody>
            <a:bodyPr/>
            <a:lstStyle/>
            <a:p>
              <a:endParaRPr lang="en-DE"/>
            </a:p>
          </p:txBody>
        </p:sp>
        <p:sp>
          <p:nvSpPr>
            <p:cNvPr id="339" name="Shape 71">
              <a:extLst>
                <a:ext uri="{FF2B5EF4-FFF2-40B4-BE49-F238E27FC236}">
                  <a16:creationId xmlns:a16="http://schemas.microsoft.com/office/drawing/2014/main" id="{7A015734-794C-287F-BD76-A4F25861AC5B}"/>
                </a:ext>
              </a:extLst>
            </p:cNvPr>
            <p:cNvSpPr/>
            <p:nvPr/>
          </p:nvSpPr>
          <p:spPr>
            <a:xfrm rot="5400000" flipV="1">
              <a:off x="8624486" y="3666376"/>
              <a:ext cx="581190" cy="909567"/>
            </a:xfrm>
            <a:prstGeom prst="line">
              <a:avLst/>
            </a:prstGeom>
            <a:noFill/>
            <a:ln w="3175">
              <a:solidFill>
                <a:srgbClr val="B8BFC9"/>
              </a:solidFill>
              <a:prstDash val="solid"/>
            </a:ln>
          </p:spPr>
          <p:txBody>
            <a:bodyPr/>
            <a:lstStyle/>
            <a:p>
              <a:endParaRPr lang="en-DE"/>
            </a:p>
          </p:txBody>
        </p:sp>
        <p:sp>
          <p:nvSpPr>
            <p:cNvPr id="340" name="Shape 72">
              <a:extLst>
                <a:ext uri="{FF2B5EF4-FFF2-40B4-BE49-F238E27FC236}">
                  <a16:creationId xmlns:a16="http://schemas.microsoft.com/office/drawing/2014/main" id="{0EF816F7-D691-F2CA-5FB6-50521A61FDA9}"/>
                </a:ext>
              </a:extLst>
            </p:cNvPr>
            <p:cNvSpPr/>
            <p:nvPr/>
          </p:nvSpPr>
          <p:spPr>
            <a:xfrm rot="5400000" flipV="1">
              <a:off x="8494549" y="3796314"/>
              <a:ext cx="581190" cy="649691"/>
            </a:xfrm>
            <a:prstGeom prst="line">
              <a:avLst/>
            </a:prstGeom>
            <a:noFill/>
            <a:ln w="3175">
              <a:solidFill>
                <a:srgbClr val="B8BFC9"/>
              </a:solidFill>
              <a:prstDash val="solid"/>
            </a:ln>
          </p:spPr>
          <p:txBody>
            <a:bodyPr/>
            <a:lstStyle/>
            <a:p>
              <a:endParaRPr lang="en-DE"/>
            </a:p>
          </p:txBody>
        </p:sp>
        <p:sp>
          <p:nvSpPr>
            <p:cNvPr id="341" name="Shape 73">
              <a:extLst>
                <a:ext uri="{FF2B5EF4-FFF2-40B4-BE49-F238E27FC236}">
                  <a16:creationId xmlns:a16="http://schemas.microsoft.com/office/drawing/2014/main" id="{2DAC4550-E146-A5E6-F8EF-005A0F35A211}"/>
                </a:ext>
              </a:extLst>
            </p:cNvPr>
            <p:cNvSpPr/>
            <p:nvPr/>
          </p:nvSpPr>
          <p:spPr>
            <a:xfrm rot="5400000" flipV="1">
              <a:off x="8364610" y="3926251"/>
              <a:ext cx="581190" cy="389815"/>
            </a:xfrm>
            <a:prstGeom prst="line">
              <a:avLst/>
            </a:prstGeom>
            <a:noFill/>
            <a:ln w="3175">
              <a:solidFill>
                <a:srgbClr val="B8BFC9"/>
              </a:solidFill>
              <a:prstDash val="solid"/>
            </a:ln>
          </p:spPr>
          <p:txBody>
            <a:bodyPr/>
            <a:lstStyle/>
            <a:p>
              <a:endParaRPr lang="en-DE"/>
            </a:p>
          </p:txBody>
        </p:sp>
        <p:sp>
          <p:nvSpPr>
            <p:cNvPr id="342" name="Shape 74">
              <a:extLst>
                <a:ext uri="{FF2B5EF4-FFF2-40B4-BE49-F238E27FC236}">
                  <a16:creationId xmlns:a16="http://schemas.microsoft.com/office/drawing/2014/main" id="{11D90549-974C-323E-D0D4-F0250117B80C}"/>
                </a:ext>
              </a:extLst>
            </p:cNvPr>
            <p:cNvSpPr/>
            <p:nvPr/>
          </p:nvSpPr>
          <p:spPr>
            <a:xfrm rot="5400000" flipV="1">
              <a:off x="8234672" y="4056190"/>
              <a:ext cx="581190" cy="129938"/>
            </a:xfrm>
            <a:prstGeom prst="line">
              <a:avLst/>
            </a:prstGeom>
            <a:noFill/>
            <a:ln w="3175">
              <a:solidFill>
                <a:srgbClr val="B8BFC9"/>
              </a:solidFill>
              <a:prstDash val="solid"/>
            </a:ln>
          </p:spPr>
          <p:txBody>
            <a:bodyPr/>
            <a:lstStyle/>
            <a:p>
              <a:endParaRPr lang="en-DE"/>
            </a:p>
          </p:txBody>
        </p:sp>
        <p:sp>
          <p:nvSpPr>
            <p:cNvPr id="343" name="Shape 76">
              <a:extLst>
                <a:ext uri="{FF2B5EF4-FFF2-40B4-BE49-F238E27FC236}">
                  <a16:creationId xmlns:a16="http://schemas.microsoft.com/office/drawing/2014/main" id="{C3ED4AD0-6246-58DA-89E0-4037938D197F}"/>
                </a:ext>
              </a:extLst>
            </p:cNvPr>
            <p:cNvSpPr/>
            <p:nvPr/>
          </p:nvSpPr>
          <p:spPr>
            <a:xfrm rot="5400000">
              <a:off x="9079269" y="4442473"/>
              <a:ext cx="581190" cy="519753"/>
            </a:xfrm>
            <a:prstGeom prst="line">
              <a:avLst/>
            </a:prstGeom>
            <a:noFill/>
            <a:ln w="3175">
              <a:solidFill>
                <a:srgbClr val="B8BFC9"/>
              </a:solidFill>
              <a:prstDash val="solid"/>
            </a:ln>
          </p:spPr>
          <p:txBody>
            <a:bodyPr/>
            <a:lstStyle/>
            <a:p>
              <a:endParaRPr lang="en-DE"/>
            </a:p>
          </p:txBody>
        </p:sp>
        <p:sp>
          <p:nvSpPr>
            <p:cNvPr id="344" name="Shape 79">
              <a:extLst>
                <a:ext uri="{FF2B5EF4-FFF2-40B4-BE49-F238E27FC236}">
                  <a16:creationId xmlns:a16="http://schemas.microsoft.com/office/drawing/2014/main" id="{0A72FA71-4D63-D542-9DB9-5EC733CC4573}"/>
                </a:ext>
              </a:extLst>
            </p:cNvPr>
            <p:cNvSpPr/>
            <p:nvPr/>
          </p:nvSpPr>
          <p:spPr>
            <a:xfrm rot="5400000">
              <a:off x="8949331" y="4572412"/>
              <a:ext cx="581190" cy="259876"/>
            </a:xfrm>
            <a:prstGeom prst="line">
              <a:avLst/>
            </a:prstGeom>
            <a:noFill/>
            <a:ln w="3175">
              <a:solidFill>
                <a:srgbClr val="B8BFC9"/>
              </a:solidFill>
              <a:prstDash val="solid"/>
            </a:ln>
          </p:spPr>
          <p:txBody>
            <a:bodyPr/>
            <a:lstStyle/>
            <a:p>
              <a:endParaRPr lang="en-DE"/>
            </a:p>
          </p:txBody>
        </p:sp>
        <p:sp>
          <p:nvSpPr>
            <p:cNvPr id="345" name="Shape 82">
              <a:extLst>
                <a:ext uri="{FF2B5EF4-FFF2-40B4-BE49-F238E27FC236}">
                  <a16:creationId xmlns:a16="http://schemas.microsoft.com/office/drawing/2014/main" id="{5563D364-0D36-C7C3-1554-093CDF077CC3}"/>
                </a:ext>
              </a:extLst>
            </p:cNvPr>
            <p:cNvSpPr/>
            <p:nvPr/>
          </p:nvSpPr>
          <p:spPr>
            <a:xfrm rot="5400000">
              <a:off x="8819393" y="4702350"/>
              <a:ext cx="581190" cy="0"/>
            </a:xfrm>
            <a:prstGeom prst="line">
              <a:avLst/>
            </a:prstGeom>
            <a:noFill/>
            <a:ln w="3175">
              <a:solidFill>
                <a:srgbClr val="B8BFC9"/>
              </a:solidFill>
              <a:prstDash val="solid"/>
            </a:ln>
          </p:spPr>
          <p:txBody>
            <a:bodyPr/>
            <a:lstStyle/>
            <a:p>
              <a:endParaRPr lang="en-DE"/>
            </a:p>
          </p:txBody>
        </p:sp>
        <p:sp>
          <p:nvSpPr>
            <p:cNvPr id="346" name="Shape 85">
              <a:extLst>
                <a:ext uri="{FF2B5EF4-FFF2-40B4-BE49-F238E27FC236}">
                  <a16:creationId xmlns:a16="http://schemas.microsoft.com/office/drawing/2014/main" id="{84961EF7-EF47-BE30-7917-90FE59D8FE00}"/>
                </a:ext>
              </a:extLst>
            </p:cNvPr>
            <p:cNvSpPr/>
            <p:nvPr/>
          </p:nvSpPr>
          <p:spPr>
            <a:xfrm rot="5400000" flipV="1">
              <a:off x="8689453" y="4572412"/>
              <a:ext cx="581190" cy="259876"/>
            </a:xfrm>
            <a:prstGeom prst="line">
              <a:avLst/>
            </a:prstGeom>
            <a:noFill/>
            <a:ln w="3175">
              <a:solidFill>
                <a:srgbClr val="B8BFC9"/>
              </a:solidFill>
              <a:prstDash val="solid"/>
            </a:ln>
          </p:spPr>
          <p:txBody>
            <a:bodyPr/>
            <a:lstStyle/>
            <a:p>
              <a:endParaRPr lang="en-DE"/>
            </a:p>
          </p:txBody>
        </p:sp>
        <p:sp>
          <p:nvSpPr>
            <p:cNvPr id="347" name="Shape 88">
              <a:extLst>
                <a:ext uri="{FF2B5EF4-FFF2-40B4-BE49-F238E27FC236}">
                  <a16:creationId xmlns:a16="http://schemas.microsoft.com/office/drawing/2014/main" id="{BDE4BA05-ABCA-179D-C57E-B6D3E3031F20}"/>
                </a:ext>
              </a:extLst>
            </p:cNvPr>
            <p:cNvSpPr/>
            <p:nvPr/>
          </p:nvSpPr>
          <p:spPr>
            <a:xfrm rot="5400000" flipV="1">
              <a:off x="8559515" y="4442473"/>
              <a:ext cx="581190" cy="519753"/>
            </a:xfrm>
            <a:prstGeom prst="line">
              <a:avLst/>
            </a:prstGeom>
            <a:noFill/>
            <a:ln w="3175">
              <a:solidFill>
                <a:srgbClr val="B8BFC9"/>
              </a:solidFill>
              <a:prstDash val="solid"/>
            </a:ln>
          </p:spPr>
          <p:txBody>
            <a:bodyPr/>
            <a:lstStyle/>
            <a:p>
              <a:endParaRPr lang="en-DE"/>
            </a:p>
          </p:txBody>
        </p:sp>
        <p:sp>
          <p:nvSpPr>
            <p:cNvPr id="348" name="Shape 90">
              <a:extLst>
                <a:ext uri="{FF2B5EF4-FFF2-40B4-BE49-F238E27FC236}">
                  <a16:creationId xmlns:a16="http://schemas.microsoft.com/office/drawing/2014/main" id="{4BD54BE2-4432-F05A-E4AF-F46DCC4F2AE3}"/>
                </a:ext>
              </a:extLst>
            </p:cNvPr>
            <p:cNvSpPr/>
            <p:nvPr/>
          </p:nvSpPr>
          <p:spPr>
            <a:xfrm rot="5400000">
              <a:off x="9299246" y="2597563"/>
              <a:ext cx="141237" cy="141237"/>
            </a:xfrm>
            <a:prstGeom prst="ellipse">
              <a:avLst/>
            </a:prstGeom>
            <a:solidFill>
              <a:srgbClr val="F9AC59"/>
            </a:solidFill>
            <a:ln w="12700">
              <a:solidFill>
                <a:srgbClr val="111C38"/>
              </a:solidFill>
              <a:prstDash val="solid"/>
            </a:ln>
          </p:spPr>
          <p:txBody>
            <a:bodyPr/>
            <a:lstStyle/>
            <a:p>
              <a:endParaRPr lang="en-DE"/>
            </a:p>
          </p:txBody>
        </p:sp>
        <p:sp>
          <p:nvSpPr>
            <p:cNvPr id="349" name="Shape 91">
              <a:extLst>
                <a:ext uri="{FF2B5EF4-FFF2-40B4-BE49-F238E27FC236}">
                  <a16:creationId xmlns:a16="http://schemas.microsoft.com/office/drawing/2014/main" id="{9E7A3449-82FC-C299-3178-B74B3B350CBA}"/>
                </a:ext>
              </a:extLst>
            </p:cNvPr>
            <p:cNvSpPr/>
            <p:nvPr/>
          </p:nvSpPr>
          <p:spPr>
            <a:xfrm rot="5400000">
              <a:off x="9039371" y="2597563"/>
              <a:ext cx="141237" cy="141237"/>
            </a:xfrm>
            <a:prstGeom prst="ellipse">
              <a:avLst/>
            </a:prstGeom>
            <a:solidFill>
              <a:srgbClr val="E67C25"/>
            </a:solidFill>
            <a:ln w="12700">
              <a:solidFill>
                <a:srgbClr val="111C38"/>
              </a:solidFill>
              <a:prstDash val="solid"/>
            </a:ln>
          </p:spPr>
          <p:txBody>
            <a:bodyPr/>
            <a:lstStyle/>
            <a:p>
              <a:endParaRPr lang="en-DE"/>
            </a:p>
          </p:txBody>
        </p:sp>
        <p:sp>
          <p:nvSpPr>
            <p:cNvPr id="424" name="Shape 92">
              <a:extLst>
                <a:ext uri="{FF2B5EF4-FFF2-40B4-BE49-F238E27FC236}">
                  <a16:creationId xmlns:a16="http://schemas.microsoft.com/office/drawing/2014/main" id="{75E073D1-C455-E3E5-B8D7-E37F8B6DD13F}"/>
                </a:ext>
              </a:extLst>
            </p:cNvPr>
            <p:cNvSpPr/>
            <p:nvPr/>
          </p:nvSpPr>
          <p:spPr>
            <a:xfrm rot="5400000">
              <a:off x="8779493" y="2597563"/>
              <a:ext cx="141237" cy="141237"/>
            </a:xfrm>
            <a:prstGeom prst="ellipse">
              <a:avLst/>
            </a:prstGeom>
            <a:solidFill>
              <a:srgbClr val="FBBE7C"/>
            </a:solidFill>
            <a:ln w="12700">
              <a:solidFill>
                <a:srgbClr val="111C38"/>
              </a:solidFill>
              <a:prstDash val="solid"/>
            </a:ln>
          </p:spPr>
          <p:txBody>
            <a:bodyPr/>
            <a:lstStyle/>
            <a:p>
              <a:endParaRPr lang="en-DE"/>
            </a:p>
          </p:txBody>
        </p:sp>
        <p:sp>
          <p:nvSpPr>
            <p:cNvPr id="425" name="Shape 93">
              <a:extLst>
                <a:ext uri="{FF2B5EF4-FFF2-40B4-BE49-F238E27FC236}">
                  <a16:creationId xmlns:a16="http://schemas.microsoft.com/office/drawing/2014/main" id="{EF5791E5-6740-9509-7EA9-67E9C7E81910}"/>
                </a:ext>
              </a:extLst>
            </p:cNvPr>
            <p:cNvSpPr/>
            <p:nvPr/>
          </p:nvSpPr>
          <p:spPr>
            <a:xfrm rot="5400000">
              <a:off x="9559122" y="3178754"/>
              <a:ext cx="141237" cy="141237"/>
            </a:xfrm>
            <a:prstGeom prst="ellipse">
              <a:avLst/>
            </a:prstGeom>
            <a:solidFill>
              <a:srgbClr val="F9A64E"/>
            </a:solidFill>
            <a:ln w="12700">
              <a:solidFill>
                <a:srgbClr val="111C38"/>
              </a:solidFill>
              <a:prstDash val="solid"/>
            </a:ln>
          </p:spPr>
          <p:txBody>
            <a:bodyPr/>
            <a:lstStyle/>
            <a:p>
              <a:endParaRPr lang="en-DE"/>
            </a:p>
          </p:txBody>
        </p:sp>
        <p:sp>
          <p:nvSpPr>
            <p:cNvPr id="428" name="Shape 94">
              <a:extLst>
                <a:ext uri="{FF2B5EF4-FFF2-40B4-BE49-F238E27FC236}">
                  <a16:creationId xmlns:a16="http://schemas.microsoft.com/office/drawing/2014/main" id="{CDAE9164-5D2C-54C3-63E4-341E8E394C81}"/>
                </a:ext>
              </a:extLst>
            </p:cNvPr>
            <p:cNvSpPr/>
            <p:nvPr/>
          </p:nvSpPr>
          <p:spPr>
            <a:xfrm rot="5400000">
              <a:off x="9299246" y="3178754"/>
              <a:ext cx="141237" cy="141237"/>
            </a:xfrm>
            <a:prstGeom prst="ellipse">
              <a:avLst/>
            </a:prstGeom>
            <a:solidFill>
              <a:srgbClr val="EC8A33"/>
            </a:solidFill>
            <a:ln w="12700">
              <a:solidFill>
                <a:srgbClr val="111C38"/>
              </a:solidFill>
              <a:prstDash val="solid"/>
            </a:ln>
          </p:spPr>
          <p:txBody>
            <a:bodyPr/>
            <a:lstStyle/>
            <a:p>
              <a:endParaRPr lang="en-DE"/>
            </a:p>
          </p:txBody>
        </p:sp>
        <p:sp>
          <p:nvSpPr>
            <p:cNvPr id="429" name="Shape 95">
              <a:extLst>
                <a:ext uri="{FF2B5EF4-FFF2-40B4-BE49-F238E27FC236}">
                  <a16:creationId xmlns:a16="http://schemas.microsoft.com/office/drawing/2014/main" id="{6D0AC8C2-E86F-3315-E627-5876684A64D3}"/>
                </a:ext>
              </a:extLst>
            </p:cNvPr>
            <p:cNvSpPr/>
            <p:nvPr/>
          </p:nvSpPr>
          <p:spPr>
            <a:xfrm rot="5400000">
              <a:off x="9039371" y="3178754"/>
              <a:ext cx="141237" cy="141237"/>
            </a:xfrm>
            <a:prstGeom prst="ellipse">
              <a:avLst/>
            </a:prstGeom>
            <a:solidFill>
              <a:srgbClr val="FBC992"/>
            </a:solidFill>
            <a:ln w="12700">
              <a:solidFill>
                <a:srgbClr val="111C38"/>
              </a:solidFill>
              <a:prstDash val="solid"/>
            </a:ln>
          </p:spPr>
          <p:txBody>
            <a:bodyPr/>
            <a:lstStyle/>
            <a:p>
              <a:endParaRPr lang="en-DE"/>
            </a:p>
          </p:txBody>
        </p:sp>
        <p:sp>
          <p:nvSpPr>
            <p:cNvPr id="430" name="Shape 96">
              <a:extLst>
                <a:ext uri="{FF2B5EF4-FFF2-40B4-BE49-F238E27FC236}">
                  <a16:creationId xmlns:a16="http://schemas.microsoft.com/office/drawing/2014/main" id="{0C3ECC6E-A113-D404-DF85-1374515E3A60}"/>
                </a:ext>
              </a:extLst>
            </p:cNvPr>
            <p:cNvSpPr/>
            <p:nvPr/>
          </p:nvSpPr>
          <p:spPr>
            <a:xfrm rot="5400000">
              <a:off x="8779493" y="3178754"/>
              <a:ext cx="141237" cy="141237"/>
            </a:xfrm>
            <a:prstGeom prst="ellipse">
              <a:avLst/>
            </a:prstGeom>
            <a:solidFill>
              <a:srgbClr val="F39840"/>
            </a:solidFill>
            <a:ln w="12700">
              <a:solidFill>
                <a:srgbClr val="111C38"/>
              </a:solidFill>
              <a:prstDash val="solid"/>
            </a:ln>
          </p:spPr>
          <p:txBody>
            <a:bodyPr/>
            <a:lstStyle/>
            <a:p>
              <a:endParaRPr lang="en-DE"/>
            </a:p>
          </p:txBody>
        </p:sp>
        <p:sp>
          <p:nvSpPr>
            <p:cNvPr id="431" name="Shape 97">
              <a:extLst>
                <a:ext uri="{FF2B5EF4-FFF2-40B4-BE49-F238E27FC236}">
                  <a16:creationId xmlns:a16="http://schemas.microsoft.com/office/drawing/2014/main" id="{B9B97BEC-6D93-5820-97D4-7CA020FFF390}"/>
                </a:ext>
              </a:extLst>
            </p:cNvPr>
            <p:cNvSpPr/>
            <p:nvPr/>
          </p:nvSpPr>
          <p:spPr>
            <a:xfrm rot="5400000">
              <a:off x="8519617" y="3178754"/>
              <a:ext cx="141237" cy="141237"/>
            </a:xfrm>
            <a:prstGeom prst="ellipse">
              <a:avLst/>
            </a:prstGeom>
            <a:solidFill>
              <a:srgbClr val="DF6E18"/>
            </a:solidFill>
            <a:ln w="12700">
              <a:solidFill>
                <a:srgbClr val="111C38"/>
              </a:solidFill>
              <a:prstDash val="solid"/>
            </a:ln>
          </p:spPr>
          <p:txBody>
            <a:bodyPr/>
            <a:lstStyle/>
            <a:p>
              <a:endParaRPr lang="en-DE"/>
            </a:p>
          </p:txBody>
        </p:sp>
        <p:sp>
          <p:nvSpPr>
            <p:cNvPr id="432" name="Shape 98">
              <a:extLst>
                <a:ext uri="{FF2B5EF4-FFF2-40B4-BE49-F238E27FC236}">
                  <a16:creationId xmlns:a16="http://schemas.microsoft.com/office/drawing/2014/main" id="{29670332-CCCF-664C-E767-94F5C21017AC}"/>
                </a:ext>
              </a:extLst>
            </p:cNvPr>
            <p:cNvSpPr/>
            <p:nvPr/>
          </p:nvSpPr>
          <p:spPr>
            <a:xfrm rot="5400000">
              <a:off x="9689060" y="3759945"/>
              <a:ext cx="141237" cy="141237"/>
            </a:xfrm>
            <a:prstGeom prst="ellipse">
              <a:avLst/>
            </a:prstGeom>
            <a:solidFill>
              <a:srgbClr val="F69F47"/>
            </a:solidFill>
            <a:ln w="12700">
              <a:solidFill>
                <a:srgbClr val="111C38"/>
              </a:solidFill>
              <a:prstDash val="solid"/>
            </a:ln>
          </p:spPr>
          <p:txBody>
            <a:bodyPr/>
            <a:lstStyle/>
            <a:p>
              <a:endParaRPr lang="en-DE"/>
            </a:p>
          </p:txBody>
        </p:sp>
        <p:sp>
          <p:nvSpPr>
            <p:cNvPr id="433" name="Shape 99">
              <a:extLst>
                <a:ext uri="{FF2B5EF4-FFF2-40B4-BE49-F238E27FC236}">
                  <a16:creationId xmlns:a16="http://schemas.microsoft.com/office/drawing/2014/main" id="{4D77573D-68D5-C03B-B755-ED441BDD0B36}"/>
                </a:ext>
              </a:extLst>
            </p:cNvPr>
            <p:cNvSpPr/>
            <p:nvPr/>
          </p:nvSpPr>
          <p:spPr>
            <a:xfrm rot="5400000">
              <a:off x="9429184" y="3759945"/>
              <a:ext cx="141237" cy="141237"/>
            </a:xfrm>
            <a:prstGeom prst="ellipse">
              <a:avLst/>
            </a:prstGeom>
            <a:solidFill>
              <a:srgbClr val="FBBE7C"/>
            </a:solidFill>
            <a:ln w="12700">
              <a:solidFill>
                <a:srgbClr val="111C38"/>
              </a:solidFill>
              <a:prstDash val="solid"/>
            </a:ln>
          </p:spPr>
          <p:txBody>
            <a:bodyPr/>
            <a:lstStyle/>
            <a:p>
              <a:endParaRPr lang="en-DE"/>
            </a:p>
          </p:txBody>
        </p:sp>
        <p:sp>
          <p:nvSpPr>
            <p:cNvPr id="434" name="Shape 100">
              <a:extLst>
                <a:ext uri="{FF2B5EF4-FFF2-40B4-BE49-F238E27FC236}">
                  <a16:creationId xmlns:a16="http://schemas.microsoft.com/office/drawing/2014/main" id="{9D576B59-6B3A-C606-5B00-495B2372442B}"/>
                </a:ext>
              </a:extLst>
            </p:cNvPr>
            <p:cNvSpPr/>
            <p:nvPr/>
          </p:nvSpPr>
          <p:spPr>
            <a:xfrm rot="5400000">
              <a:off x="9169307" y="3759945"/>
              <a:ext cx="141237" cy="141237"/>
            </a:xfrm>
            <a:prstGeom prst="ellipse">
              <a:avLst/>
            </a:prstGeom>
            <a:solidFill>
              <a:srgbClr val="E3751E"/>
            </a:solidFill>
            <a:ln w="12700">
              <a:solidFill>
                <a:srgbClr val="111C38"/>
              </a:solidFill>
              <a:prstDash val="solid"/>
            </a:ln>
          </p:spPr>
          <p:txBody>
            <a:bodyPr/>
            <a:lstStyle/>
            <a:p>
              <a:endParaRPr lang="en-DE"/>
            </a:p>
          </p:txBody>
        </p:sp>
        <p:sp>
          <p:nvSpPr>
            <p:cNvPr id="435" name="Shape 101">
              <a:extLst>
                <a:ext uri="{FF2B5EF4-FFF2-40B4-BE49-F238E27FC236}">
                  <a16:creationId xmlns:a16="http://schemas.microsoft.com/office/drawing/2014/main" id="{34698BA3-DD37-C5E1-E051-951D7378C9B5}"/>
                </a:ext>
              </a:extLst>
            </p:cNvPr>
            <p:cNvSpPr/>
            <p:nvPr/>
          </p:nvSpPr>
          <p:spPr>
            <a:xfrm rot="5400000">
              <a:off x="8909430" y="3759945"/>
              <a:ext cx="141237" cy="141237"/>
            </a:xfrm>
            <a:prstGeom prst="ellipse">
              <a:avLst/>
            </a:prstGeom>
            <a:solidFill>
              <a:srgbClr val="E67C25"/>
            </a:solidFill>
            <a:ln w="12700">
              <a:solidFill>
                <a:srgbClr val="111C38"/>
              </a:solidFill>
              <a:prstDash val="solid"/>
            </a:ln>
          </p:spPr>
          <p:txBody>
            <a:bodyPr/>
            <a:lstStyle/>
            <a:p>
              <a:endParaRPr lang="en-DE"/>
            </a:p>
          </p:txBody>
        </p:sp>
        <p:sp>
          <p:nvSpPr>
            <p:cNvPr id="436" name="Shape 102">
              <a:extLst>
                <a:ext uri="{FF2B5EF4-FFF2-40B4-BE49-F238E27FC236}">
                  <a16:creationId xmlns:a16="http://schemas.microsoft.com/office/drawing/2014/main" id="{CE5D7C91-8C39-E2B2-FA4D-0B69836DC876}"/>
                </a:ext>
              </a:extLst>
            </p:cNvPr>
            <p:cNvSpPr/>
            <p:nvPr/>
          </p:nvSpPr>
          <p:spPr>
            <a:xfrm rot="5400000">
              <a:off x="8649555" y="3759945"/>
              <a:ext cx="141237" cy="141237"/>
            </a:xfrm>
            <a:prstGeom prst="ellipse">
              <a:avLst/>
            </a:prstGeom>
            <a:solidFill>
              <a:srgbClr val="F9A64E"/>
            </a:solidFill>
            <a:ln w="12700">
              <a:solidFill>
                <a:srgbClr val="111C38"/>
              </a:solidFill>
              <a:prstDash val="solid"/>
            </a:ln>
          </p:spPr>
          <p:txBody>
            <a:bodyPr/>
            <a:lstStyle/>
            <a:p>
              <a:endParaRPr lang="en-DE"/>
            </a:p>
          </p:txBody>
        </p:sp>
        <p:sp>
          <p:nvSpPr>
            <p:cNvPr id="437" name="Shape 103">
              <a:extLst>
                <a:ext uri="{FF2B5EF4-FFF2-40B4-BE49-F238E27FC236}">
                  <a16:creationId xmlns:a16="http://schemas.microsoft.com/office/drawing/2014/main" id="{A5E76A47-C7A3-1CF3-60A3-F44E99BD6212}"/>
                </a:ext>
              </a:extLst>
            </p:cNvPr>
            <p:cNvSpPr/>
            <p:nvPr/>
          </p:nvSpPr>
          <p:spPr>
            <a:xfrm rot="5400000">
              <a:off x="8389679" y="3759945"/>
              <a:ext cx="141237" cy="141237"/>
            </a:xfrm>
            <a:prstGeom prst="ellipse">
              <a:avLst/>
            </a:prstGeom>
            <a:solidFill>
              <a:srgbClr val="FBC992"/>
            </a:solidFill>
            <a:ln w="12700">
              <a:solidFill>
                <a:srgbClr val="111C38"/>
              </a:solidFill>
              <a:prstDash val="solid"/>
            </a:ln>
          </p:spPr>
          <p:txBody>
            <a:bodyPr/>
            <a:lstStyle/>
            <a:p>
              <a:endParaRPr lang="en-DE"/>
            </a:p>
          </p:txBody>
        </p:sp>
        <p:sp>
          <p:nvSpPr>
            <p:cNvPr id="438" name="Shape 104">
              <a:extLst>
                <a:ext uri="{FF2B5EF4-FFF2-40B4-BE49-F238E27FC236}">
                  <a16:creationId xmlns:a16="http://schemas.microsoft.com/office/drawing/2014/main" id="{E8BC76B1-8E6E-CA35-153F-8CBE3015549E}"/>
                </a:ext>
              </a:extLst>
            </p:cNvPr>
            <p:cNvSpPr/>
            <p:nvPr/>
          </p:nvSpPr>
          <p:spPr>
            <a:xfrm rot="5400000">
              <a:off x="9559122" y="4341136"/>
              <a:ext cx="141237" cy="141237"/>
            </a:xfrm>
            <a:prstGeom prst="ellipse">
              <a:avLst/>
            </a:prstGeom>
            <a:solidFill>
              <a:srgbClr val="FAB265"/>
            </a:solidFill>
            <a:ln w="12700">
              <a:solidFill>
                <a:srgbClr val="111C37"/>
              </a:solidFill>
              <a:prstDash val="solid"/>
            </a:ln>
          </p:spPr>
          <p:txBody>
            <a:bodyPr/>
            <a:lstStyle/>
            <a:p>
              <a:endParaRPr lang="en-DE"/>
            </a:p>
          </p:txBody>
        </p:sp>
        <p:sp>
          <p:nvSpPr>
            <p:cNvPr id="439" name="Shape 105">
              <a:extLst>
                <a:ext uri="{FF2B5EF4-FFF2-40B4-BE49-F238E27FC236}">
                  <a16:creationId xmlns:a16="http://schemas.microsoft.com/office/drawing/2014/main" id="{0CED2D5B-1421-CB8A-7C17-1B6ADDD495F6}"/>
                </a:ext>
              </a:extLst>
            </p:cNvPr>
            <p:cNvSpPr/>
            <p:nvPr/>
          </p:nvSpPr>
          <p:spPr>
            <a:xfrm rot="5400000">
              <a:off x="9299246" y="4341136"/>
              <a:ext cx="141237" cy="141237"/>
            </a:xfrm>
            <a:prstGeom prst="ellipse">
              <a:avLst/>
            </a:prstGeom>
            <a:solidFill>
              <a:srgbClr val="DC6711"/>
            </a:solidFill>
            <a:ln w="12700">
              <a:solidFill>
                <a:srgbClr val="111C37"/>
              </a:solidFill>
              <a:prstDash val="solid"/>
            </a:ln>
          </p:spPr>
          <p:txBody>
            <a:bodyPr/>
            <a:lstStyle/>
            <a:p>
              <a:endParaRPr lang="en-DE"/>
            </a:p>
          </p:txBody>
        </p:sp>
        <p:sp>
          <p:nvSpPr>
            <p:cNvPr id="440" name="Shape 106">
              <a:extLst>
                <a:ext uri="{FF2B5EF4-FFF2-40B4-BE49-F238E27FC236}">
                  <a16:creationId xmlns:a16="http://schemas.microsoft.com/office/drawing/2014/main" id="{4D76845A-5F3A-70EC-C5AE-48CB420F2DAC}"/>
                </a:ext>
              </a:extLst>
            </p:cNvPr>
            <p:cNvSpPr/>
            <p:nvPr/>
          </p:nvSpPr>
          <p:spPr>
            <a:xfrm rot="5400000">
              <a:off x="9039371" y="4341136"/>
              <a:ext cx="141237" cy="141237"/>
            </a:xfrm>
            <a:prstGeom prst="ellipse">
              <a:avLst/>
            </a:prstGeom>
            <a:solidFill>
              <a:srgbClr val="EF913A"/>
            </a:solidFill>
            <a:ln w="12700">
              <a:solidFill>
                <a:srgbClr val="111C37"/>
              </a:solidFill>
              <a:prstDash val="solid"/>
            </a:ln>
          </p:spPr>
          <p:txBody>
            <a:bodyPr/>
            <a:lstStyle/>
            <a:p>
              <a:endParaRPr lang="en-DE"/>
            </a:p>
          </p:txBody>
        </p:sp>
        <p:sp>
          <p:nvSpPr>
            <p:cNvPr id="441" name="Shape 107">
              <a:extLst>
                <a:ext uri="{FF2B5EF4-FFF2-40B4-BE49-F238E27FC236}">
                  <a16:creationId xmlns:a16="http://schemas.microsoft.com/office/drawing/2014/main" id="{71E544CC-FE2E-6A8F-7B33-EDADA0828065}"/>
                </a:ext>
              </a:extLst>
            </p:cNvPr>
            <p:cNvSpPr/>
            <p:nvPr/>
          </p:nvSpPr>
          <p:spPr>
            <a:xfrm rot="5400000">
              <a:off x="8779493" y="4341136"/>
              <a:ext cx="141237" cy="141237"/>
            </a:xfrm>
            <a:prstGeom prst="ellipse">
              <a:avLst/>
            </a:prstGeom>
            <a:solidFill>
              <a:srgbClr val="FAB870"/>
            </a:solidFill>
            <a:ln w="12700">
              <a:solidFill>
                <a:srgbClr val="111C37"/>
              </a:solidFill>
              <a:prstDash val="solid"/>
            </a:ln>
          </p:spPr>
          <p:txBody>
            <a:bodyPr/>
            <a:lstStyle/>
            <a:p>
              <a:endParaRPr lang="en-DE"/>
            </a:p>
          </p:txBody>
        </p:sp>
        <p:sp>
          <p:nvSpPr>
            <p:cNvPr id="442" name="Shape 108">
              <a:extLst>
                <a:ext uri="{FF2B5EF4-FFF2-40B4-BE49-F238E27FC236}">
                  <a16:creationId xmlns:a16="http://schemas.microsoft.com/office/drawing/2014/main" id="{FE1C9E95-EF4F-4D4D-BCDC-EB47B5A92403}"/>
                </a:ext>
              </a:extLst>
            </p:cNvPr>
            <p:cNvSpPr/>
            <p:nvPr/>
          </p:nvSpPr>
          <p:spPr>
            <a:xfrm rot="5400000">
              <a:off x="8519617" y="4341136"/>
              <a:ext cx="141237" cy="141237"/>
            </a:xfrm>
            <a:prstGeom prst="ellipse">
              <a:avLst/>
            </a:prstGeom>
            <a:solidFill>
              <a:srgbClr val="E3751E"/>
            </a:solidFill>
            <a:ln w="12700">
              <a:solidFill>
                <a:srgbClr val="111C37"/>
              </a:solidFill>
              <a:prstDash val="solid"/>
            </a:ln>
          </p:spPr>
          <p:txBody>
            <a:bodyPr/>
            <a:lstStyle/>
            <a:p>
              <a:endParaRPr lang="en-DE"/>
            </a:p>
          </p:txBody>
        </p:sp>
        <p:sp>
          <p:nvSpPr>
            <p:cNvPr id="443" name="Shape 110">
              <a:extLst>
                <a:ext uri="{FF2B5EF4-FFF2-40B4-BE49-F238E27FC236}">
                  <a16:creationId xmlns:a16="http://schemas.microsoft.com/office/drawing/2014/main" id="{7C3E38A6-DD39-38FA-7EF6-6958F29953D0}"/>
                </a:ext>
              </a:extLst>
            </p:cNvPr>
            <p:cNvSpPr/>
            <p:nvPr/>
          </p:nvSpPr>
          <p:spPr>
            <a:xfrm rot="5400000">
              <a:off x="9039371" y="4922326"/>
              <a:ext cx="141237" cy="141237"/>
            </a:xfrm>
            <a:prstGeom prst="ellipse">
              <a:avLst/>
            </a:prstGeom>
            <a:solidFill>
              <a:srgbClr val="E9832C"/>
            </a:solidFill>
            <a:ln w="12700">
              <a:solidFill>
                <a:srgbClr val="111C37"/>
              </a:solidFill>
              <a:prstDash val="solid"/>
            </a:ln>
          </p:spPr>
          <p:txBody>
            <a:bodyPr/>
            <a:lstStyle/>
            <a:p>
              <a:endParaRPr lang="en-DE"/>
            </a:p>
          </p:txBody>
        </p:sp>
      </p:grpSp>
    </p:spTree>
    <p:extLst>
      <p:ext uri="{BB962C8B-B14F-4D97-AF65-F5344CB8AC3E}">
        <p14:creationId xmlns:p14="http://schemas.microsoft.com/office/powerpoint/2010/main" val="41545870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247"/>
                                        </p:tgtEl>
                                        <p:attrNameLst>
                                          <p:attrName>style.visibility</p:attrName>
                                        </p:attrNameLst>
                                      </p:cBhvr>
                                      <p:to>
                                        <p:strVal val="visible"/>
                                      </p:to>
                                    </p:set>
                                    <p:animEffect transition="in" filter="fade">
                                      <p:cBhvr>
                                        <p:cTn id="7" dur="10"/>
                                        <p:tgtEl>
                                          <p:spTgt spid="247"/>
                                        </p:tgtEl>
                                      </p:cBhvr>
                                    </p:animEffect>
                                  </p:childTnLst>
                                </p:cTn>
                              </p:par>
                            </p:childTnLst>
                          </p:cTn>
                        </p:par>
                        <p:par>
                          <p:cTn id="8" fill="hold">
                            <p:stCondLst>
                              <p:cond delay="10"/>
                            </p:stCondLst>
                            <p:childTnLst>
                              <p:par>
                                <p:cTn id="9" presetID="10" presetClass="entr" presetSubtype="0" fill="hold" nodeType="afterEffect">
                                  <p:stCondLst>
                                    <p:cond delay="0"/>
                                  </p:stCondLst>
                                  <p:childTnLst>
                                    <p:set>
                                      <p:cBhvr>
                                        <p:cTn id="10" dur="1" fill="hold">
                                          <p:stCondLst>
                                            <p:cond delay="0"/>
                                          </p:stCondLst>
                                        </p:cTn>
                                        <p:tgtEl>
                                          <p:spTgt spid="254"/>
                                        </p:tgtEl>
                                        <p:attrNameLst>
                                          <p:attrName>style.visibility</p:attrName>
                                        </p:attrNameLst>
                                      </p:cBhvr>
                                      <p:to>
                                        <p:strVal val="visible"/>
                                      </p:to>
                                    </p:set>
                                    <p:animEffect transition="in" filter="fade">
                                      <p:cBhvr>
                                        <p:cTn id="11" dur="10"/>
                                        <p:tgtEl>
                                          <p:spTgt spid="254"/>
                                        </p:tgtEl>
                                      </p:cBhvr>
                                    </p:animEffect>
                                  </p:childTnLst>
                                </p:cTn>
                              </p:par>
                            </p:childTnLst>
                          </p:cTn>
                        </p:par>
                        <p:par>
                          <p:cTn id="12" fill="hold">
                            <p:stCondLst>
                              <p:cond delay="20"/>
                            </p:stCondLst>
                            <p:childTnLst>
                              <p:par>
                                <p:cTn id="13" presetID="10" presetClass="entr" presetSubtype="0" fill="hold" grpId="0" nodeType="afterEffect">
                                  <p:stCondLst>
                                    <p:cond delay="0"/>
                                  </p:stCondLst>
                                  <p:childTnLst>
                                    <p:set>
                                      <p:cBhvr>
                                        <p:cTn id="14" dur="1" fill="hold">
                                          <p:stCondLst>
                                            <p:cond delay="0"/>
                                          </p:stCondLst>
                                        </p:cTn>
                                        <p:tgtEl>
                                          <p:spTgt spid="237"/>
                                        </p:tgtEl>
                                        <p:attrNameLst>
                                          <p:attrName>style.visibility</p:attrName>
                                        </p:attrNameLst>
                                      </p:cBhvr>
                                      <p:to>
                                        <p:strVal val="visible"/>
                                      </p:to>
                                    </p:set>
                                    <p:animEffect transition="in" filter="fade">
                                      <p:cBhvr>
                                        <p:cTn id="15" dur="10"/>
                                        <p:tgtEl>
                                          <p:spTgt spid="237"/>
                                        </p:tgtEl>
                                      </p:cBhvr>
                                    </p:animEffect>
                                  </p:childTnLst>
                                </p:cTn>
                              </p:par>
                            </p:childTnLst>
                          </p:cTn>
                        </p:par>
                        <p:par>
                          <p:cTn id="16" fill="hold">
                            <p:stCondLst>
                              <p:cond delay="30"/>
                            </p:stCondLst>
                            <p:childTnLst>
                              <p:par>
                                <p:cTn id="17" presetID="10" presetClass="entr" presetSubtype="0" fill="hold" grpId="0" nodeType="afterEffect">
                                  <p:stCondLst>
                                    <p:cond delay="0"/>
                                  </p:stCondLst>
                                  <p:childTnLst>
                                    <p:set>
                                      <p:cBhvr>
                                        <p:cTn id="18" dur="1" fill="hold">
                                          <p:stCondLst>
                                            <p:cond delay="0"/>
                                          </p:stCondLst>
                                        </p:cTn>
                                        <p:tgtEl>
                                          <p:spTgt spid="564"/>
                                        </p:tgtEl>
                                        <p:attrNameLst>
                                          <p:attrName>style.visibility</p:attrName>
                                        </p:attrNameLst>
                                      </p:cBhvr>
                                      <p:to>
                                        <p:strVal val="visible"/>
                                      </p:to>
                                    </p:set>
                                    <p:animEffect transition="in" filter="fade">
                                      <p:cBhvr>
                                        <p:cTn id="19" dur="10"/>
                                        <p:tgtEl>
                                          <p:spTgt spid="564"/>
                                        </p:tgtEl>
                                      </p:cBhvr>
                                    </p:animEffect>
                                  </p:childTnLst>
                                </p:cTn>
                              </p:par>
                            </p:childTnLst>
                          </p:cTn>
                        </p:par>
                        <p:par>
                          <p:cTn id="20" fill="hold">
                            <p:stCondLst>
                              <p:cond delay="40"/>
                            </p:stCondLst>
                            <p:childTnLst>
                              <p:par>
                                <p:cTn id="21" presetID="10" presetClass="entr" presetSubtype="0" fill="hold" nodeType="afterEffect">
                                  <p:stCondLst>
                                    <p:cond delay="0"/>
                                  </p:stCondLst>
                                  <p:childTnLst>
                                    <p:set>
                                      <p:cBhvr>
                                        <p:cTn id="22" dur="1" fill="hold">
                                          <p:stCondLst>
                                            <p:cond delay="0"/>
                                          </p:stCondLst>
                                        </p:cTn>
                                        <p:tgtEl>
                                          <p:spTgt spid="246"/>
                                        </p:tgtEl>
                                        <p:attrNameLst>
                                          <p:attrName>style.visibility</p:attrName>
                                        </p:attrNameLst>
                                      </p:cBhvr>
                                      <p:to>
                                        <p:strVal val="visible"/>
                                      </p:to>
                                    </p:set>
                                    <p:animEffect transition="in" filter="fade">
                                      <p:cBhvr>
                                        <p:cTn id="23" dur="10"/>
                                        <p:tgtEl>
                                          <p:spTgt spid="246"/>
                                        </p:tgtEl>
                                      </p:cBhvr>
                                    </p:animEffect>
                                  </p:childTnLst>
                                </p:cTn>
                              </p:par>
                            </p:childTnLst>
                          </p:cTn>
                        </p:par>
                        <p:par>
                          <p:cTn id="24" fill="hold">
                            <p:stCondLst>
                              <p:cond delay="50"/>
                            </p:stCondLst>
                            <p:childTnLst>
                              <p:par>
                                <p:cTn id="25" presetID="10" presetClass="entr" presetSubtype="0" fill="hold" nodeType="afterEffect">
                                  <p:stCondLst>
                                    <p:cond delay="0"/>
                                  </p:stCondLst>
                                  <p:childTnLst>
                                    <p:set>
                                      <p:cBhvr>
                                        <p:cTn id="26" dur="1" fill="hold">
                                          <p:stCondLst>
                                            <p:cond delay="0"/>
                                          </p:stCondLst>
                                        </p:cTn>
                                        <p:tgtEl>
                                          <p:spTgt spid="329"/>
                                        </p:tgtEl>
                                        <p:attrNameLst>
                                          <p:attrName>style.visibility</p:attrName>
                                        </p:attrNameLst>
                                      </p:cBhvr>
                                      <p:to>
                                        <p:strVal val="visible"/>
                                      </p:to>
                                    </p:set>
                                    <p:animEffect transition="in" filter="fade">
                                      <p:cBhvr>
                                        <p:cTn id="27" dur="10"/>
                                        <p:tgtEl>
                                          <p:spTgt spid="329"/>
                                        </p:tgtEl>
                                      </p:cBhvr>
                                    </p:animEffect>
                                  </p:childTnLst>
                                </p:cTn>
                              </p:par>
                            </p:childTnLst>
                          </p:cTn>
                        </p:par>
                        <p:par>
                          <p:cTn id="28" fill="hold">
                            <p:stCondLst>
                              <p:cond delay="60"/>
                            </p:stCondLst>
                            <p:childTnLst>
                              <p:par>
                                <p:cTn id="29" presetID="10" presetClass="entr" presetSubtype="0" fill="hold" grpId="0" nodeType="afterEffect">
                                  <p:stCondLst>
                                    <p:cond delay="0"/>
                                  </p:stCondLst>
                                  <p:childTnLst>
                                    <p:set>
                                      <p:cBhvr>
                                        <p:cTn id="30" dur="1" fill="hold">
                                          <p:stCondLst>
                                            <p:cond delay="0"/>
                                          </p:stCondLst>
                                        </p:cTn>
                                        <p:tgtEl>
                                          <p:spTgt spid="330"/>
                                        </p:tgtEl>
                                        <p:attrNameLst>
                                          <p:attrName>style.visibility</p:attrName>
                                        </p:attrNameLst>
                                      </p:cBhvr>
                                      <p:to>
                                        <p:strVal val="visible"/>
                                      </p:to>
                                    </p:set>
                                    <p:animEffect transition="in" filter="fade">
                                      <p:cBhvr>
                                        <p:cTn id="31" dur="10"/>
                                        <p:tgtEl>
                                          <p:spTgt spid="330"/>
                                        </p:tgtEl>
                                      </p:cBhvr>
                                    </p:animEffect>
                                  </p:childTnLst>
                                </p:cTn>
                              </p:par>
                            </p:childTnLst>
                          </p:cTn>
                        </p:par>
                        <p:par>
                          <p:cTn id="32" fill="hold">
                            <p:stCondLst>
                              <p:cond delay="70"/>
                            </p:stCondLst>
                            <p:childTnLst>
                              <p:par>
                                <p:cTn id="33" presetID="10" presetClass="entr" presetSubtype="0" fill="hold" nodeType="afterEffect">
                                  <p:stCondLst>
                                    <p:cond delay="0"/>
                                  </p:stCondLst>
                                  <p:childTnLst>
                                    <p:set>
                                      <p:cBhvr>
                                        <p:cTn id="34" dur="1" fill="hold">
                                          <p:stCondLst>
                                            <p:cond delay="0"/>
                                          </p:stCondLst>
                                        </p:cTn>
                                        <p:tgtEl>
                                          <p:spTgt spid="331"/>
                                        </p:tgtEl>
                                        <p:attrNameLst>
                                          <p:attrName>style.visibility</p:attrName>
                                        </p:attrNameLst>
                                      </p:cBhvr>
                                      <p:to>
                                        <p:strVal val="visible"/>
                                      </p:to>
                                    </p:set>
                                    <p:animEffect transition="in" filter="fade">
                                      <p:cBhvr>
                                        <p:cTn id="35" dur="10"/>
                                        <p:tgtEl>
                                          <p:spTgt spid="331"/>
                                        </p:tgtEl>
                                      </p:cBhvr>
                                    </p:animEffect>
                                  </p:childTnLst>
                                </p:cTn>
                              </p:par>
                            </p:childTnLst>
                          </p:cTn>
                        </p:par>
                        <p:par>
                          <p:cTn id="36" fill="hold">
                            <p:stCondLst>
                              <p:cond delay="80"/>
                            </p:stCondLst>
                            <p:childTnLst>
                              <p:par>
                                <p:cTn id="37" presetID="10" presetClass="entr" presetSubtype="0" fill="hold" grpId="0" nodeType="afterEffect">
                                  <p:stCondLst>
                                    <p:cond delay="0"/>
                                  </p:stCondLst>
                                  <p:childTnLst>
                                    <p:set>
                                      <p:cBhvr>
                                        <p:cTn id="38" dur="1" fill="hold">
                                          <p:stCondLst>
                                            <p:cond delay="0"/>
                                          </p:stCondLst>
                                        </p:cTn>
                                        <p:tgtEl>
                                          <p:spTgt spid="332"/>
                                        </p:tgtEl>
                                        <p:attrNameLst>
                                          <p:attrName>style.visibility</p:attrName>
                                        </p:attrNameLst>
                                      </p:cBhvr>
                                      <p:to>
                                        <p:strVal val="visible"/>
                                      </p:to>
                                    </p:set>
                                    <p:animEffect transition="in" filter="fade">
                                      <p:cBhvr>
                                        <p:cTn id="39" dur="10"/>
                                        <p:tgtEl>
                                          <p:spTgt spid="3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4" grpId="0" animBg="1"/>
      <p:bldP spid="237" grpId="0" animBg="1"/>
      <p:bldP spid="330" grpId="0"/>
      <p:bldP spid="33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D237EC0E-D99E-14BA-7AA7-6C23C8A0BBC8}"/>
            </a:ext>
          </a:extLst>
        </p:cNvPr>
        <p:cNvGrpSpPr/>
        <p:nvPr/>
      </p:nvGrpSpPr>
      <p:grpSpPr>
        <a:xfrm>
          <a:off x="0" y="0"/>
          <a:ext cx="0" cy="0"/>
          <a:chOff x="0" y="0"/>
          <a:chExt cx="0" cy="0"/>
        </a:xfrm>
      </p:grpSpPr>
      <p:grpSp>
        <p:nvGrpSpPr>
          <p:cNvPr id="254" name="Group 253">
            <a:extLst>
              <a:ext uri="{FF2B5EF4-FFF2-40B4-BE49-F238E27FC236}">
                <a16:creationId xmlns:a16="http://schemas.microsoft.com/office/drawing/2014/main" id="{A0330DFB-80C7-E8E6-5F37-E5F20EFD6101}"/>
              </a:ext>
            </a:extLst>
          </p:cNvPr>
          <p:cNvGrpSpPr/>
          <p:nvPr/>
        </p:nvGrpSpPr>
        <p:grpSpPr>
          <a:xfrm rot="16200000">
            <a:off x="3177950" y="3285538"/>
            <a:ext cx="2926659" cy="286927"/>
            <a:chOff x="2345629" y="3761370"/>
            <a:chExt cx="1439640" cy="141141"/>
          </a:xfrm>
        </p:grpSpPr>
        <p:sp>
          <p:nvSpPr>
            <p:cNvPr id="248" name="Shape 98">
              <a:extLst>
                <a:ext uri="{FF2B5EF4-FFF2-40B4-BE49-F238E27FC236}">
                  <a16:creationId xmlns:a16="http://schemas.microsoft.com/office/drawing/2014/main" id="{732F7634-A3C4-43AC-8A60-398FBE76C7AB}"/>
                </a:ext>
              </a:extLst>
            </p:cNvPr>
            <p:cNvSpPr/>
            <p:nvPr/>
          </p:nvSpPr>
          <p:spPr>
            <a:xfrm rot="5400000">
              <a:off x="3644128" y="3761370"/>
              <a:ext cx="141141" cy="141141"/>
            </a:xfrm>
            <a:prstGeom prst="ellipse">
              <a:avLst/>
            </a:prstGeom>
            <a:solidFill>
              <a:srgbClr val="5991EE"/>
            </a:solidFill>
            <a:ln w="12700">
              <a:solidFill>
                <a:srgbClr val="111C38"/>
              </a:solidFill>
              <a:prstDash val="solid"/>
            </a:ln>
          </p:spPr>
          <p:txBody>
            <a:bodyPr/>
            <a:lstStyle/>
            <a:p>
              <a:endParaRPr lang="en-DE"/>
            </a:p>
          </p:txBody>
        </p:sp>
        <p:sp>
          <p:nvSpPr>
            <p:cNvPr id="249" name="Shape 99">
              <a:extLst>
                <a:ext uri="{FF2B5EF4-FFF2-40B4-BE49-F238E27FC236}">
                  <a16:creationId xmlns:a16="http://schemas.microsoft.com/office/drawing/2014/main" id="{2EF47B67-D2B9-73D3-5871-E6222E2DD331}"/>
                </a:ext>
              </a:extLst>
            </p:cNvPr>
            <p:cNvSpPr/>
            <p:nvPr/>
          </p:nvSpPr>
          <p:spPr>
            <a:xfrm rot="5400000">
              <a:off x="3384428" y="3761370"/>
              <a:ext cx="141141" cy="141141"/>
            </a:xfrm>
            <a:prstGeom prst="ellipse">
              <a:avLst/>
            </a:prstGeom>
            <a:solidFill>
              <a:srgbClr val="2455DA"/>
            </a:solidFill>
            <a:ln w="12700">
              <a:solidFill>
                <a:srgbClr val="111C38"/>
              </a:solidFill>
              <a:prstDash val="solid"/>
            </a:ln>
          </p:spPr>
          <p:txBody>
            <a:bodyPr/>
            <a:lstStyle/>
            <a:p>
              <a:endParaRPr lang="en-DE"/>
            </a:p>
          </p:txBody>
        </p:sp>
        <p:sp>
          <p:nvSpPr>
            <p:cNvPr id="250" name="Shape 100">
              <a:extLst>
                <a:ext uri="{FF2B5EF4-FFF2-40B4-BE49-F238E27FC236}">
                  <a16:creationId xmlns:a16="http://schemas.microsoft.com/office/drawing/2014/main" id="{951C52F9-D50D-1679-9ADA-CA8C7196531A}"/>
                </a:ext>
              </a:extLst>
            </p:cNvPr>
            <p:cNvSpPr/>
            <p:nvPr/>
          </p:nvSpPr>
          <p:spPr>
            <a:xfrm rot="5400000">
              <a:off x="3124727" y="3761370"/>
              <a:ext cx="141141" cy="141141"/>
            </a:xfrm>
            <a:prstGeom prst="ellipse">
              <a:avLst/>
            </a:prstGeom>
            <a:solidFill>
              <a:srgbClr val="89B3F4"/>
            </a:solidFill>
            <a:ln w="12700">
              <a:solidFill>
                <a:srgbClr val="111C38"/>
              </a:solidFill>
              <a:prstDash val="solid"/>
            </a:ln>
          </p:spPr>
          <p:txBody>
            <a:bodyPr/>
            <a:lstStyle/>
            <a:p>
              <a:endParaRPr lang="en-DE"/>
            </a:p>
          </p:txBody>
        </p:sp>
        <p:sp>
          <p:nvSpPr>
            <p:cNvPr id="251" name="Shape 101">
              <a:extLst>
                <a:ext uri="{FF2B5EF4-FFF2-40B4-BE49-F238E27FC236}">
                  <a16:creationId xmlns:a16="http://schemas.microsoft.com/office/drawing/2014/main" id="{6B67E01A-B8C5-26B7-41B4-856ADA08CFBF}"/>
                </a:ext>
              </a:extLst>
            </p:cNvPr>
            <p:cNvSpPr/>
            <p:nvPr/>
          </p:nvSpPr>
          <p:spPr>
            <a:xfrm rot="5400000">
              <a:off x="2865028" y="3761370"/>
              <a:ext cx="141141" cy="141141"/>
            </a:xfrm>
            <a:prstGeom prst="ellipse">
              <a:avLst/>
            </a:prstGeom>
            <a:solidFill>
              <a:srgbClr val="7FACF3"/>
            </a:solidFill>
            <a:ln w="12700">
              <a:solidFill>
                <a:srgbClr val="111C38"/>
              </a:solidFill>
              <a:prstDash val="solid"/>
            </a:ln>
          </p:spPr>
          <p:txBody>
            <a:bodyPr/>
            <a:lstStyle/>
            <a:p>
              <a:endParaRPr lang="en-DE"/>
            </a:p>
          </p:txBody>
        </p:sp>
        <p:sp>
          <p:nvSpPr>
            <p:cNvPr id="252" name="Shape 102">
              <a:extLst>
                <a:ext uri="{FF2B5EF4-FFF2-40B4-BE49-F238E27FC236}">
                  <a16:creationId xmlns:a16="http://schemas.microsoft.com/office/drawing/2014/main" id="{812738AB-7150-A9AE-3FE2-D978DB1EA572}"/>
                </a:ext>
              </a:extLst>
            </p:cNvPr>
            <p:cNvSpPr/>
            <p:nvPr/>
          </p:nvSpPr>
          <p:spPr>
            <a:xfrm rot="5400000">
              <a:off x="2605329" y="3761370"/>
              <a:ext cx="141141" cy="141141"/>
            </a:xfrm>
            <a:prstGeom prst="ellipse">
              <a:avLst/>
            </a:prstGeom>
            <a:solidFill>
              <a:srgbClr val="6098F0"/>
            </a:solidFill>
            <a:ln w="12700">
              <a:solidFill>
                <a:srgbClr val="111C38"/>
              </a:solidFill>
              <a:prstDash val="solid"/>
            </a:ln>
          </p:spPr>
          <p:txBody>
            <a:bodyPr/>
            <a:lstStyle/>
            <a:p>
              <a:endParaRPr lang="en-DE"/>
            </a:p>
          </p:txBody>
        </p:sp>
        <p:sp>
          <p:nvSpPr>
            <p:cNvPr id="253" name="Shape 103">
              <a:extLst>
                <a:ext uri="{FF2B5EF4-FFF2-40B4-BE49-F238E27FC236}">
                  <a16:creationId xmlns:a16="http://schemas.microsoft.com/office/drawing/2014/main" id="{5278E41E-CACA-C6F5-6C82-667A0ABC5A52}"/>
                </a:ext>
              </a:extLst>
            </p:cNvPr>
            <p:cNvSpPr/>
            <p:nvPr/>
          </p:nvSpPr>
          <p:spPr>
            <a:xfrm rot="5400000">
              <a:off x="2345629" y="3761370"/>
              <a:ext cx="141141" cy="141141"/>
            </a:xfrm>
            <a:prstGeom prst="ellipse">
              <a:avLst/>
            </a:prstGeom>
            <a:solidFill>
              <a:srgbClr val="2A5DDD"/>
            </a:solidFill>
            <a:ln w="12700">
              <a:solidFill>
                <a:srgbClr val="111C38"/>
              </a:solidFill>
              <a:prstDash val="solid"/>
            </a:ln>
          </p:spPr>
          <p:txBody>
            <a:bodyPr/>
            <a:lstStyle/>
            <a:p>
              <a:endParaRPr lang="en-DE"/>
            </a:p>
          </p:txBody>
        </p:sp>
      </p:grpSp>
      <p:sp>
        <p:nvSpPr>
          <p:cNvPr id="20" name="TextBox 19">
            <a:extLst>
              <a:ext uri="{FF2B5EF4-FFF2-40B4-BE49-F238E27FC236}">
                <a16:creationId xmlns:a16="http://schemas.microsoft.com/office/drawing/2014/main" id="{C1DD3571-0BE2-41D7-75B5-5A6387EF8C8A}"/>
              </a:ext>
            </a:extLst>
          </p:cNvPr>
          <p:cNvSpPr txBox="1"/>
          <p:nvPr/>
        </p:nvSpPr>
        <p:spPr>
          <a:xfrm>
            <a:off x="11865429" y="6368143"/>
            <a:ext cx="184731" cy="369332"/>
          </a:xfrm>
          <a:prstGeom prst="rect">
            <a:avLst/>
          </a:prstGeom>
          <a:noFill/>
        </p:spPr>
        <p:txBody>
          <a:bodyPr wrap="none" rtlCol="0">
            <a:spAutoFit/>
          </a:bodyPr>
          <a:lstStyle/>
          <a:p>
            <a:endParaRPr lang="en-DE" dirty="0"/>
          </a:p>
        </p:txBody>
      </p:sp>
      <p:sp>
        <p:nvSpPr>
          <p:cNvPr id="2" name="Slide Number Placeholder 1">
            <a:extLst>
              <a:ext uri="{FF2B5EF4-FFF2-40B4-BE49-F238E27FC236}">
                <a16:creationId xmlns:a16="http://schemas.microsoft.com/office/drawing/2014/main" id="{32866FF1-DC1E-A55E-3E67-3BD625E33CBC}"/>
              </a:ext>
            </a:extLst>
          </p:cNvPr>
          <p:cNvSpPr>
            <a:spLocks noGrp="1"/>
          </p:cNvSpPr>
          <p:nvPr>
            <p:ph type="sldNum" sz="quarter" idx="4"/>
          </p:nvPr>
        </p:nvSpPr>
        <p:spPr/>
        <p:txBody>
          <a:bodyPr/>
          <a:lstStyle/>
          <a:p>
            <a:fld id="{F8325A8C-A62D-5E4B-8AAC-68DD587E4A7D}" type="slidenum">
              <a:rPr lang="de-DE" smtClean="0"/>
              <a:t>30</a:t>
            </a:fld>
            <a:endParaRPr lang="de-DE" dirty="0"/>
          </a:p>
        </p:txBody>
      </p:sp>
      <p:grpSp>
        <p:nvGrpSpPr>
          <p:cNvPr id="327" name="Group 326">
            <a:extLst>
              <a:ext uri="{FF2B5EF4-FFF2-40B4-BE49-F238E27FC236}">
                <a16:creationId xmlns:a16="http://schemas.microsoft.com/office/drawing/2014/main" id="{465DEC1D-EBE5-62D9-3BED-2BA33C022852}"/>
              </a:ext>
            </a:extLst>
          </p:cNvPr>
          <p:cNvGrpSpPr/>
          <p:nvPr/>
        </p:nvGrpSpPr>
        <p:grpSpPr>
          <a:xfrm rot="5400000">
            <a:off x="4626424" y="3284446"/>
            <a:ext cx="2928646" cy="287122"/>
            <a:chOff x="8389679" y="3759942"/>
            <a:chExt cx="1440618" cy="141237"/>
          </a:xfrm>
        </p:grpSpPr>
        <p:sp>
          <p:nvSpPr>
            <p:cNvPr id="255" name="Shape 98">
              <a:extLst>
                <a:ext uri="{FF2B5EF4-FFF2-40B4-BE49-F238E27FC236}">
                  <a16:creationId xmlns:a16="http://schemas.microsoft.com/office/drawing/2014/main" id="{89E3F528-3D5B-450A-4B4B-B4795CE731D4}"/>
                </a:ext>
              </a:extLst>
            </p:cNvPr>
            <p:cNvSpPr/>
            <p:nvPr/>
          </p:nvSpPr>
          <p:spPr>
            <a:xfrm rot="5400000">
              <a:off x="9689060" y="3759942"/>
              <a:ext cx="141237" cy="141237"/>
            </a:xfrm>
            <a:prstGeom prst="ellipse">
              <a:avLst/>
            </a:prstGeom>
            <a:solidFill>
              <a:srgbClr val="F69F47"/>
            </a:solidFill>
            <a:ln w="12700">
              <a:solidFill>
                <a:srgbClr val="111C38"/>
              </a:solidFill>
              <a:prstDash val="solid"/>
            </a:ln>
          </p:spPr>
          <p:txBody>
            <a:bodyPr/>
            <a:lstStyle/>
            <a:p>
              <a:endParaRPr lang="en-DE"/>
            </a:p>
          </p:txBody>
        </p:sp>
        <p:sp>
          <p:nvSpPr>
            <p:cNvPr id="320" name="Shape 99">
              <a:extLst>
                <a:ext uri="{FF2B5EF4-FFF2-40B4-BE49-F238E27FC236}">
                  <a16:creationId xmlns:a16="http://schemas.microsoft.com/office/drawing/2014/main" id="{FDE63BA8-D1E6-96D7-54C5-AF83AE9039E8}"/>
                </a:ext>
              </a:extLst>
            </p:cNvPr>
            <p:cNvSpPr/>
            <p:nvPr/>
          </p:nvSpPr>
          <p:spPr>
            <a:xfrm rot="5400000">
              <a:off x="9429184" y="3759942"/>
              <a:ext cx="141237" cy="141237"/>
            </a:xfrm>
            <a:prstGeom prst="ellipse">
              <a:avLst/>
            </a:prstGeom>
            <a:solidFill>
              <a:srgbClr val="FBBE7C"/>
            </a:solidFill>
            <a:ln w="12700">
              <a:solidFill>
                <a:srgbClr val="111C38"/>
              </a:solidFill>
              <a:prstDash val="solid"/>
            </a:ln>
          </p:spPr>
          <p:txBody>
            <a:bodyPr/>
            <a:lstStyle/>
            <a:p>
              <a:endParaRPr lang="en-DE"/>
            </a:p>
          </p:txBody>
        </p:sp>
        <p:sp>
          <p:nvSpPr>
            <p:cNvPr id="323" name="Shape 100">
              <a:extLst>
                <a:ext uri="{FF2B5EF4-FFF2-40B4-BE49-F238E27FC236}">
                  <a16:creationId xmlns:a16="http://schemas.microsoft.com/office/drawing/2014/main" id="{E2F6E6A7-A03D-4EB5-154D-444BAEE6CCA1}"/>
                </a:ext>
              </a:extLst>
            </p:cNvPr>
            <p:cNvSpPr/>
            <p:nvPr/>
          </p:nvSpPr>
          <p:spPr>
            <a:xfrm rot="5400000">
              <a:off x="9169307" y="3759942"/>
              <a:ext cx="141237" cy="141237"/>
            </a:xfrm>
            <a:prstGeom prst="ellipse">
              <a:avLst/>
            </a:prstGeom>
            <a:solidFill>
              <a:srgbClr val="E3751E"/>
            </a:solidFill>
            <a:ln w="12700">
              <a:solidFill>
                <a:srgbClr val="111C38"/>
              </a:solidFill>
              <a:prstDash val="solid"/>
            </a:ln>
          </p:spPr>
          <p:txBody>
            <a:bodyPr/>
            <a:lstStyle/>
            <a:p>
              <a:endParaRPr lang="en-DE"/>
            </a:p>
          </p:txBody>
        </p:sp>
        <p:sp>
          <p:nvSpPr>
            <p:cNvPr id="324" name="Shape 101">
              <a:extLst>
                <a:ext uri="{FF2B5EF4-FFF2-40B4-BE49-F238E27FC236}">
                  <a16:creationId xmlns:a16="http://schemas.microsoft.com/office/drawing/2014/main" id="{2F922DF9-8E34-CD69-FA20-7BDDAA607900}"/>
                </a:ext>
              </a:extLst>
            </p:cNvPr>
            <p:cNvSpPr/>
            <p:nvPr/>
          </p:nvSpPr>
          <p:spPr>
            <a:xfrm rot="5400000">
              <a:off x="8909430" y="3759942"/>
              <a:ext cx="141237" cy="141237"/>
            </a:xfrm>
            <a:prstGeom prst="ellipse">
              <a:avLst/>
            </a:prstGeom>
            <a:solidFill>
              <a:srgbClr val="E67C25"/>
            </a:solidFill>
            <a:ln w="12700">
              <a:solidFill>
                <a:srgbClr val="111C38"/>
              </a:solidFill>
              <a:prstDash val="solid"/>
            </a:ln>
          </p:spPr>
          <p:txBody>
            <a:bodyPr/>
            <a:lstStyle/>
            <a:p>
              <a:endParaRPr lang="en-DE"/>
            </a:p>
          </p:txBody>
        </p:sp>
        <p:sp>
          <p:nvSpPr>
            <p:cNvPr id="325" name="Shape 102">
              <a:extLst>
                <a:ext uri="{FF2B5EF4-FFF2-40B4-BE49-F238E27FC236}">
                  <a16:creationId xmlns:a16="http://schemas.microsoft.com/office/drawing/2014/main" id="{D773FBAC-B8F2-5947-5F31-D3B77FC8F1C0}"/>
                </a:ext>
              </a:extLst>
            </p:cNvPr>
            <p:cNvSpPr/>
            <p:nvPr/>
          </p:nvSpPr>
          <p:spPr>
            <a:xfrm rot="5400000">
              <a:off x="8649555" y="3759942"/>
              <a:ext cx="141237" cy="141237"/>
            </a:xfrm>
            <a:prstGeom prst="ellipse">
              <a:avLst/>
            </a:prstGeom>
            <a:solidFill>
              <a:srgbClr val="F9A64E"/>
            </a:solidFill>
            <a:ln w="12700">
              <a:solidFill>
                <a:srgbClr val="111C38"/>
              </a:solidFill>
              <a:prstDash val="solid"/>
            </a:ln>
          </p:spPr>
          <p:txBody>
            <a:bodyPr/>
            <a:lstStyle/>
            <a:p>
              <a:endParaRPr lang="en-DE"/>
            </a:p>
          </p:txBody>
        </p:sp>
        <p:sp>
          <p:nvSpPr>
            <p:cNvPr id="326" name="Shape 103">
              <a:extLst>
                <a:ext uri="{FF2B5EF4-FFF2-40B4-BE49-F238E27FC236}">
                  <a16:creationId xmlns:a16="http://schemas.microsoft.com/office/drawing/2014/main" id="{FBEDF814-B0FF-D2A0-0D5F-B5CE6552E407}"/>
                </a:ext>
              </a:extLst>
            </p:cNvPr>
            <p:cNvSpPr/>
            <p:nvPr/>
          </p:nvSpPr>
          <p:spPr>
            <a:xfrm rot="5400000">
              <a:off x="8389679" y="3759942"/>
              <a:ext cx="141237" cy="141237"/>
            </a:xfrm>
            <a:prstGeom prst="ellipse">
              <a:avLst/>
            </a:prstGeom>
            <a:solidFill>
              <a:srgbClr val="FBC992"/>
            </a:solidFill>
            <a:ln w="12700">
              <a:solidFill>
                <a:srgbClr val="111C38"/>
              </a:solidFill>
              <a:prstDash val="solid"/>
            </a:ln>
          </p:spPr>
          <p:txBody>
            <a:bodyPr/>
            <a:lstStyle/>
            <a:p>
              <a:endParaRPr lang="en-DE"/>
            </a:p>
          </p:txBody>
        </p:sp>
      </p:grpSp>
      <mc:AlternateContent xmlns:mc="http://schemas.openxmlformats.org/markup-compatibility/2006" xmlns:a14="http://schemas.microsoft.com/office/drawing/2010/main">
        <mc:Choice Requires="a14">
          <p:sp>
            <p:nvSpPr>
              <p:cNvPr id="542" name="TextBox 541">
                <a:extLst>
                  <a:ext uri="{FF2B5EF4-FFF2-40B4-BE49-F238E27FC236}">
                    <a16:creationId xmlns:a16="http://schemas.microsoft.com/office/drawing/2014/main" id="{7747A4FD-EDB3-E2A4-9A26-F0CB75FBE372}"/>
                  </a:ext>
                </a:extLst>
              </p:cNvPr>
              <p:cNvSpPr txBox="1"/>
              <p:nvPr/>
            </p:nvSpPr>
            <p:spPr>
              <a:xfrm>
                <a:off x="5636320" y="1288391"/>
                <a:ext cx="908852" cy="4770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𝒉</m:t>
                      </m:r>
                      <m:d>
                        <m:dPr>
                          <m:ctrlPr>
                            <a:rPr lang="en-US" sz="2500" b="1" i="1" smtClean="0">
                              <a:solidFill>
                                <a:schemeClr val="bg1"/>
                              </a:solidFill>
                              <a:latin typeface="Cambria Math" panose="02040503050406030204" pitchFamily="18" charset="0"/>
                            </a:rPr>
                          </m:ctrlPr>
                        </m:dPr>
                        <m:e>
                          <m:sSub>
                            <m:sSubPr>
                              <m:ctrlPr>
                                <a:rPr lang="en-US" sz="2500" b="1" i="1" smtClean="0">
                                  <a:solidFill>
                                    <a:schemeClr val="bg1"/>
                                  </a:solidFill>
                                  <a:latin typeface="Cambria Math" panose="02040503050406030204" pitchFamily="18" charset="0"/>
                                </a:rPr>
                              </m:ctrlPr>
                            </m:sSubPr>
                            <m:e>
                              <m:r>
                                <a:rPr lang="en-US" sz="2500" b="1" i="1" smtClean="0">
                                  <a:solidFill>
                                    <a:schemeClr val="bg1"/>
                                  </a:solidFill>
                                  <a:latin typeface="Cambria Math" panose="02040503050406030204" pitchFamily="18" charset="0"/>
                                </a:rPr>
                                <m:t>𝒙</m:t>
                              </m:r>
                            </m:e>
                            <m:sub>
                              <m:r>
                                <a:rPr lang="en-US" sz="2500" b="1" i="1" smtClean="0">
                                  <a:solidFill>
                                    <a:schemeClr val="bg1"/>
                                  </a:solidFill>
                                  <a:latin typeface="Cambria Math" panose="02040503050406030204" pitchFamily="18" charset="0"/>
                                </a:rPr>
                                <m:t>𝒊</m:t>
                              </m:r>
                            </m:sub>
                          </m:sSub>
                        </m:e>
                      </m:d>
                    </m:oMath>
                  </m:oMathPara>
                </a14:m>
                <a:endParaRPr lang="en-US" sz="2500" b="1" dirty="0"/>
              </a:p>
            </p:txBody>
          </p:sp>
        </mc:Choice>
        <mc:Fallback xmlns="">
          <p:sp>
            <p:nvSpPr>
              <p:cNvPr id="542" name="TextBox 541">
                <a:extLst>
                  <a:ext uri="{FF2B5EF4-FFF2-40B4-BE49-F238E27FC236}">
                    <a16:creationId xmlns:a16="http://schemas.microsoft.com/office/drawing/2014/main" id="{7747A4FD-EDB3-E2A4-9A26-F0CB75FBE372}"/>
                  </a:ext>
                </a:extLst>
              </p:cNvPr>
              <p:cNvSpPr txBox="1">
                <a:spLocks noRot="1" noChangeAspect="1" noMove="1" noResize="1" noEditPoints="1" noAdjustHandles="1" noChangeArrowheads="1" noChangeShapeType="1" noTextEdit="1"/>
              </p:cNvSpPr>
              <p:nvPr/>
            </p:nvSpPr>
            <p:spPr>
              <a:xfrm>
                <a:off x="5636320" y="1288391"/>
                <a:ext cx="908852" cy="477054"/>
              </a:xfrm>
              <a:prstGeom prst="rect">
                <a:avLst/>
              </a:prstGeom>
              <a:blipFill>
                <a:blip r:embed="rId3"/>
                <a:stretch>
                  <a:fillRect l="-2778"/>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1" name="TextBox 540">
                <a:extLst>
                  <a:ext uri="{FF2B5EF4-FFF2-40B4-BE49-F238E27FC236}">
                    <a16:creationId xmlns:a16="http://schemas.microsoft.com/office/drawing/2014/main" id="{EF67DD93-6A01-D6CD-DCE6-3219ECE296B2}"/>
                  </a:ext>
                </a:extLst>
              </p:cNvPr>
              <p:cNvSpPr txBox="1"/>
              <p:nvPr/>
            </p:nvSpPr>
            <p:spPr>
              <a:xfrm>
                <a:off x="6840386" y="1288391"/>
                <a:ext cx="1203610" cy="477054"/>
              </a:xfrm>
              <a:prstGeom prst="rect">
                <a:avLst/>
              </a:prstGeom>
              <a:noFill/>
            </p:spPr>
            <p:txBody>
              <a:bodyPr wrap="square">
                <a:spAutoFit/>
              </a:bodyPr>
              <a:lstStyle/>
              <a:p>
                <a:pPr/>
                <a14:m>
                  <m:oMathPara xmlns:m="http://schemas.openxmlformats.org/officeDocument/2006/math">
                    <m:oMath>
                      <m:sSub>
                        <m:sSubPr>
                          <m:ctrlPr>
                            <a:rPr lang="en-US" sz="2500" b="0" i="1" smtClean="0">
                              <a:solidFill>
                                <a:schemeClr val="accent6">
                                  <a:lumMod val="40000"/>
                                  <a:lumOff val="60000"/>
                                </a:schemeClr>
                              </a:solidFill>
                              <a:latin typeface="Cambria Math" panose="02040503050406030204" pitchFamily="18" charset="0"/>
                            </a:rPr>
                          </m:ctrlPr>
                        </m:sSubPr>
                        <m:e>
                          <m:r>
                            <a:rPr lang="en-US" sz="2500" b="0" i="1" smtClean="0">
                              <a:solidFill>
                                <a:schemeClr val="accent6">
                                  <a:lumMod val="40000"/>
                                  <a:lumOff val="60000"/>
                                </a:schemeClr>
                              </a:solidFill>
                              <a:latin typeface="Cambria Math" panose="02040503050406030204" pitchFamily="18" charset="0"/>
                            </a:rPr>
                            <m:t>𝑠</m:t>
                          </m:r>
                        </m:e>
                        <m:sub>
                          <m:r>
                            <a:rPr lang="en-US" sz="2500" b="0" i="1" smtClean="0">
                              <a:solidFill>
                                <a:schemeClr val="accent6">
                                  <a:lumMod val="40000"/>
                                  <a:lumOff val="60000"/>
                                </a:schemeClr>
                              </a:solidFill>
                              <a:latin typeface="Cambria Math" panose="02040503050406030204" pitchFamily="18" charset="0"/>
                            </a:rPr>
                            <m:t>𝑖</m:t>
                          </m:r>
                        </m:sub>
                      </m:sSub>
                    </m:oMath>
                  </m:oMathPara>
                </a14:m>
                <a:endParaRPr lang="en-US" sz="2500" b="0" dirty="0"/>
              </a:p>
            </p:txBody>
          </p:sp>
        </mc:Choice>
        <mc:Fallback xmlns="">
          <p:sp>
            <p:nvSpPr>
              <p:cNvPr id="541" name="TextBox 540">
                <a:extLst>
                  <a:ext uri="{FF2B5EF4-FFF2-40B4-BE49-F238E27FC236}">
                    <a16:creationId xmlns:a16="http://schemas.microsoft.com/office/drawing/2014/main" id="{EF67DD93-6A01-D6CD-DCE6-3219ECE296B2}"/>
                  </a:ext>
                </a:extLst>
              </p:cNvPr>
              <p:cNvSpPr txBox="1">
                <a:spLocks noRot="1" noChangeAspect="1" noMove="1" noResize="1" noEditPoints="1" noAdjustHandles="1" noChangeArrowheads="1" noChangeShapeType="1" noTextEdit="1"/>
              </p:cNvSpPr>
              <p:nvPr/>
            </p:nvSpPr>
            <p:spPr>
              <a:xfrm>
                <a:off x="6840386" y="1288391"/>
                <a:ext cx="1203610" cy="477054"/>
              </a:xfrm>
              <a:prstGeom prst="rect">
                <a:avLst/>
              </a:prstGeom>
              <a:blipFill>
                <a:blip r:embed="rId4"/>
                <a:stretch>
                  <a:fillRect/>
                </a:stretch>
              </a:blipFill>
            </p:spPr>
            <p:txBody>
              <a:bodyPr/>
              <a:lstStyle/>
              <a:p>
                <a:r>
                  <a:rPr lang="en-DE">
                    <a:noFill/>
                  </a:rPr>
                  <a:t> </a:t>
                </a:r>
              </a:p>
            </p:txBody>
          </p:sp>
        </mc:Fallback>
      </mc:AlternateContent>
      <p:grpSp>
        <p:nvGrpSpPr>
          <p:cNvPr id="231" name="Group 230">
            <a:extLst>
              <a:ext uri="{FF2B5EF4-FFF2-40B4-BE49-F238E27FC236}">
                <a16:creationId xmlns:a16="http://schemas.microsoft.com/office/drawing/2014/main" id="{3E82088A-8B5B-06D0-5F3F-192F9D240802}"/>
              </a:ext>
            </a:extLst>
          </p:cNvPr>
          <p:cNvGrpSpPr/>
          <p:nvPr/>
        </p:nvGrpSpPr>
        <p:grpSpPr>
          <a:xfrm>
            <a:off x="7297531" y="1964457"/>
            <a:ext cx="291278" cy="2929085"/>
            <a:chOff x="7297531" y="1964457"/>
            <a:chExt cx="291278" cy="2929085"/>
          </a:xfrm>
        </p:grpSpPr>
        <p:sp>
          <p:nvSpPr>
            <p:cNvPr id="543" name="Steer 1">
              <a:extLst>
                <a:ext uri="{FF2B5EF4-FFF2-40B4-BE49-F238E27FC236}">
                  <a16:creationId xmlns:a16="http://schemas.microsoft.com/office/drawing/2014/main" id="{5D4C1DDD-50AF-B2B7-6BB2-8AE71075CF24}"/>
                </a:ext>
              </a:extLst>
            </p:cNvPr>
            <p:cNvSpPr>
              <a:spLocks noChangeAspect="1"/>
            </p:cNvSpPr>
            <p:nvPr/>
          </p:nvSpPr>
          <p:spPr>
            <a:xfrm>
              <a:off x="7299489" y="4605542"/>
              <a:ext cx="289320" cy="288000"/>
            </a:xfrm>
            <a:prstGeom prst="ellipse">
              <a:avLst/>
            </a:prstGeom>
            <a:solidFill>
              <a:srgbClr val="6183E4"/>
            </a:solidFill>
            <a:ln w="12700">
              <a:solidFill>
                <a:srgbClr val="111C38"/>
              </a:solidFill>
              <a:prstDash val="solid"/>
            </a:ln>
          </p:spPr>
          <p:txBody>
            <a:bodyPr/>
            <a:lstStyle/>
            <a:p>
              <a:endParaRPr lang="en-DE"/>
            </a:p>
          </p:txBody>
        </p:sp>
        <p:sp>
          <p:nvSpPr>
            <p:cNvPr id="544" name="Steer 2">
              <a:extLst>
                <a:ext uri="{FF2B5EF4-FFF2-40B4-BE49-F238E27FC236}">
                  <a16:creationId xmlns:a16="http://schemas.microsoft.com/office/drawing/2014/main" id="{F8AA2F3C-5EDE-20AF-97EC-A806C5F65DA8}"/>
                </a:ext>
              </a:extLst>
            </p:cNvPr>
            <p:cNvSpPr>
              <a:spLocks noChangeAspect="1"/>
            </p:cNvSpPr>
            <p:nvPr/>
          </p:nvSpPr>
          <p:spPr>
            <a:xfrm>
              <a:off x="7297531" y="4076800"/>
              <a:ext cx="289320" cy="288000"/>
            </a:xfrm>
            <a:prstGeom prst="ellipse">
              <a:avLst/>
            </a:prstGeom>
            <a:solidFill>
              <a:srgbClr val="FFFFFF"/>
            </a:solidFill>
            <a:ln w="12700">
              <a:solidFill>
                <a:srgbClr val="111C38"/>
              </a:solidFill>
              <a:prstDash val="solid"/>
            </a:ln>
          </p:spPr>
          <p:txBody>
            <a:bodyPr/>
            <a:lstStyle/>
            <a:p>
              <a:endParaRPr lang="en-DE"/>
            </a:p>
          </p:txBody>
        </p:sp>
        <p:sp>
          <p:nvSpPr>
            <p:cNvPr id="545" name="Steer 3">
              <a:extLst>
                <a:ext uri="{FF2B5EF4-FFF2-40B4-BE49-F238E27FC236}">
                  <a16:creationId xmlns:a16="http://schemas.microsoft.com/office/drawing/2014/main" id="{6090FD74-C6EA-728A-D6C8-4D54B3973432}"/>
                </a:ext>
              </a:extLst>
            </p:cNvPr>
            <p:cNvSpPr>
              <a:spLocks noChangeAspect="1"/>
            </p:cNvSpPr>
            <p:nvPr/>
          </p:nvSpPr>
          <p:spPr>
            <a:xfrm>
              <a:off x="7297531" y="3552364"/>
              <a:ext cx="289320" cy="288000"/>
            </a:xfrm>
            <a:prstGeom prst="ellipse">
              <a:avLst/>
            </a:prstGeom>
            <a:solidFill>
              <a:srgbClr val="EEB791"/>
            </a:solidFill>
            <a:ln w="12700">
              <a:solidFill>
                <a:srgbClr val="111C38"/>
              </a:solidFill>
              <a:prstDash val="solid"/>
            </a:ln>
          </p:spPr>
          <p:txBody>
            <a:bodyPr/>
            <a:lstStyle/>
            <a:p>
              <a:endParaRPr lang="en-DE"/>
            </a:p>
          </p:txBody>
        </p:sp>
        <p:sp>
          <p:nvSpPr>
            <p:cNvPr id="546" name="Steer 4">
              <a:extLst>
                <a:ext uri="{FF2B5EF4-FFF2-40B4-BE49-F238E27FC236}">
                  <a16:creationId xmlns:a16="http://schemas.microsoft.com/office/drawing/2014/main" id="{0EFC4996-61EE-4A36-3261-5CDBFCF2D039}"/>
                </a:ext>
              </a:extLst>
            </p:cNvPr>
            <p:cNvSpPr>
              <a:spLocks noChangeAspect="1"/>
            </p:cNvSpPr>
            <p:nvPr/>
          </p:nvSpPr>
          <p:spPr>
            <a:xfrm>
              <a:off x="7297531" y="3019185"/>
              <a:ext cx="289320" cy="288000"/>
            </a:xfrm>
            <a:prstGeom prst="ellipse">
              <a:avLst/>
            </a:prstGeom>
            <a:solidFill>
              <a:srgbClr val="EAA878"/>
            </a:solidFill>
            <a:ln w="12700">
              <a:solidFill>
                <a:srgbClr val="111C38"/>
              </a:solidFill>
              <a:prstDash val="solid"/>
            </a:ln>
          </p:spPr>
          <p:txBody>
            <a:bodyPr/>
            <a:lstStyle/>
            <a:p>
              <a:endParaRPr lang="en-DE"/>
            </a:p>
          </p:txBody>
        </p:sp>
        <p:sp>
          <p:nvSpPr>
            <p:cNvPr id="547" name="Steer 5">
              <a:extLst>
                <a:ext uri="{FF2B5EF4-FFF2-40B4-BE49-F238E27FC236}">
                  <a16:creationId xmlns:a16="http://schemas.microsoft.com/office/drawing/2014/main" id="{DE06AFCC-6471-5981-A5D2-68A31FD18132}"/>
                </a:ext>
              </a:extLst>
            </p:cNvPr>
            <p:cNvSpPr>
              <a:spLocks noChangeAspect="1"/>
            </p:cNvSpPr>
            <p:nvPr/>
          </p:nvSpPr>
          <p:spPr>
            <a:xfrm>
              <a:off x="7297531" y="2492761"/>
              <a:ext cx="289320" cy="288000"/>
            </a:xfrm>
            <a:prstGeom prst="ellipse">
              <a:avLst/>
            </a:prstGeom>
            <a:solidFill>
              <a:srgbClr val="6C8CE6"/>
            </a:solidFill>
            <a:ln w="12700">
              <a:solidFill>
                <a:srgbClr val="111C38"/>
              </a:solidFill>
              <a:prstDash val="solid"/>
            </a:ln>
          </p:spPr>
          <p:txBody>
            <a:bodyPr/>
            <a:lstStyle/>
            <a:p>
              <a:endParaRPr lang="en-DE"/>
            </a:p>
          </p:txBody>
        </p:sp>
        <p:sp>
          <p:nvSpPr>
            <p:cNvPr id="548" name="Steer 6">
              <a:extLst>
                <a:ext uri="{FF2B5EF4-FFF2-40B4-BE49-F238E27FC236}">
                  <a16:creationId xmlns:a16="http://schemas.microsoft.com/office/drawing/2014/main" id="{1C6372FE-BAFC-3E03-A12B-68200CFB252B}"/>
                </a:ext>
              </a:extLst>
            </p:cNvPr>
            <p:cNvSpPr>
              <a:spLocks noChangeAspect="1"/>
            </p:cNvSpPr>
            <p:nvPr/>
          </p:nvSpPr>
          <p:spPr>
            <a:xfrm>
              <a:off x="7297531" y="1964457"/>
              <a:ext cx="289320" cy="288000"/>
            </a:xfrm>
            <a:prstGeom prst="ellipse">
              <a:avLst/>
            </a:prstGeom>
            <a:solidFill>
              <a:srgbClr val="FFFFFF"/>
            </a:solidFill>
            <a:ln w="12700">
              <a:solidFill>
                <a:srgbClr val="111C38"/>
              </a:solidFill>
              <a:prstDash val="solid"/>
            </a:ln>
          </p:spPr>
          <p:txBody>
            <a:bodyPr/>
            <a:lstStyle/>
            <a:p>
              <a:endParaRPr lang="en-DE" dirty="0"/>
            </a:p>
          </p:txBody>
        </p:sp>
      </p:grpSp>
      <p:grpSp>
        <p:nvGrpSpPr>
          <p:cNvPr id="229" name="Group 228">
            <a:extLst>
              <a:ext uri="{FF2B5EF4-FFF2-40B4-BE49-F238E27FC236}">
                <a16:creationId xmlns:a16="http://schemas.microsoft.com/office/drawing/2014/main" id="{DAC55D03-53C4-A3E0-5E26-B444F6EB4F49}"/>
              </a:ext>
            </a:extLst>
          </p:cNvPr>
          <p:cNvGrpSpPr/>
          <p:nvPr/>
        </p:nvGrpSpPr>
        <p:grpSpPr>
          <a:xfrm>
            <a:off x="5093486" y="1249919"/>
            <a:ext cx="692272" cy="3782342"/>
            <a:chOff x="5093486" y="1249919"/>
            <a:chExt cx="692272" cy="3782342"/>
          </a:xfrm>
        </p:grpSpPr>
        <mc:AlternateContent xmlns:mc="http://schemas.openxmlformats.org/markup-compatibility/2006" xmlns:a14="http://schemas.microsoft.com/office/drawing/2010/main">
          <mc:Choice Requires="a14">
            <p:sp>
              <p:nvSpPr>
                <p:cNvPr id="552" name="TextBox 551">
                  <a:extLst>
                    <a:ext uri="{FF2B5EF4-FFF2-40B4-BE49-F238E27FC236}">
                      <a16:creationId xmlns:a16="http://schemas.microsoft.com/office/drawing/2014/main" id="{7B42391B-67A9-EEFB-E8E4-6104F3165C5B}"/>
                    </a:ext>
                  </a:extLst>
                </p:cNvPr>
                <p:cNvSpPr txBox="1"/>
                <p:nvPr/>
              </p:nvSpPr>
              <p:spPr>
                <a:xfrm>
                  <a:off x="5093486" y="1249919"/>
                  <a:ext cx="692272" cy="553998"/>
                </a:xfrm>
                <a:prstGeom prst="rect">
                  <a:avLst/>
                </a:prstGeom>
                <a:noFill/>
              </p:spPr>
              <p:txBody>
                <a:bodyPr wrap="square">
                  <a:spAutoFit/>
                </a:bodyPr>
                <a:lstStyle/>
                <a:p>
                  <a:pPr/>
                  <a14:m>
                    <m:oMathPara xmlns:m="http://schemas.openxmlformats.org/officeDocument/2006/math">
                      <m:oMath>
                        <m:r>
                          <a:rPr lang="en-US" sz="3000" b="1" i="1" smtClean="0">
                            <a:solidFill>
                              <a:schemeClr val="bg1"/>
                            </a:solidFill>
                            <a:latin typeface="Cambria Math" panose="02040503050406030204" pitchFamily="18" charset="0"/>
                          </a:rPr>
                          <m:t>−</m:t>
                        </m:r>
                      </m:oMath>
                    </m:oMathPara>
                  </a14:m>
                  <a:endParaRPr lang="en-US" sz="3000" b="1" dirty="0"/>
                </a:p>
              </p:txBody>
            </p:sp>
          </mc:Choice>
          <mc:Fallback xmlns="">
            <p:sp>
              <p:nvSpPr>
                <p:cNvPr id="552" name="TextBox 551">
                  <a:extLst>
                    <a:ext uri="{FF2B5EF4-FFF2-40B4-BE49-F238E27FC236}">
                      <a16:creationId xmlns:a16="http://schemas.microsoft.com/office/drawing/2014/main" id="{7B42391B-67A9-EEFB-E8E4-6104F3165C5B}"/>
                    </a:ext>
                  </a:extLst>
                </p:cNvPr>
                <p:cNvSpPr txBox="1">
                  <a:spLocks noRot="1" noChangeAspect="1" noMove="1" noResize="1" noEditPoints="1" noAdjustHandles="1" noChangeArrowheads="1" noChangeShapeType="1" noTextEdit="1"/>
                </p:cNvSpPr>
                <p:nvPr/>
              </p:nvSpPr>
              <p:spPr>
                <a:xfrm>
                  <a:off x="5093486" y="1249919"/>
                  <a:ext cx="692272" cy="553998"/>
                </a:xfrm>
                <a:prstGeom prst="rect">
                  <a:avLst/>
                </a:prstGeom>
                <a:blipFill>
                  <a:blip r:embed="rId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54" name="TextBox 553">
                  <a:extLst>
                    <a:ext uri="{FF2B5EF4-FFF2-40B4-BE49-F238E27FC236}">
                      <a16:creationId xmlns:a16="http://schemas.microsoft.com/office/drawing/2014/main" id="{EAD24A7A-C2BA-AAAD-8BEB-8C823B575331}"/>
                    </a:ext>
                  </a:extLst>
                </p:cNvPr>
                <p:cNvSpPr txBox="1"/>
                <p:nvPr/>
              </p:nvSpPr>
              <p:spPr>
                <a:xfrm>
                  <a:off x="5093486" y="180263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54" name="TextBox 553">
                  <a:extLst>
                    <a:ext uri="{FF2B5EF4-FFF2-40B4-BE49-F238E27FC236}">
                      <a16:creationId xmlns:a16="http://schemas.microsoft.com/office/drawing/2014/main" id="{EAD24A7A-C2BA-AAAD-8BEB-8C823B575331}"/>
                    </a:ext>
                  </a:extLst>
                </p:cNvPr>
                <p:cNvSpPr txBox="1">
                  <a:spLocks noRot="1" noChangeAspect="1" noMove="1" noResize="1" noEditPoints="1" noAdjustHandles="1" noChangeArrowheads="1" noChangeShapeType="1" noTextEdit="1"/>
                </p:cNvSpPr>
                <p:nvPr/>
              </p:nvSpPr>
              <p:spPr>
                <a:xfrm>
                  <a:off x="5093486" y="1802633"/>
                  <a:ext cx="692272" cy="553998"/>
                </a:xfrm>
                <a:prstGeom prst="rect">
                  <a:avLst/>
                </a:prstGeom>
                <a:blipFill>
                  <a:blip r:embed="rId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58" name="TextBox 557">
                  <a:extLst>
                    <a:ext uri="{FF2B5EF4-FFF2-40B4-BE49-F238E27FC236}">
                      <a16:creationId xmlns:a16="http://schemas.microsoft.com/office/drawing/2014/main" id="{B3A4A6EE-F331-431A-E267-6B24B8F74D5A}"/>
                    </a:ext>
                  </a:extLst>
                </p:cNvPr>
                <p:cNvSpPr txBox="1"/>
                <p:nvPr/>
              </p:nvSpPr>
              <p:spPr>
                <a:xfrm>
                  <a:off x="5093486" y="234984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58" name="TextBox 557">
                  <a:extLst>
                    <a:ext uri="{FF2B5EF4-FFF2-40B4-BE49-F238E27FC236}">
                      <a16:creationId xmlns:a16="http://schemas.microsoft.com/office/drawing/2014/main" id="{B3A4A6EE-F331-431A-E267-6B24B8F74D5A}"/>
                    </a:ext>
                  </a:extLst>
                </p:cNvPr>
                <p:cNvSpPr txBox="1">
                  <a:spLocks noRot="1" noChangeAspect="1" noMove="1" noResize="1" noEditPoints="1" noAdjustHandles="1" noChangeArrowheads="1" noChangeShapeType="1" noTextEdit="1"/>
                </p:cNvSpPr>
                <p:nvPr/>
              </p:nvSpPr>
              <p:spPr>
                <a:xfrm>
                  <a:off x="5093486" y="2349843"/>
                  <a:ext cx="692272" cy="553998"/>
                </a:xfrm>
                <a:prstGeom prst="rect">
                  <a:avLst/>
                </a:prstGeom>
                <a:blipFill>
                  <a:blip r:embed="rId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0" name="TextBox 559">
                  <a:extLst>
                    <a:ext uri="{FF2B5EF4-FFF2-40B4-BE49-F238E27FC236}">
                      <a16:creationId xmlns:a16="http://schemas.microsoft.com/office/drawing/2014/main" id="{B60EC875-845E-65BB-8908-254EEF3601CE}"/>
                    </a:ext>
                  </a:extLst>
                </p:cNvPr>
                <p:cNvSpPr txBox="1"/>
                <p:nvPr/>
              </p:nvSpPr>
              <p:spPr>
                <a:xfrm>
                  <a:off x="5093486" y="2892980"/>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60" name="TextBox 559">
                  <a:extLst>
                    <a:ext uri="{FF2B5EF4-FFF2-40B4-BE49-F238E27FC236}">
                      <a16:creationId xmlns:a16="http://schemas.microsoft.com/office/drawing/2014/main" id="{B60EC875-845E-65BB-8908-254EEF3601CE}"/>
                    </a:ext>
                  </a:extLst>
                </p:cNvPr>
                <p:cNvSpPr txBox="1">
                  <a:spLocks noRot="1" noChangeAspect="1" noMove="1" noResize="1" noEditPoints="1" noAdjustHandles="1" noChangeArrowheads="1" noChangeShapeType="1" noTextEdit="1"/>
                </p:cNvSpPr>
                <p:nvPr/>
              </p:nvSpPr>
              <p:spPr>
                <a:xfrm>
                  <a:off x="5093486" y="2892980"/>
                  <a:ext cx="692272" cy="553998"/>
                </a:xfrm>
                <a:prstGeom prst="rect">
                  <a:avLst/>
                </a:prstGeom>
                <a:blipFill>
                  <a:blip r:embed="rId8"/>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2" name="TextBox 561">
                  <a:extLst>
                    <a:ext uri="{FF2B5EF4-FFF2-40B4-BE49-F238E27FC236}">
                      <a16:creationId xmlns:a16="http://schemas.microsoft.com/office/drawing/2014/main" id="{53BCDE0D-058F-338C-BA7E-3AAC4201B170}"/>
                    </a:ext>
                  </a:extLst>
                </p:cNvPr>
                <p:cNvSpPr txBox="1"/>
                <p:nvPr/>
              </p:nvSpPr>
              <p:spPr>
                <a:xfrm>
                  <a:off x="5093486" y="3440190"/>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62" name="TextBox 561">
                  <a:extLst>
                    <a:ext uri="{FF2B5EF4-FFF2-40B4-BE49-F238E27FC236}">
                      <a16:creationId xmlns:a16="http://schemas.microsoft.com/office/drawing/2014/main" id="{53BCDE0D-058F-338C-BA7E-3AAC4201B170}"/>
                    </a:ext>
                  </a:extLst>
                </p:cNvPr>
                <p:cNvSpPr txBox="1">
                  <a:spLocks noRot="1" noChangeAspect="1" noMove="1" noResize="1" noEditPoints="1" noAdjustHandles="1" noChangeArrowheads="1" noChangeShapeType="1" noTextEdit="1"/>
                </p:cNvSpPr>
                <p:nvPr/>
              </p:nvSpPr>
              <p:spPr>
                <a:xfrm>
                  <a:off x="5093486" y="3440190"/>
                  <a:ext cx="692272" cy="553998"/>
                </a:xfrm>
                <a:prstGeom prst="rect">
                  <a:avLst/>
                </a:prstGeom>
                <a:blipFill>
                  <a:blip r:embed="rId7"/>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7" name="TextBox 566">
                  <a:extLst>
                    <a:ext uri="{FF2B5EF4-FFF2-40B4-BE49-F238E27FC236}">
                      <a16:creationId xmlns:a16="http://schemas.microsoft.com/office/drawing/2014/main" id="{61F1AF64-5FB7-8172-C795-6E545BAEDF7C}"/>
                    </a:ext>
                  </a:extLst>
                </p:cNvPr>
                <p:cNvSpPr txBox="1"/>
                <p:nvPr/>
              </p:nvSpPr>
              <p:spPr>
                <a:xfrm>
                  <a:off x="5093486" y="393105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67" name="TextBox 566">
                  <a:extLst>
                    <a:ext uri="{FF2B5EF4-FFF2-40B4-BE49-F238E27FC236}">
                      <a16:creationId xmlns:a16="http://schemas.microsoft.com/office/drawing/2014/main" id="{61F1AF64-5FB7-8172-C795-6E545BAEDF7C}"/>
                    </a:ext>
                  </a:extLst>
                </p:cNvPr>
                <p:cNvSpPr txBox="1">
                  <a:spLocks noRot="1" noChangeAspect="1" noMove="1" noResize="1" noEditPoints="1" noAdjustHandles="1" noChangeArrowheads="1" noChangeShapeType="1" noTextEdit="1"/>
                </p:cNvSpPr>
                <p:nvPr/>
              </p:nvSpPr>
              <p:spPr>
                <a:xfrm>
                  <a:off x="5093486" y="3931053"/>
                  <a:ext cx="692272" cy="553998"/>
                </a:xfrm>
                <a:prstGeom prst="rect">
                  <a:avLst/>
                </a:prstGeom>
                <a:blipFill>
                  <a:blip r:embed="rId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9" name="TextBox 568">
                  <a:extLst>
                    <a:ext uri="{FF2B5EF4-FFF2-40B4-BE49-F238E27FC236}">
                      <a16:creationId xmlns:a16="http://schemas.microsoft.com/office/drawing/2014/main" id="{48A35D5D-BCE7-DF71-FBBE-3375A55EBB26}"/>
                    </a:ext>
                  </a:extLst>
                </p:cNvPr>
                <p:cNvSpPr txBox="1"/>
                <p:nvPr/>
              </p:nvSpPr>
              <p:spPr>
                <a:xfrm>
                  <a:off x="5093486" y="447826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569" name="TextBox 568">
                  <a:extLst>
                    <a:ext uri="{FF2B5EF4-FFF2-40B4-BE49-F238E27FC236}">
                      <a16:creationId xmlns:a16="http://schemas.microsoft.com/office/drawing/2014/main" id="{48A35D5D-BCE7-DF71-FBBE-3375A55EBB26}"/>
                    </a:ext>
                  </a:extLst>
                </p:cNvPr>
                <p:cNvSpPr txBox="1">
                  <a:spLocks noRot="1" noChangeAspect="1" noMove="1" noResize="1" noEditPoints="1" noAdjustHandles="1" noChangeArrowheads="1" noChangeShapeType="1" noTextEdit="1"/>
                </p:cNvSpPr>
                <p:nvPr/>
              </p:nvSpPr>
              <p:spPr>
                <a:xfrm>
                  <a:off x="5093486" y="4478263"/>
                  <a:ext cx="692272" cy="553998"/>
                </a:xfrm>
                <a:prstGeom prst="rect">
                  <a:avLst/>
                </a:prstGeom>
                <a:blipFill>
                  <a:blip r:embed="rId5"/>
                  <a:stretch>
                    <a:fillRect/>
                  </a:stretch>
                </a:blipFill>
              </p:spPr>
              <p:txBody>
                <a:bodyPr/>
                <a:lstStyle/>
                <a:p>
                  <a:r>
                    <a:rPr lang="en-DE">
                      <a:noFill/>
                    </a:rPr>
                    <a:t> </a:t>
                  </a:r>
                </a:p>
              </p:txBody>
            </p:sp>
          </mc:Fallback>
        </mc:AlternateContent>
      </p:grpSp>
      <p:grpSp>
        <p:nvGrpSpPr>
          <p:cNvPr id="230" name="Group 229">
            <a:extLst>
              <a:ext uri="{FF2B5EF4-FFF2-40B4-BE49-F238E27FC236}">
                <a16:creationId xmlns:a16="http://schemas.microsoft.com/office/drawing/2014/main" id="{C765832A-8145-C01E-47C4-E6A9AEFEFED7}"/>
              </a:ext>
            </a:extLst>
          </p:cNvPr>
          <p:cNvGrpSpPr/>
          <p:nvPr/>
        </p:nvGrpSpPr>
        <p:grpSpPr>
          <a:xfrm>
            <a:off x="6494250" y="1288391"/>
            <a:ext cx="692272" cy="3716550"/>
            <a:chOff x="6494250" y="1288391"/>
            <a:chExt cx="692272" cy="3716550"/>
          </a:xfrm>
        </p:grpSpPr>
        <mc:AlternateContent xmlns:mc="http://schemas.openxmlformats.org/markup-compatibility/2006" xmlns:a14="http://schemas.microsoft.com/office/drawing/2010/main">
          <mc:Choice Requires="a14">
            <p:sp>
              <p:nvSpPr>
                <p:cNvPr id="553" name="TextBox 552">
                  <a:extLst>
                    <a:ext uri="{FF2B5EF4-FFF2-40B4-BE49-F238E27FC236}">
                      <a16:creationId xmlns:a16="http://schemas.microsoft.com/office/drawing/2014/main" id="{49108257-642A-E23C-DDFE-EF4EB91C2FB7}"/>
                    </a:ext>
                  </a:extLst>
                </p:cNvPr>
                <p:cNvSpPr txBox="1"/>
                <p:nvPr/>
              </p:nvSpPr>
              <p:spPr>
                <a:xfrm>
                  <a:off x="6494250" y="1288391"/>
                  <a:ext cx="692272" cy="4770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m:t>
                        </m:r>
                      </m:oMath>
                    </m:oMathPara>
                  </a14:m>
                  <a:endParaRPr lang="en-US" sz="2500" b="1" dirty="0"/>
                </a:p>
              </p:txBody>
            </p:sp>
          </mc:Choice>
          <mc:Fallback xmlns="">
            <p:sp>
              <p:nvSpPr>
                <p:cNvPr id="553" name="TextBox 552">
                  <a:extLst>
                    <a:ext uri="{FF2B5EF4-FFF2-40B4-BE49-F238E27FC236}">
                      <a16:creationId xmlns:a16="http://schemas.microsoft.com/office/drawing/2014/main" id="{49108257-642A-E23C-DDFE-EF4EB91C2FB7}"/>
                    </a:ext>
                  </a:extLst>
                </p:cNvPr>
                <p:cNvSpPr txBox="1">
                  <a:spLocks noRot="1" noChangeAspect="1" noMove="1" noResize="1" noEditPoints="1" noAdjustHandles="1" noChangeArrowheads="1" noChangeShapeType="1" noTextEdit="1"/>
                </p:cNvSpPr>
                <p:nvPr/>
              </p:nvSpPr>
              <p:spPr>
                <a:xfrm>
                  <a:off x="6494250" y="1288391"/>
                  <a:ext cx="692272" cy="477054"/>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55" name="TextBox 554">
                  <a:extLst>
                    <a:ext uri="{FF2B5EF4-FFF2-40B4-BE49-F238E27FC236}">
                      <a16:creationId xmlns:a16="http://schemas.microsoft.com/office/drawing/2014/main" id="{3265254D-A1D7-5A03-480D-82A9B3F29423}"/>
                    </a:ext>
                  </a:extLst>
                </p:cNvPr>
                <p:cNvSpPr txBox="1"/>
                <p:nvPr/>
              </p:nvSpPr>
              <p:spPr>
                <a:xfrm>
                  <a:off x="6494250" y="1841105"/>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55" name="TextBox 554">
                  <a:extLst>
                    <a:ext uri="{FF2B5EF4-FFF2-40B4-BE49-F238E27FC236}">
                      <a16:creationId xmlns:a16="http://schemas.microsoft.com/office/drawing/2014/main" id="{3265254D-A1D7-5A03-480D-82A9B3F29423}"/>
                    </a:ext>
                  </a:extLst>
                </p:cNvPr>
                <p:cNvSpPr txBox="1">
                  <a:spLocks noRot="1" noChangeAspect="1" noMove="1" noResize="1" noEditPoints="1" noAdjustHandles="1" noChangeArrowheads="1" noChangeShapeType="1" noTextEdit="1"/>
                </p:cNvSpPr>
                <p:nvPr/>
              </p:nvSpPr>
              <p:spPr>
                <a:xfrm>
                  <a:off x="6494250" y="1841105"/>
                  <a:ext cx="692272" cy="477054"/>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59" name="TextBox 558">
                  <a:extLst>
                    <a:ext uri="{FF2B5EF4-FFF2-40B4-BE49-F238E27FC236}">
                      <a16:creationId xmlns:a16="http://schemas.microsoft.com/office/drawing/2014/main" id="{A84502B5-C3B0-D9AF-6DC9-487EA895365F}"/>
                    </a:ext>
                  </a:extLst>
                </p:cNvPr>
                <p:cNvSpPr txBox="1"/>
                <p:nvPr/>
              </p:nvSpPr>
              <p:spPr>
                <a:xfrm>
                  <a:off x="6494250" y="2399467"/>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59" name="TextBox 558">
                  <a:extLst>
                    <a:ext uri="{FF2B5EF4-FFF2-40B4-BE49-F238E27FC236}">
                      <a16:creationId xmlns:a16="http://schemas.microsoft.com/office/drawing/2014/main" id="{A84502B5-C3B0-D9AF-6DC9-487EA895365F}"/>
                    </a:ext>
                  </a:extLst>
                </p:cNvPr>
                <p:cNvSpPr txBox="1">
                  <a:spLocks noRot="1" noChangeAspect="1" noMove="1" noResize="1" noEditPoints="1" noAdjustHandles="1" noChangeArrowheads="1" noChangeShapeType="1" noTextEdit="1"/>
                </p:cNvSpPr>
                <p:nvPr/>
              </p:nvSpPr>
              <p:spPr>
                <a:xfrm>
                  <a:off x="6494250" y="2399467"/>
                  <a:ext cx="692272" cy="477054"/>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1" name="TextBox 560">
                  <a:extLst>
                    <a:ext uri="{FF2B5EF4-FFF2-40B4-BE49-F238E27FC236}">
                      <a16:creationId xmlns:a16="http://schemas.microsoft.com/office/drawing/2014/main" id="{4D0F6C11-B8A6-F124-93E7-6D1987681463}"/>
                    </a:ext>
                  </a:extLst>
                </p:cNvPr>
                <p:cNvSpPr txBox="1"/>
                <p:nvPr/>
              </p:nvSpPr>
              <p:spPr>
                <a:xfrm>
                  <a:off x="6494250" y="2931452"/>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61" name="TextBox 560">
                  <a:extLst>
                    <a:ext uri="{FF2B5EF4-FFF2-40B4-BE49-F238E27FC236}">
                      <a16:creationId xmlns:a16="http://schemas.microsoft.com/office/drawing/2014/main" id="{4D0F6C11-B8A6-F124-93E7-6D1987681463}"/>
                    </a:ext>
                  </a:extLst>
                </p:cNvPr>
                <p:cNvSpPr txBox="1">
                  <a:spLocks noRot="1" noChangeAspect="1" noMove="1" noResize="1" noEditPoints="1" noAdjustHandles="1" noChangeArrowheads="1" noChangeShapeType="1" noTextEdit="1"/>
                </p:cNvSpPr>
                <p:nvPr/>
              </p:nvSpPr>
              <p:spPr>
                <a:xfrm>
                  <a:off x="6494250" y="2931452"/>
                  <a:ext cx="692272" cy="477054"/>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3" name="TextBox 562">
                  <a:extLst>
                    <a:ext uri="{FF2B5EF4-FFF2-40B4-BE49-F238E27FC236}">
                      <a16:creationId xmlns:a16="http://schemas.microsoft.com/office/drawing/2014/main" id="{BC9F20BE-3439-04DC-82AF-DE987836B8BA}"/>
                    </a:ext>
                  </a:extLst>
                </p:cNvPr>
                <p:cNvSpPr txBox="1"/>
                <p:nvPr/>
              </p:nvSpPr>
              <p:spPr>
                <a:xfrm>
                  <a:off x="6494250" y="3489814"/>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63" name="TextBox 562">
                  <a:extLst>
                    <a:ext uri="{FF2B5EF4-FFF2-40B4-BE49-F238E27FC236}">
                      <a16:creationId xmlns:a16="http://schemas.microsoft.com/office/drawing/2014/main" id="{BC9F20BE-3439-04DC-82AF-DE987836B8BA}"/>
                    </a:ext>
                  </a:extLst>
                </p:cNvPr>
                <p:cNvSpPr txBox="1">
                  <a:spLocks noRot="1" noChangeAspect="1" noMove="1" noResize="1" noEditPoints="1" noAdjustHandles="1" noChangeArrowheads="1" noChangeShapeType="1" noTextEdit="1"/>
                </p:cNvSpPr>
                <p:nvPr/>
              </p:nvSpPr>
              <p:spPr>
                <a:xfrm>
                  <a:off x="6494250" y="3489814"/>
                  <a:ext cx="692272" cy="477054"/>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68" name="TextBox 567">
                  <a:extLst>
                    <a:ext uri="{FF2B5EF4-FFF2-40B4-BE49-F238E27FC236}">
                      <a16:creationId xmlns:a16="http://schemas.microsoft.com/office/drawing/2014/main" id="{067DD657-8F83-8CFC-4D6B-8CCD89AE8888}"/>
                    </a:ext>
                  </a:extLst>
                </p:cNvPr>
                <p:cNvSpPr txBox="1"/>
                <p:nvPr/>
              </p:nvSpPr>
              <p:spPr>
                <a:xfrm>
                  <a:off x="6494250" y="3969525"/>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68" name="TextBox 567">
                  <a:extLst>
                    <a:ext uri="{FF2B5EF4-FFF2-40B4-BE49-F238E27FC236}">
                      <a16:creationId xmlns:a16="http://schemas.microsoft.com/office/drawing/2014/main" id="{067DD657-8F83-8CFC-4D6B-8CCD89AE8888}"/>
                    </a:ext>
                  </a:extLst>
                </p:cNvPr>
                <p:cNvSpPr txBox="1">
                  <a:spLocks noRot="1" noChangeAspect="1" noMove="1" noResize="1" noEditPoints="1" noAdjustHandles="1" noChangeArrowheads="1" noChangeShapeType="1" noTextEdit="1"/>
                </p:cNvSpPr>
                <p:nvPr/>
              </p:nvSpPr>
              <p:spPr>
                <a:xfrm>
                  <a:off x="6494250" y="3969525"/>
                  <a:ext cx="692272" cy="477054"/>
                </a:xfrm>
                <a:prstGeom prst="rect">
                  <a:avLst/>
                </a:prstGeom>
                <a:blipFill>
                  <a:blip r:embed="rId12"/>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70" name="TextBox 569">
                  <a:extLst>
                    <a:ext uri="{FF2B5EF4-FFF2-40B4-BE49-F238E27FC236}">
                      <a16:creationId xmlns:a16="http://schemas.microsoft.com/office/drawing/2014/main" id="{74A8FC99-2690-9FE7-CEC4-89C8ED38193C}"/>
                    </a:ext>
                  </a:extLst>
                </p:cNvPr>
                <p:cNvSpPr txBox="1"/>
                <p:nvPr/>
              </p:nvSpPr>
              <p:spPr>
                <a:xfrm>
                  <a:off x="6494250" y="4527887"/>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70" name="TextBox 569">
                  <a:extLst>
                    <a:ext uri="{FF2B5EF4-FFF2-40B4-BE49-F238E27FC236}">
                      <a16:creationId xmlns:a16="http://schemas.microsoft.com/office/drawing/2014/main" id="{74A8FC99-2690-9FE7-CEC4-89C8ED38193C}"/>
                    </a:ext>
                  </a:extLst>
                </p:cNvPr>
                <p:cNvSpPr txBox="1">
                  <a:spLocks noRot="1" noChangeAspect="1" noMove="1" noResize="1" noEditPoints="1" noAdjustHandles="1" noChangeArrowheads="1" noChangeShapeType="1" noTextEdit="1"/>
                </p:cNvSpPr>
                <p:nvPr/>
              </p:nvSpPr>
              <p:spPr>
                <a:xfrm>
                  <a:off x="6494250" y="4527887"/>
                  <a:ext cx="692272" cy="477054"/>
                </a:xfrm>
                <a:prstGeom prst="rect">
                  <a:avLst/>
                </a:prstGeom>
                <a:blipFill>
                  <a:blip r:embed="rId10"/>
                  <a:stretch>
                    <a:fillRect/>
                  </a:stretch>
                </a:blipFill>
              </p:spPr>
              <p:txBody>
                <a:bodyPr/>
                <a:lstStyle/>
                <a:p>
                  <a:r>
                    <a:rPr lang="en-DE">
                      <a:noFill/>
                    </a:rPr>
                    <a:t> </a:t>
                  </a:r>
                </a:p>
              </p:txBody>
            </p:sp>
          </mc:Fallback>
        </mc:AlternateContent>
      </p:grpSp>
      <mc:AlternateContent xmlns:mc="http://schemas.openxmlformats.org/markup-compatibility/2006" xmlns:a14="http://schemas.microsoft.com/office/drawing/2010/main">
        <mc:Choice Requires="a14">
          <p:sp>
            <p:nvSpPr>
              <p:cNvPr id="571" name="TextBox 570">
                <a:extLst>
                  <a:ext uri="{FF2B5EF4-FFF2-40B4-BE49-F238E27FC236}">
                    <a16:creationId xmlns:a16="http://schemas.microsoft.com/office/drawing/2014/main" id="{1337EFB1-9157-C850-3A7E-AE2B76B6E435}"/>
                  </a:ext>
                </a:extLst>
              </p:cNvPr>
              <p:cNvSpPr txBox="1"/>
              <p:nvPr/>
            </p:nvSpPr>
            <p:spPr>
              <a:xfrm>
                <a:off x="3948106" y="1257485"/>
                <a:ext cx="1386346" cy="5265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𝒉</m:t>
                      </m:r>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d>
                            <m:dPr>
                              <m:ctrlPr>
                                <a:rPr lang="en-US" sz="2500" b="1" i="1" smtClean="0">
                                  <a:solidFill>
                                    <a:schemeClr val="bg1"/>
                                  </a:solidFill>
                                  <a:latin typeface="Cambria Math" panose="02040503050406030204" pitchFamily="18" charset="0"/>
                                </a:rPr>
                              </m:ctrlPr>
                            </m:dPr>
                            <m:e>
                              <m:sSub>
                                <m:sSubPr>
                                  <m:ctrlPr>
                                    <a:rPr lang="en-US" sz="2500" b="1" i="1" smtClean="0">
                                      <a:solidFill>
                                        <a:schemeClr val="bg1"/>
                                      </a:solidFill>
                                      <a:latin typeface="Cambria Math" panose="02040503050406030204" pitchFamily="18" charset="0"/>
                                    </a:rPr>
                                  </m:ctrlPr>
                                </m:sSubPr>
                                <m:e>
                                  <m:r>
                                    <a:rPr lang="en-US" sz="2500" b="1" i="1" smtClean="0">
                                      <a:solidFill>
                                        <a:schemeClr val="bg1"/>
                                      </a:solidFill>
                                      <a:latin typeface="Cambria Math" panose="02040503050406030204" pitchFamily="18" charset="0"/>
                                    </a:rPr>
                                    <m:t>𝒙</m:t>
                                  </m:r>
                                </m:e>
                                <m:sub>
                                  <m:r>
                                    <a:rPr lang="en-US" sz="2500" b="1" i="1" smtClean="0">
                                      <a:solidFill>
                                        <a:schemeClr val="bg1"/>
                                      </a:solidFill>
                                      <a:latin typeface="Cambria Math" panose="02040503050406030204" pitchFamily="18" charset="0"/>
                                    </a:rPr>
                                    <m:t>𝒊</m:t>
                                  </m:r>
                                </m:sub>
                              </m:sSub>
                            </m:e>
                          </m:d>
                        </m:e>
                      </m:d>
                    </m:oMath>
                  </m:oMathPara>
                </a14:m>
                <a:endParaRPr lang="en-DE" sz="2500" dirty="0"/>
              </a:p>
            </p:txBody>
          </p:sp>
        </mc:Choice>
        <mc:Fallback xmlns="">
          <p:sp>
            <p:nvSpPr>
              <p:cNvPr id="571" name="TextBox 570">
                <a:extLst>
                  <a:ext uri="{FF2B5EF4-FFF2-40B4-BE49-F238E27FC236}">
                    <a16:creationId xmlns:a16="http://schemas.microsoft.com/office/drawing/2014/main" id="{1337EFB1-9157-C850-3A7E-AE2B76B6E435}"/>
                  </a:ext>
                </a:extLst>
              </p:cNvPr>
              <p:cNvSpPr txBox="1">
                <a:spLocks noRot="1" noChangeAspect="1" noMove="1" noResize="1" noEditPoints="1" noAdjustHandles="1" noChangeArrowheads="1" noChangeShapeType="1" noTextEdit="1"/>
              </p:cNvSpPr>
              <p:nvPr/>
            </p:nvSpPr>
            <p:spPr>
              <a:xfrm>
                <a:off x="3948106" y="1257485"/>
                <a:ext cx="1386346" cy="526554"/>
              </a:xfrm>
              <a:prstGeom prst="rect">
                <a:avLst/>
              </a:prstGeom>
              <a:blipFill>
                <a:blip r:embed="rId13"/>
                <a:stretch>
                  <a:fillRect l="-1818"/>
                </a:stretch>
              </a:blipFill>
            </p:spPr>
            <p:txBody>
              <a:bodyPr/>
              <a:lstStyle/>
              <a:p>
                <a:r>
                  <a:rPr lang="en-DE">
                    <a:noFill/>
                  </a:rPr>
                  <a:t> </a:t>
                </a:r>
              </a:p>
            </p:txBody>
          </p:sp>
        </mc:Fallback>
      </mc:AlternateContent>
      <p:sp>
        <p:nvSpPr>
          <p:cNvPr id="220" name="Rounded Rectangle 219">
            <a:extLst>
              <a:ext uri="{FF2B5EF4-FFF2-40B4-BE49-F238E27FC236}">
                <a16:creationId xmlns:a16="http://schemas.microsoft.com/office/drawing/2014/main" id="{024F138C-7B3F-F0BE-4FF2-995FA263EBDE}"/>
              </a:ext>
            </a:extLst>
          </p:cNvPr>
          <p:cNvSpPr/>
          <p:nvPr/>
        </p:nvSpPr>
        <p:spPr>
          <a:xfrm>
            <a:off x="309545" y="5309118"/>
            <a:ext cx="3245816" cy="1374008"/>
          </a:xfrm>
          <a:custGeom>
            <a:avLst/>
            <a:gdLst>
              <a:gd name="csX0" fmla="*/ 0 w 3245816"/>
              <a:gd name="csY0" fmla="*/ 229006 h 1374008"/>
              <a:gd name="csX1" fmla="*/ 229006 w 3245816"/>
              <a:gd name="csY1" fmla="*/ 0 h 1374008"/>
              <a:gd name="csX2" fmla="*/ 870201 w 3245816"/>
              <a:gd name="csY2" fmla="*/ 0 h 1374008"/>
              <a:gd name="csX3" fmla="*/ 1567152 w 3245816"/>
              <a:gd name="csY3" fmla="*/ 0 h 1374008"/>
              <a:gd name="csX4" fmla="*/ 2208347 w 3245816"/>
              <a:gd name="csY4" fmla="*/ 0 h 1374008"/>
              <a:gd name="csX5" fmla="*/ 3016810 w 3245816"/>
              <a:gd name="csY5" fmla="*/ 0 h 1374008"/>
              <a:gd name="csX6" fmla="*/ 3245816 w 3245816"/>
              <a:gd name="csY6" fmla="*/ 229006 h 1374008"/>
              <a:gd name="csX7" fmla="*/ 3245816 w 3245816"/>
              <a:gd name="csY7" fmla="*/ 687004 h 1374008"/>
              <a:gd name="csX8" fmla="*/ 3245816 w 3245816"/>
              <a:gd name="csY8" fmla="*/ 1145002 h 1374008"/>
              <a:gd name="csX9" fmla="*/ 3016810 w 3245816"/>
              <a:gd name="csY9" fmla="*/ 1374008 h 1374008"/>
              <a:gd name="csX10" fmla="*/ 2347737 w 3245816"/>
              <a:gd name="csY10" fmla="*/ 1374008 h 1374008"/>
              <a:gd name="csX11" fmla="*/ 1734420 w 3245816"/>
              <a:gd name="csY11" fmla="*/ 1374008 h 1374008"/>
              <a:gd name="csX12" fmla="*/ 1009591 w 3245816"/>
              <a:gd name="csY12" fmla="*/ 1374008 h 1374008"/>
              <a:gd name="csX13" fmla="*/ 229006 w 3245816"/>
              <a:gd name="csY13" fmla="*/ 1374008 h 1374008"/>
              <a:gd name="csX14" fmla="*/ 0 w 3245816"/>
              <a:gd name="csY14" fmla="*/ 1145002 h 1374008"/>
              <a:gd name="csX15" fmla="*/ 0 w 3245816"/>
              <a:gd name="csY15" fmla="*/ 668684 h 1374008"/>
              <a:gd name="csX16" fmla="*/ 0 w 3245816"/>
              <a:gd name="csY16" fmla="*/ 229006 h 1374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5816" h="1374008" fill="none" extrusionOk="0">
                <a:moveTo>
                  <a:pt x="0" y="229006"/>
                </a:moveTo>
                <a:cubicBezTo>
                  <a:pt x="-3342" y="108505"/>
                  <a:pt x="123880" y="15865"/>
                  <a:pt x="229006" y="0"/>
                </a:cubicBezTo>
                <a:cubicBezTo>
                  <a:pt x="540239" y="-4108"/>
                  <a:pt x="620815" y="-29721"/>
                  <a:pt x="870201" y="0"/>
                </a:cubicBezTo>
                <a:cubicBezTo>
                  <a:pt x="1119587" y="29721"/>
                  <a:pt x="1366375" y="-3035"/>
                  <a:pt x="1567152" y="0"/>
                </a:cubicBezTo>
                <a:cubicBezTo>
                  <a:pt x="1767929" y="3035"/>
                  <a:pt x="2072728" y="-1905"/>
                  <a:pt x="2208347" y="0"/>
                </a:cubicBezTo>
                <a:cubicBezTo>
                  <a:pt x="2343967" y="1905"/>
                  <a:pt x="2716285" y="-1067"/>
                  <a:pt x="3016810" y="0"/>
                </a:cubicBezTo>
                <a:cubicBezTo>
                  <a:pt x="3139333" y="-224"/>
                  <a:pt x="3249081" y="105340"/>
                  <a:pt x="3245816" y="229006"/>
                </a:cubicBezTo>
                <a:cubicBezTo>
                  <a:pt x="3256505" y="360147"/>
                  <a:pt x="3245419" y="533240"/>
                  <a:pt x="3245816" y="687004"/>
                </a:cubicBezTo>
                <a:cubicBezTo>
                  <a:pt x="3246213" y="840768"/>
                  <a:pt x="3254941" y="916015"/>
                  <a:pt x="3245816" y="1145002"/>
                </a:cubicBezTo>
                <a:cubicBezTo>
                  <a:pt x="3245372" y="1262267"/>
                  <a:pt x="3158358" y="1383503"/>
                  <a:pt x="3016810" y="1374008"/>
                </a:cubicBezTo>
                <a:cubicBezTo>
                  <a:pt x="2877197" y="1380902"/>
                  <a:pt x="2613473" y="1366287"/>
                  <a:pt x="2347737" y="1374008"/>
                </a:cubicBezTo>
                <a:cubicBezTo>
                  <a:pt x="2082001" y="1381729"/>
                  <a:pt x="1940416" y="1399830"/>
                  <a:pt x="1734420" y="1374008"/>
                </a:cubicBezTo>
                <a:cubicBezTo>
                  <a:pt x="1528424" y="1348186"/>
                  <a:pt x="1235223" y="1378016"/>
                  <a:pt x="1009591" y="1374008"/>
                </a:cubicBezTo>
                <a:cubicBezTo>
                  <a:pt x="783959" y="1370000"/>
                  <a:pt x="519510" y="1335903"/>
                  <a:pt x="229006" y="1374008"/>
                </a:cubicBezTo>
                <a:cubicBezTo>
                  <a:pt x="77591" y="1387991"/>
                  <a:pt x="10821" y="1300797"/>
                  <a:pt x="0" y="1145002"/>
                </a:cubicBezTo>
                <a:cubicBezTo>
                  <a:pt x="-3148" y="1001279"/>
                  <a:pt x="-21948" y="862681"/>
                  <a:pt x="0" y="668684"/>
                </a:cubicBezTo>
                <a:cubicBezTo>
                  <a:pt x="21948" y="474687"/>
                  <a:pt x="-15717" y="447575"/>
                  <a:pt x="0" y="229006"/>
                </a:cubicBezTo>
                <a:close/>
              </a:path>
              <a:path w="3245816" h="1374008" stroke="0" extrusionOk="0">
                <a:moveTo>
                  <a:pt x="0" y="229006"/>
                </a:moveTo>
                <a:cubicBezTo>
                  <a:pt x="-23108" y="88276"/>
                  <a:pt x="92856" y="3630"/>
                  <a:pt x="229006" y="0"/>
                </a:cubicBezTo>
                <a:cubicBezTo>
                  <a:pt x="469631" y="14661"/>
                  <a:pt x="681625" y="-16970"/>
                  <a:pt x="981713" y="0"/>
                </a:cubicBezTo>
                <a:cubicBezTo>
                  <a:pt x="1281801" y="16970"/>
                  <a:pt x="1450263" y="22815"/>
                  <a:pt x="1650786" y="0"/>
                </a:cubicBezTo>
                <a:cubicBezTo>
                  <a:pt x="1851309" y="-22815"/>
                  <a:pt x="2081424" y="29170"/>
                  <a:pt x="2291981" y="0"/>
                </a:cubicBezTo>
                <a:cubicBezTo>
                  <a:pt x="2502538" y="-29170"/>
                  <a:pt x="2811895" y="-9569"/>
                  <a:pt x="3016810" y="0"/>
                </a:cubicBezTo>
                <a:cubicBezTo>
                  <a:pt x="3155756" y="-25662"/>
                  <a:pt x="3215359" y="97865"/>
                  <a:pt x="3245816" y="229006"/>
                </a:cubicBezTo>
                <a:cubicBezTo>
                  <a:pt x="3259570" y="446886"/>
                  <a:pt x="3234204" y="500728"/>
                  <a:pt x="3245816" y="687004"/>
                </a:cubicBezTo>
                <a:cubicBezTo>
                  <a:pt x="3257428" y="873280"/>
                  <a:pt x="3248932" y="931019"/>
                  <a:pt x="3245816" y="1145002"/>
                </a:cubicBezTo>
                <a:cubicBezTo>
                  <a:pt x="3261050" y="1275142"/>
                  <a:pt x="3129604" y="1371795"/>
                  <a:pt x="3016810" y="1374008"/>
                </a:cubicBezTo>
                <a:cubicBezTo>
                  <a:pt x="2748899" y="1381317"/>
                  <a:pt x="2474959" y="1393102"/>
                  <a:pt x="2319859" y="1374008"/>
                </a:cubicBezTo>
                <a:cubicBezTo>
                  <a:pt x="2164759" y="1354914"/>
                  <a:pt x="1798035" y="1386899"/>
                  <a:pt x="1650786" y="1374008"/>
                </a:cubicBezTo>
                <a:cubicBezTo>
                  <a:pt x="1503537" y="1361117"/>
                  <a:pt x="1221191" y="1370700"/>
                  <a:pt x="898079" y="1374008"/>
                </a:cubicBezTo>
                <a:cubicBezTo>
                  <a:pt x="574967" y="1377316"/>
                  <a:pt x="483559" y="1375095"/>
                  <a:pt x="229006" y="1374008"/>
                </a:cubicBezTo>
                <a:cubicBezTo>
                  <a:pt x="74888" y="1378547"/>
                  <a:pt x="-4730" y="1268215"/>
                  <a:pt x="0" y="1145002"/>
                </a:cubicBezTo>
                <a:cubicBezTo>
                  <a:pt x="-23226" y="1001100"/>
                  <a:pt x="-3219" y="811448"/>
                  <a:pt x="0" y="677844"/>
                </a:cubicBezTo>
                <a:cubicBezTo>
                  <a:pt x="3219" y="544240"/>
                  <a:pt x="-15539" y="329613"/>
                  <a:pt x="0" y="22900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21" name="TextBox 220">
                <a:extLst>
                  <a:ext uri="{FF2B5EF4-FFF2-40B4-BE49-F238E27FC236}">
                    <a16:creationId xmlns:a16="http://schemas.microsoft.com/office/drawing/2014/main" id="{937862E5-2766-99A4-4E86-7057BE8642B7}"/>
                  </a:ext>
                </a:extLst>
              </p:cNvPr>
              <p:cNvSpPr txBox="1"/>
              <p:nvPr/>
            </p:nvSpPr>
            <p:spPr>
              <a:xfrm>
                <a:off x="410605" y="5332157"/>
                <a:ext cx="3170796" cy="1323439"/>
              </a:xfrm>
              <a:prstGeom prst="rect">
                <a:avLst/>
              </a:prstGeom>
              <a:noFill/>
            </p:spPr>
            <p:txBody>
              <a:bodyPr wrap="square">
                <a:spAutoFit/>
              </a:bodyPr>
              <a:lstStyle/>
              <a:p>
                <a:pPr algn="ctr"/>
                <a:r>
                  <a:rPr lang="en-DE" sz="2000" b="1" dirty="0">
                    <a:solidFill>
                      <a:schemeClr val="bg1"/>
                    </a:solidFill>
                    <a:latin typeface="Calibri" panose="020F0502020204030204" pitchFamily="34" charset="0"/>
                    <a:cs typeface="Calibri" panose="020F0502020204030204" pitchFamily="34" charset="0"/>
                  </a:rPr>
                  <a:t>Steering vector </a:t>
                </a:r>
                <a14:m>
                  <m:oMath xmlns:m="http://schemas.openxmlformats.org/officeDocument/2006/math">
                    <m:sSub>
                      <m:sSubPr>
                        <m:ctrlPr>
                          <a:rPr lang="en-US" sz="2000" b="1" i="1">
                            <a:solidFill>
                              <a:schemeClr val="accent6">
                                <a:lumMod val="40000"/>
                                <a:lumOff val="60000"/>
                              </a:schemeClr>
                            </a:solidFill>
                            <a:latin typeface="Cambria Math" panose="02040503050406030204" pitchFamily="18" charset="0"/>
                          </a:rPr>
                        </m:ctrlPr>
                      </m:sSubPr>
                      <m:e>
                        <m:r>
                          <a:rPr lang="en-US" sz="2000" b="1" i="1">
                            <a:solidFill>
                              <a:schemeClr val="accent6">
                                <a:lumMod val="40000"/>
                                <a:lumOff val="60000"/>
                              </a:schemeClr>
                            </a:solidFill>
                            <a:latin typeface="Cambria Math" panose="02040503050406030204" pitchFamily="18" charset="0"/>
                          </a:rPr>
                          <m:t>𝒔</m:t>
                        </m:r>
                      </m:e>
                      <m:sub>
                        <m:r>
                          <a:rPr lang="en-US" sz="2000" b="1" i="1">
                            <a:solidFill>
                              <a:schemeClr val="accent6">
                                <a:lumMod val="40000"/>
                                <a:lumOff val="60000"/>
                              </a:schemeClr>
                            </a:solidFill>
                            <a:latin typeface="Cambria Math" panose="02040503050406030204" pitchFamily="18" charset="0"/>
                          </a:rPr>
                          <m:t>𝒊</m:t>
                        </m:r>
                      </m:sub>
                    </m:sSub>
                  </m:oMath>
                </a14:m>
                <a:r>
                  <a:rPr lang="en-US" sz="2000" b="1" dirty="0">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contains </a:t>
                </a:r>
                <a:r>
                  <a:rPr lang="en-US" sz="2000" b="1" u="sng" dirty="0">
                    <a:solidFill>
                      <a:schemeClr val="bg1"/>
                    </a:solidFill>
                    <a:latin typeface="Calibri" panose="020F0502020204030204" pitchFamily="34" charset="0"/>
                    <a:cs typeface="Calibri" panose="020F0502020204030204" pitchFamily="34" charset="0"/>
                  </a:rPr>
                  <a:t>only</a:t>
                </a:r>
                <a:r>
                  <a:rPr lang="en-US" sz="2000" b="1" dirty="0">
                    <a:solidFill>
                      <a:schemeClr val="bg1"/>
                    </a:solidFill>
                    <a:latin typeface="Calibri" panose="020F0502020204030204" pitchFamily="34" charset="0"/>
                    <a:cs typeface="Calibri" panose="020F0502020204030204" pitchFamily="34" charset="0"/>
                  </a:rPr>
                  <a:t> the activations for the difference between </a:t>
                </a:r>
                <a:r>
                  <a:rPr lang="en-US" sz="2000" b="1" dirty="0">
                    <a:solidFill>
                      <a:srgbClr val="D86ECC"/>
                    </a:solidFill>
                    <a:latin typeface="Calibri" panose="020F0502020204030204" pitchFamily="34" charset="0"/>
                    <a:cs typeface="Calibri" panose="020F0502020204030204" pitchFamily="34" charset="0"/>
                  </a:rPr>
                  <a:t>base</a:t>
                </a:r>
                <a:r>
                  <a:rPr lang="en-US" sz="2000" b="1" dirty="0">
                    <a:solidFill>
                      <a:schemeClr val="bg1"/>
                    </a:solidFill>
                    <a:latin typeface="Calibri" panose="020F0502020204030204" pitchFamily="34" charset="0"/>
                    <a:cs typeface="Calibri" panose="020F0502020204030204" pitchFamily="34" charset="0"/>
                  </a:rPr>
                  <a:t> and </a:t>
                </a:r>
                <a:r>
                  <a:rPr lang="en-US" sz="2000" b="1" dirty="0">
                    <a:solidFill>
                      <a:srgbClr val="EE017D"/>
                    </a:solidFill>
                    <a:latin typeface="Calibri" panose="020F0502020204030204" pitchFamily="34" charset="0"/>
                    <a:cs typeface="Calibri" panose="020F0502020204030204" pitchFamily="34" charset="0"/>
                  </a:rPr>
                  <a:t>variation</a:t>
                </a:r>
              </a:p>
            </p:txBody>
          </p:sp>
        </mc:Choice>
        <mc:Fallback xmlns="">
          <p:sp>
            <p:nvSpPr>
              <p:cNvPr id="221" name="TextBox 220">
                <a:extLst>
                  <a:ext uri="{FF2B5EF4-FFF2-40B4-BE49-F238E27FC236}">
                    <a16:creationId xmlns:a16="http://schemas.microsoft.com/office/drawing/2014/main" id="{937862E5-2766-99A4-4E86-7057BE8642B7}"/>
                  </a:ext>
                </a:extLst>
              </p:cNvPr>
              <p:cNvSpPr txBox="1">
                <a:spLocks noRot="1" noChangeAspect="1" noMove="1" noResize="1" noEditPoints="1" noAdjustHandles="1" noChangeArrowheads="1" noChangeShapeType="1" noTextEdit="1"/>
              </p:cNvSpPr>
              <p:nvPr/>
            </p:nvSpPr>
            <p:spPr>
              <a:xfrm>
                <a:off x="410605" y="5332157"/>
                <a:ext cx="3170796" cy="1323439"/>
              </a:xfrm>
              <a:prstGeom prst="rect">
                <a:avLst/>
              </a:prstGeom>
              <a:blipFill>
                <a:blip r:embed="rId14"/>
                <a:stretch>
                  <a:fillRect t="-2857" r="-1195" b="-6667"/>
                </a:stretch>
              </a:blipFill>
            </p:spPr>
            <p:txBody>
              <a:bodyPr/>
              <a:lstStyle/>
              <a:p>
                <a:r>
                  <a:rPr lang="en-DE">
                    <a:noFill/>
                  </a:rPr>
                  <a:t> </a:t>
                </a:r>
              </a:p>
            </p:txBody>
          </p:sp>
        </mc:Fallback>
      </mc:AlternateContent>
      <p:sp>
        <p:nvSpPr>
          <p:cNvPr id="4" name="!!Textfeld 98">
            <a:extLst>
              <a:ext uri="{FF2B5EF4-FFF2-40B4-BE49-F238E27FC236}">
                <a16:creationId xmlns:a16="http://schemas.microsoft.com/office/drawing/2014/main" id="{AB8D990E-9B6A-E259-D0F7-7C977D2D48B3}"/>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30446959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41"/>
                                        </p:tgtEl>
                                        <p:attrNameLst>
                                          <p:attrName>style.visibility</p:attrName>
                                        </p:attrNameLst>
                                      </p:cBhvr>
                                      <p:to>
                                        <p:strVal val="visible"/>
                                      </p:to>
                                    </p:set>
                                    <p:animEffect transition="in" filter="fade">
                                      <p:cBhvr>
                                        <p:cTn id="7" dur="500"/>
                                        <p:tgtEl>
                                          <p:spTgt spid="541"/>
                                        </p:tgtEl>
                                      </p:cBhvr>
                                    </p:animEffect>
                                  </p:childTnLst>
                                </p:cTn>
                              </p:par>
                              <p:par>
                                <p:cTn id="8" presetID="10" presetClass="entr" presetSubtype="0" fill="hold" nodeType="withEffect">
                                  <p:stCondLst>
                                    <p:cond delay="0"/>
                                  </p:stCondLst>
                                  <p:childTnLst>
                                    <p:set>
                                      <p:cBhvr>
                                        <p:cTn id="9" dur="1" fill="hold">
                                          <p:stCondLst>
                                            <p:cond delay="0"/>
                                          </p:stCondLst>
                                        </p:cTn>
                                        <p:tgtEl>
                                          <p:spTgt spid="231"/>
                                        </p:tgtEl>
                                        <p:attrNameLst>
                                          <p:attrName>style.visibility</p:attrName>
                                        </p:attrNameLst>
                                      </p:cBhvr>
                                      <p:to>
                                        <p:strVal val="visible"/>
                                      </p:to>
                                    </p:set>
                                    <p:animEffect transition="in" filter="fade">
                                      <p:cBhvr>
                                        <p:cTn id="10" dur="500"/>
                                        <p:tgtEl>
                                          <p:spTgt spid="231"/>
                                        </p:tgtEl>
                                      </p:cBhvr>
                                    </p:animEffect>
                                  </p:childTnLst>
                                </p:cTn>
                              </p:par>
                              <p:par>
                                <p:cTn id="11" presetID="10" presetClass="entr" presetSubtype="0" fill="hold" nodeType="withEffect">
                                  <p:stCondLst>
                                    <p:cond delay="0"/>
                                  </p:stCondLst>
                                  <p:childTnLst>
                                    <p:set>
                                      <p:cBhvr>
                                        <p:cTn id="12" dur="1" fill="hold">
                                          <p:stCondLst>
                                            <p:cond delay="0"/>
                                          </p:stCondLst>
                                        </p:cTn>
                                        <p:tgtEl>
                                          <p:spTgt spid="230"/>
                                        </p:tgtEl>
                                        <p:attrNameLst>
                                          <p:attrName>style.visibility</p:attrName>
                                        </p:attrNameLst>
                                      </p:cBhvr>
                                      <p:to>
                                        <p:strVal val="visible"/>
                                      </p:to>
                                    </p:set>
                                    <p:animEffect transition="in" filter="fade">
                                      <p:cBhvr>
                                        <p:cTn id="13" dur="500"/>
                                        <p:tgtEl>
                                          <p:spTgt spid="230"/>
                                        </p:tgtEl>
                                      </p:cBhvr>
                                    </p:animEffect>
                                  </p:childTnLst>
                                </p:cTn>
                              </p:par>
                              <p:par>
                                <p:cTn id="14" presetID="10" presetClass="entr" presetSubtype="0" fill="hold" nodeType="withEffect">
                                  <p:stCondLst>
                                    <p:cond delay="0"/>
                                  </p:stCondLst>
                                  <p:childTnLst>
                                    <p:set>
                                      <p:cBhvr>
                                        <p:cTn id="15" dur="1" fill="hold">
                                          <p:stCondLst>
                                            <p:cond delay="0"/>
                                          </p:stCondLst>
                                        </p:cTn>
                                        <p:tgtEl>
                                          <p:spTgt spid="229"/>
                                        </p:tgtEl>
                                        <p:attrNameLst>
                                          <p:attrName>style.visibility</p:attrName>
                                        </p:attrNameLst>
                                      </p:cBhvr>
                                      <p:to>
                                        <p:strVal val="visible"/>
                                      </p:to>
                                    </p:set>
                                    <p:animEffect transition="in" filter="fade">
                                      <p:cBhvr>
                                        <p:cTn id="16" dur="500"/>
                                        <p:tgtEl>
                                          <p:spTgt spid="229"/>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0"/>
                                        </p:tgtEl>
                                        <p:attrNameLst>
                                          <p:attrName>style.visibility</p:attrName>
                                        </p:attrNameLst>
                                      </p:cBhvr>
                                      <p:to>
                                        <p:strVal val="visible"/>
                                      </p:to>
                                    </p:set>
                                    <p:animEffect transition="in" filter="fade">
                                      <p:cBhvr>
                                        <p:cTn id="21" dur="500"/>
                                        <p:tgtEl>
                                          <p:spTgt spid="22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21"/>
                                        </p:tgtEl>
                                        <p:attrNameLst>
                                          <p:attrName>style.visibility</p:attrName>
                                        </p:attrNameLst>
                                      </p:cBhvr>
                                      <p:to>
                                        <p:strVal val="visible"/>
                                      </p:to>
                                    </p:set>
                                    <p:animEffect transition="in" filter="fade">
                                      <p:cBhvr>
                                        <p:cTn id="24" dur="500"/>
                                        <p:tgtEl>
                                          <p:spTgt spid="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1" grpId="0"/>
      <p:bldP spid="220" grpId="0" animBg="1"/>
      <p:bldP spid="221"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8E631A67-FBD6-343E-B33D-92702307562D}"/>
            </a:ext>
          </a:extLst>
        </p:cNvPr>
        <p:cNvGrpSpPr/>
        <p:nvPr/>
      </p:nvGrpSpPr>
      <p:grpSpPr>
        <a:xfrm>
          <a:off x="0" y="0"/>
          <a:ext cx="0" cy="0"/>
          <a:chOff x="0" y="0"/>
          <a:chExt cx="0" cy="0"/>
        </a:xfrm>
      </p:grpSpPr>
      <p:sp>
        <p:nvSpPr>
          <p:cNvPr id="20" name="TextBox 19">
            <a:extLst>
              <a:ext uri="{FF2B5EF4-FFF2-40B4-BE49-F238E27FC236}">
                <a16:creationId xmlns:a16="http://schemas.microsoft.com/office/drawing/2014/main" id="{A4CB0FC7-D964-3074-0EB4-E29A8C68CCFA}"/>
              </a:ext>
            </a:extLst>
          </p:cNvPr>
          <p:cNvSpPr txBox="1"/>
          <p:nvPr/>
        </p:nvSpPr>
        <p:spPr>
          <a:xfrm>
            <a:off x="11865429" y="6368143"/>
            <a:ext cx="184731" cy="369332"/>
          </a:xfrm>
          <a:prstGeom prst="rect">
            <a:avLst/>
          </a:prstGeom>
          <a:noFill/>
        </p:spPr>
        <p:txBody>
          <a:bodyPr wrap="none" rtlCol="0">
            <a:spAutoFit/>
          </a:bodyPr>
          <a:lstStyle/>
          <a:p>
            <a:endParaRPr lang="en-DE" dirty="0"/>
          </a:p>
        </p:txBody>
      </p:sp>
      <p:sp>
        <p:nvSpPr>
          <p:cNvPr id="7" name="Slide Number Placeholder 1">
            <a:extLst>
              <a:ext uri="{FF2B5EF4-FFF2-40B4-BE49-F238E27FC236}">
                <a16:creationId xmlns:a16="http://schemas.microsoft.com/office/drawing/2014/main" id="{4DE86EAB-56F5-2D07-86ED-AF2E19ACCDC4}"/>
              </a:ext>
            </a:extLst>
          </p:cNvPr>
          <p:cNvSpPr>
            <a:spLocks noGrp="1"/>
          </p:cNvSpPr>
          <p:nvPr>
            <p:ph type="sldNum" sz="quarter" idx="4"/>
          </p:nvPr>
        </p:nvSpPr>
        <p:spPr>
          <a:xfrm>
            <a:off x="8610600" y="6356350"/>
            <a:ext cx="2743200" cy="365125"/>
          </a:xfrm>
        </p:spPr>
        <p:txBody>
          <a:bodyPr/>
          <a:lstStyle/>
          <a:p>
            <a:fld id="{F8325A8C-A62D-5E4B-8AAC-68DD587E4A7D}" type="slidenum">
              <a:rPr lang="de-DE" smtClean="0"/>
              <a:t>31</a:t>
            </a:fld>
            <a:endParaRPr lang="de-DE" dirty="0"/>
          </a:p>
        </p:txBody>
      </p:sp>
      <p:sp>
        <p:nvSpPr>
          <p:cNvPr id="8" name="Rounded Rectangle 7">
            <a:extLst>
              <a:ext uri="{FF2B5EF4-FFF2-40B4-BE49-F238E27FC236}">
                <a16:creationId xmlns:a16="http://schemas.microsoft.com/office/drawing/2014/main" id="{92D0FE0A-3D9A-21B9-05E0-3E9428A6EC46}"/>
              </a:ext>
            </a:extLst>
          </p:cNvPr>
          <p:cNvSpPr/>
          <p:nvPr/>
        </p:nvSpPr>
        <p:spPr>
          <a:xfrm>
            <a:off x="4460072" y="5275935"/>
            <a:ext cx="3245816" cy="1374008"/>
          </a:xfrm>
          <a:custGeom>
            <a:avLst/>
            <a:gdLst>
              <a:gd name="csX0" fmla="*/ 0 w 3245816"/>
              <a:gd name="csY0" fmla="*/ 229006 h 1374008"/>
              <a:gd name="csX1" fmla="*/ 229006 w 3245816"/>
              <a:gd name="csY1" fmla="*/ 0 h 1374008"/>
              <a:gd name="csX2" fmla="*/ 870201 w 3245816"/>
              <a:gd name="csY2" fmla="*/ 0 h 1374008"/>
              <a:gd name="csX3" fmla="*/ 1567152 w 3245816"/>
              <a:gd name="csY3" fmla="*/ 0 h 1374008"/>
              <a:gd name="csX4" fmla="*/ 2208347 w 3245816"/>
              <a:gd name="csY4" fmla="*/ 0 h 1374008"/>
              <a:gd name="csX5" fmla="*/ 3016810 w 3245816"/>
              <a:gd name="csY5" fmla="*/ 0 h 1374008"/>
              <a:gd name="csX6" fmla="*/ 3245816 w 3245816"/>
              <a:gd name="csY6" fmla="*/ 229006 h 1374008"/>
              <a:gd name="csX7" fmla="*/ 3245816 w 3245816"/>
              <a:gd name="csY7" fmla="*/ 687004 h 1374008"/>
              <a:gd name="csX8" fmla="*/ 3245816 w 3245816"/>
              <a:gd name="csY8" fmla="*/ 1145002 h 1374008"/>
              <a:gd name="csX9" fmla="*/ 3016810 w 3245816"/>
              <a:gd name="csY9" fmla="*/ 1374008 h 1374008"/>
              <a:gd name="csX10" fmla="*/ 2347737 w 3245816"/>
              <a:gd name="csY10" fmla="*/ 1374008 h 1374008"/>
              <a:gd name="csX11" fmla="*/ 1734420 w 3245816"/>
              <a:gd name="csY11" fmla="*/ 1374008 h 1374008"/>
              <a:gd name="csX12" fmla="*/ 1009591 w 3245816"/>
              <a:gd name="csY12" fmla="*/ 1374008 h 1374008"/>
              <a:gd name="csX13" fmla="*/ 229006 w 3245816"/>
              <a:gd name="csY13" fmla="*/ 1374008 h 1374008"/>
              <a:gd name="csX14" fmla="*/ 0 w 3245816"/>
              <a:gd name="csY14" fmla="*/ 1145002 h 1374008"/>
              <a:gd name="csX15" fmla="*/ 0 w 3245816"/>
              <a:gd name="csY15" fmla="*/ 668684 h 1374008"/>
              <a:gd name="csX16" fmla="*/ 0 w 3245816"/>
              <a:gd name="csY16" fmla="*/ 229006 h 1374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5816" h="1374008" fill="none" extrusionOk="0">
                <a:moveTo>
                  <a:pt x="0" y="229006"/>
                </a:moveTo>
                <a:cubicBezTo>
                  <a:pt x="-3342" y="108505"/>
                  <a:pt x="123880" y="15865"/>
                  <a:pt x="229006" y="0"/>
                </a:cubicBezTo>
                <a:cubicBezTo>
                  <a:pt x="540239" y="-4108"/>
                  <a:pt x="620815" y="-29721"/>
                  <a:pt x="870201" y="0"/>
                </a:cubicBezTo>
                <a:cubicBezTo>
                  <a:pt x="1119587" y="29721"/>
                  <a:pt x="1366375" y="-3035"/>
                  <a:pt x="1567152" y="0"/>
                </a:cubicBezTo>
                <a:cubicBezTo>
                  <a:pt x="1767929" y="3035"/>
                  <a:pt x="2072728" y="-1905"/>
                  <a:pt x="2208347" y="0"/>
                </a:cubicBezTo>
                <a:cubicBezTo>
                  <a:pt x="2343967" y="1905"/>
                  <a:pt x="2716285" y="-1067"/>
                  <a:pt x="3016810" y="0"/>
                </a:cubicBezTo>
                <a:cubicBezTo>
                  <a:pt x="3139333" y="-224"/>
                  <a:pt x="3249081" y="105340"/>
                  <a:pt x="3245816" y="229006"/>
                </a:cubicBezTo>
                <a:cubicBezTo>
                  <a:pt x="3256505" y="360147"/>
                  <a:pt x="3245419" y="533240"/>
                  <a:pt x="3245816" y="687004"/>
                </a:cubicBezTo>
                <a:cubicBezTo>
                  <a:pt x="3246213" y="840768"/>
                  <a:pt x="3254941" y="916015"/>
                  <a:pt x="3245816" y="1145002"/>
                </a:cubicBezTo>
                <a:cubicBezTo>
                  <a:pt x="3245372" y="1262267"/>
                  <a:pt x="3158358" y="1383503"/>
                  <a:pt x="3016810" y="1374008"/>
                </a:cubicBezTo>
                <a:cubicBezTo>
                  <a:pt x="2877197" y="1380902"/>
                  <a:pt x="2613473" y="1366287"/>
                  <a:pt x="2347737" y="1374008"/>
                </a:cubicBezTo>
                <a:cubicBezTo>
                  <a:pt x="2082001" y="1381729"/>
                  <a:pt x="1940416" y="1399830"/>
                  <a:pt x="1734420" y="1374008"/>
                </a:cubicBezTo>
                <a:cubicBezTo>
                  <a:pt x="1528424" y="1348186"/>
                  <a:pt x="1235223" y="1378016"/>
                  <a:pt x="1009591" y="1374008"/>
                </a:cubicBezTo>
                <a:cubicBezTo>
                  <a:pt x="783959" y="1370000"/>
                  <a:pt x="519510" y="1335903"/>
                  <a:pt x="229006" y="1374008"/>
                </a:cubicBezTo>
                <a:cubicBezTo>
                  <a:pt x="77591" y="1387991"/>
                  <a:pt x="10821" y="1300797"/>
                  <a:pt x="0" y="1145002"/>
                </a:cubicBezTo>
                <a:cubicBezTo>
                  <a:pt x="-3148" y="1001279"/>
                  <a:pt x="-21948" y="862681"/>
                  <a:pt x="0" y="668684"/>
                </a:cubicBezTo>
                <a:cubicBezTo>
                  <a:pt x="21948" y="474687"/>
                  <a:pt x="-15717" y="447575"/>
                  <a:pt x="0" y="229006"/>
                </a:cubicBezTo>
                <a:close/>
              </a:path>
              <a:path w="3245816" h="1374008" stroke="0" extrusionOk="0">
                <a:moveTo>
                  <a:pt x="0" y="229006"/>
                </a:moveTo>
                <a:cubicBezTo>
                  <a:pt x="-23108" y="88276"/>
                  <a:pt x="92856" y="3630"/>
                  <a:pt x="229006" y="0"/>
                </a:cubicBezTo>
                <a:cubicBezTo>
                  <a:pt x="469631" y="14661"/>
                  <a:pt x="681625" y="-16970"/>
                  <a:pt x="981713" y="0"/>
                </a:cubicBezTo>
                <a:cubicBezTo>
                  <a:pt x="1281801" y="16970"/>
                  <a:pt x="1450263" y="22815"/>
                  <a:pt x="1650786" y="0"/>
                </a:cubicBezTo>
                <a:cubicBezTo>
                  <a:pt x="1851309" y="-22815"/>
                  <a:pt x="2081424" y="29170"/>
                  <a:pt x="2291981" y="0"/>
                </a:cubicBezTo>
                <a:cubicBezTo>
                  <a:pt x="2502538" y="-29170"/>
                  <a:pt x="2811895" y="-9569"/>
                  <a:pt x="3016810" y="0"/>
                </a:cubicBezTo>
                <a:cubicBezTo>
                  <a:pt x="3155756" y="-25662"/>
                  <a:pt x="3215359" y="97865"/>
                  <a:pt x="3245816" y="229006"/>
                </a:cubicBezTo>
                <a:cubicBezTo>
                  <a:pt x="3259570" y="446886"/>
                  <a:pt x="3234204" y="500728"/>
                  <a:pt x="3245816" y="687004"/>
                </a:cubicBezTo>
                <a:cubicBezTo>
                  <a:pt x="3257428" y="873280"/>
                  <a:pt x="3248932" y="931019"/>
                  <a:pt x="3245816" y="1145002"/>
                </a:cubicBezTo>
                <a:cubicBezTo>
                  <a:pt x="3261050" y="1275142"/>
                  <a:pt x="3129604" y="1371795"/>
                  <a:pt x="3016810" y="1374008"/>
                </a:cubicBezTo>
                <a:cubicBezTo>
                  <a:pt x="2748899" y="1381317"/>
                  <a:pt x="2474959" y="1393102"/>
                  <a:pt x="2319859" y="1374008"/>
                </a:cubicBezTo>
                <a:cubicBezTo>
                  <a:pt x="2164759" y="1354914"/>
                  <a:pt x="1798035" y="1386899"/>
                  <a:pt x="1650786" y="1374008"/>
                </a:cubicBezTo>
                <a:cubicBezTo>
                  <a:pt x="1503537" y="1361117"/>
                  <a:pt x="1221191" y="1370700"/>
                  <a:pt x="898079" y="1374008"/>
                </a:cubicBezTo>
                <a:cubicBezTo>
                  <a:pt x="574967" y="1377316"/>
                  <a:pt x="483559" y="1375095"/>
                  <a:pt x="229006" y="1374008"/>
                </a:cubicBezTo>
                <a:cubicBezTo>
                  <a:pt x="74888" y="1378547"/>
                  <a:pt x="-4730" y="1268215"/>
                  <a:pt x="0" y="1145002"/>
                </a:cubicBezTo>
                <a:cubicBezTo>
                  <a:pt x="-23226" y="1001100"/>
                  <a:pt x="-3219" y="811448"/>
                  <a:pt x="0" y="677844"/>
                </a:cubicBezTo>
                <a:cubicBezTo>
                  <a:pt x="3219" y="544240"/>
                  <a:pt x="-15539" y="329613"/>
                  <a:pt x="0" y="22900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88C14E-B079-B295-9920-C7287DED2886}"/>
                  </a:ext>
                </a:extLst>
              </p:cNvPr>
              <p:cNvSpPr txBox="1"/>
              <p:nvPr/>
            </p:nvSpPr>
            <p:spPr>
              <a:xfrm>
                <a:off x="4563198" y="5455107"/>
                <a:ext cx="3170796" cy="1015663"/>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Averaging over many </a:t>
                </a:r>
                <a14:m>
                  <m:oMath xmlns:m="http://schemas.openxmlformats.org/officeDocument/2006/math">
                    <m:sSub>
                      <m:sSubPr>
                        <m:ctrlPr>
                          <a:rPr lang="en-US" sz="2000" b="1" i="1">
                            <a:solidFill>
                              <a:schemeClr val="accent6">
                                <a:lumMod val="40000"/>
                                <a:lumOff val="60000"/>
                              </a:schemeClr>
                            </a:solidFill>
                            <a:latin typeface="Cambria Math" panose="02040503050406030204" pitchFamily="18" charset="0"/>
                          </a:rPr>
                        </m:ctrlPr>
                      </m:sSubPr>
                      <m:e>
                        <m:r>
                          <a:rPr lang="en-US" sz="2000" b="1" i="1">
                            <a:solidFill>
                              <a:schemeClr val="accent6">
                                <a:lumMod val="40000"/>
                                <a:lumOff val="60000"/>
                              </a:schemeClr>
                            </a:solidFill>
                            <a:latin typeface="Cambria Math" panose="02040503050406030204" pitchFamily="18" charset="0"/>
                          </a:rPr>
                          <m:t>𝒔</m:t>
                        </m:r>
                      </m:e>
                      <m:sub>
                        <m:r>
                          <a:rPr lang="en-US" sz="2000" b="1" i="1">
                            <a:solidFill>
                              <a:schemeClr val="accent6">
                                <a:lumMod val="40000"/>
                                <a:lumOff val="60000"/>
                              </a:schemeClr>
                            </a:solidFill>
                            <a:latin typeface="Cambria Math" panose="02040503050406030204" pitchFamily="18" charset="0"/>
                          </a:rPr>
                          <m:t>𝒊</m:t>
                        </m:r>
                      </m:sub>
                    </m:sSub>
                  </m:oMath>
                </a14:m>
                <a:r>
                  <a:rPr lang="en-US" sz="2000" b="1" dirty="0">
                    <a:latin typeface="Calibri" panose="020F0502020204030204" pitchFamily="34" charset="0"/>
                    <a:cs typeface="Calibri" panose="020F0502020204030204" pitchFamily="34" charset="0"/>
                  </a:rPr>
                  <a:t> </a:t>
                </a:r>
              </a:p>
              <a:p>
                <a:pPr algn="ctr"/>
                <a:r>
                  <a:rPr lang="en-US" sz="2000" b="1" dirty="0">
                    <a:solidFill>
                      <a:schemeClr val="bg1"/>
                    </a:solidFill>
                    <a:latin typeface="Calibri" panose="020F0502020204030204" pitchFamily="34" charset="0"/>
                    <a:cs typeface="Calibri" panose="020F0502020204030204" pitchFamily="34" charset="0"/>
                  </a:rPr>
                  <a:t>gives a robust steering vector </a:t>
                </a:r>
                <a14:m>
                  <m:oMath xmlns:m="http://schemas.openxmlformats.org/officeDocument/2006/math">
                    <m:r>
                      <a:rPr lang="en-US" sz="2000" b="1" i="1" smtClean="0">
                        <a:solidFill>
                          <a:schemeClr val="accent6">
                            <a:lumMod val="40000"/>
                            <a:lumOff val="60000"/>
                          </a:schemeClr>
                        </a:solidFill>
                        <a:latin typeface="Cambria Math" panose="02040503050406030204" pitchFamily="18" charset="0"/>
                      </a:rPr>
                      <m:t>𝒔</m:t>
                    </m:r>
                  </m:oMath>
                </a14:m>
                <a:endParaRPr lang="en-US" sz="2000" b="1" dirty="0">
                  <a:solidFill>
                    <a:schemeClr val="bg1"/>
                  </a:solidFill>
                  <a:latin typeface="Calibri" panose="020F0502020204030204" pitchFamily="34" charset="0"/>
                  <a:cs typeface="Calibri" panose="020F0502020204030204" pitchFamily="34" charset="0"/>
                </a:endParaRPr>
              </a:p>
            </p:txBody>
          </p:sp>
        </mc:Choice>
        <mc:Fallback xmlns="">
          <p:sp>
            <p:nvSpPr>
              <p:cNvPr id="9" name="TextBox 8">
                <a:extLst>
                  <a:ext uri="{FF2B5EF4-FFF2-40B4-BE49-F238E27FC236}">
                    <a16:creationId xmlns:a16="http://schemas.microsoft.com/office/drawing/2014/main" id="{A288C14E-B079-B295-9920-C7287DED2886}"/>
                  </a:ext>
                </a:extLst>
              </p:cNvPr>
              <p:cNvSpPr txBox="1">
                <a:spLocks noRot="1" noChangeAspect="1" noMove="1" noResize="1" noEditPoints="1" noAdjustHandles="1" noChangeArrowheads="1" noChangeShapeType="1" noTextEdit="1"/>
              </p:cNvSpPr>
              <p:nvPr/>
            </p:nvSpPr>
            <p:spPr>
              <a:xfrm>
                <a:off x="4563198" y="5455107"/>
                <a:ext cx="3170796" cy="1015663"/>
              </a:xfrm>
              <a:prstGeom prst="rect">
                <a:avLst/>
              </a:prstGeom>
              <a:blipFill>
                <a:blip r:embed="rId4"/>
                <a:stretch>
                  <a:fillRect t="-3704" b="-9877"/>
                </a:stretch>
              </a:blipFill>
            </p:spPr>
            <p:txBody>
              <a:bodyPr/>
              <a:lstStyle/>
              <a:p>
                <a:r>
                  <a:rPr lang="en-DE">
                    <a:noFill/>
                  </a:rPr>
                  <a:t> </a:t>
                </a:r>
              </a:p>
            </p:txBody>
          </p:sp>
        </mc:Fallback>
      </mc:AlternateContent>
      <p:sp>
        <p:nvSpPr>
          <p:cNvPr id="10" name="Rounded Rectangle 9">
            <a:extLst>
              <a:ext uri="{FF2B5EF4-FFF2-40B4-BE49-F238E27FC236}">
                <a16:creationId xmlns:a16="http://schemas.microsoft.com/office/drawing/2014/main" id="{8D5319EE-ED63-ECA7-BC69-A5685B54766E}"/>
              </a:ext>
            </a:extLst>
          </p:cNvPr>
          <p:cNvSpPr/>
          <p:nvPr/>
        </p:nvSpPr>
        <p:spPr>
          <a:xfrm>
            <a:off x="8636640" y="5314311"/>
            <a:ext cx="3245816" cy="1374008"/>
          </a:xfrm>
          <a:custGeom>
            <a:avLst/>
            <a:gdLst>
              <a:gd name="csX0" fmla="*/ 0 w 3245816"/>
              <a:gd name="csY0" fmla="*/ 229006 h 1374008"/>
              <a:gd name="csX1" fmla="*/ 229006 w 3245816"/>
              <a:gd name="csY1" fmla="*/ 0 h 1374008"/>
              <a:gd name="csX2" fmla="*/ 870201 w 3245816"/>
              <a:gd name="csY2" fmla="*/ 0 h 1374008"/>
              <a:gd name="csX3" fmla="*/ 1567152 w 3245816"/>
              <a:gd name="csY3" fmla="*/ 0 h 1374008"/>
              <a:gd name="csX4" fmla="*/ 2208347 w 3245816"/>
              <a:gd name="csY4" fmla="*/ 0 h 1374008"/>
              <a:gd name="csX5" fmla="*/ 3016810 w 3245816"/>
              <a:gd name="csY5" fmla="*/ 0 h 1374008"/>
              <a:gd name="csX6" fmla="*/ 3245816 w 3245816"/>
              <a:gd name="csY6" fmla="*/ 229006 h 1374008"/>
              <a:gd name="csX7" fmla="*/ 3245816 w 3245816"/>
              <a:gd name="csY7" fmla="*/ 687004 h 1374008"/>
              <a:gd name="csX8" fmla="*/ 3245816 w 3245816"/>
              <a:gd name="csY8" fmla="*/ 1145002 h 1374008"/>
              <a:gd name="csX9" fmla="*/ 3016810 w 3245816"/>
              <a:gd name="csY9" fmla="*/ 1374008 h 1374008"/>
              <a:gd name="csX10" fmla="*/ 2347737 w 3245816"/>
              <a:gd name="csY10" fmla="*/ 1374008 h 1374008"/>
              <a:gd name="csX11" fmla="*/ 1734420 w 3245816"/>
              <a:gd name="csY11" fmla="*/ 1374008 h 1374008"/>
              <a:gd name="csX12" fmla="*/ 1009591 w 3245816"/>
              <a:gd name="csY12" fmla="*/ 1374008 h 1374008"/>
              <a:gd name="csX13" fmla="*/ 229006 w 3245816"/>
              <a:gd name="csY13" fmla="*/ 1374008 h 1374008"/>
              <a:gd name="csX14" fmla="*/ 0 w 3245816"/>
              <a:gd name="csY14" fmla="*/ 1145002 h 1374008"/>
              <a:gd name="csX15" fmla="*/ 0 w 3245816"/>
              <a:gd name="csY15" fmla="*/ 668684 h 1374008"/>
              <a:gd name="csX16" fmla="*/ 0 w 3245816"/>
              <a:gd name="csY16" fmla="*/ 229006 h 1374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5816" h="1374008" fill="none" extrusionOk="0">
                <a:moveTo>
                  <a:pt x="0" y="229006"/>
                </a:moveTo>
                <a:cubicBezTo>
                  <a:pt x="-3342" y="108505"/>
                  <a:pt x="123880" y="15865"/>
                  <a:pt x="229006" y="0"/>
                </a:cubicBezTo>
                <a:cubicBezTo>
                  <a:pt x="540239" y="-4108"/>
                  <a:pt x="620815" y="-29721"/>
                  <a:pt x="870201" y="0"/>
                </a:cubicBezTo>
                <a:cubicBezTo>
                  <a:pt x="1119587" y="29721"/>
                  <a:pt x="1366375" y="-3035"/>
                  <a:pt x="1567152" y="0"/>
                </a:cubicBezTo>
                <a:cubicBezTo>
                  <a:pt x="1767929" y="3035"/>
                  <a:pt x="2072728" y="-1905"/>
                  <a:pt x="2208347" y="0"/>
                </a:cubicBezTo>
                <a:cubicBezTo>
                  <a:pt x="2343967" y="1905"/>
                  <a:pt x="2716285" y="-1067"/>
                  <a:pt x="3016810" y="0"/>
                </a:cubicBezTo>
                <a:cubicBezTo>
                  <a:pt x="3139333" y="-224"/>
                  <a:pt x="3249081" y="105340"/>
                  <a:pt x="3245816" y="229006"/>
                </a:cubicBezTo>
                <a:cubicBezTo>
                  <a:pt x="3256505" y="360147"/>
                  <a:pt x="3245419" y="533240"/>
                  <a:pt x="3245816" y="687004"/>
                </a:cubicBezTo>
                <a:cubicBezTo>
                  <a:pt x="3246213" y="840768"/>
                  <a:pt x="3254941" y="916015"/>
                  <a:pt x="3245816" y="1145002"/>
                </a:cubicBezTo>
                <a:cubicBezTo>
                  <a:pt x="3245372" y="1262267"/>
                  <a:pt x="3158358" y="1383503"/>
                  <a:pt x="3016810" y="1374008"/>
                </a:cubicBezTo>
                <a:cubicBezTo>
                  <a:pt x="2877197" y="1380902"/>
                  <a:pt x="2613473" y="1366287"/>
                  <a:pt x="2347737" y="1374008"/>
                </a:cubicBezTo>
                <a:cubicBezTo>
                  <a:pt x="2082001" y="1381729"/>
                  <a:pt x="1940416" y="1399830"/>
                  <a:pt x="1734420" y="1374008"/>
                </a:cubicBezTo>
                <a:cubicBezTo>
                  <a:pt x="1528424" y="1348186"/>
                  <a:pt x="1235223" y="1378016"/>
                  <a:pt x="1009591" y="1374008"/>
                </a:cubicBezTo>
                <a:cubicBezTo>
                  <a:pt x="783959" y="1370000"/>
                  <a:pt x="519510" y="1335903"/>
                  <a:pt x="229006" y="1374008"/>
                </a:cubicBezTo>
                <a:cubicBezTo>
                  <a:pt x="77591" y="1387991"/>
                  <a:pt x="10821" y="1300797"/>
                  <a:pt x="0" y="1145002"/>
                </a:cubicBezTo>
                <a:cubicBezTo>
                  <a:pt x="-3148" y="1001279"/>
                  <a:pt x="-21948" y="862681"/>
                  <a:pt x="0" y="668684"/>
                </a:cubicBezTo>
                <a:cubicBezTo>
                  <a:pt x="21948" y="474687"/>
                  <a:pt x="-15717" y="447575"/>
                  <a:pt x="0" y="229006"/>
                </a:cubicBezTo>
                <a:close/>
              </a:path>
              <a:path w="3245816" h="1374008" stroke="0" extrusionOk="0">
                <a:moveTo>
                  <a:pt x="0" y="229006"/>
                </a:moveTo>
                <a:cubicBezTo>
                  <a:pt x="-23108" y="88276"/>
                  <a:pt x="92856" y="3630"/>
                  <a:pt x="229006" y="0"/>
                </a:cubicBezTo>
                <a:cubicBezTo>
                  <a:pt x="469631" y="14661"/>
                  <a:pt x="681625" y="-16970"/>
                  <a:pt x="981713" y="0"/>
                </a:cubicBezTo>
                <a:cubicBezTo>
                  <a:pt x="1281801" y="16970"/>
                  <a:pt x="1450263" y="22815"/>
                  <a:pt x="1650786" y="0"/>
                </a:cubicBezTo>
                <a:cubicBezTo>
                  <a:pt x="1851309" y="-22815"/>
                  <a:pt x="2081424" y="29170"/>
                  <a:pt x="2291981" y="0"/>
                </a:cubicBezTo>
                <a:cubicBezTo>
                  <a:pt x="2502538" y="-29170"/>
                  <a:pt x="2811895" y="-9569"/>
                  <a:pt x="3016810" y="0"/>
                </a:cubicBezTo>
                <a:cubicBezTo>
                  <a:pt x="3155756" y="-25662"/>
                  <a:pt x="3215359" y="97865"/>
                  <a:pt x="3245816" y="229006"/>
                </a:cubicBezTo>
                <a:cubicBezTo>
                  <a:pt x="3259570" y="446886"/>
                  <a:pt x="3234204" y="500728"/>
                  <a:pt x="3245816" y="687004"/>
                </a:cubicBezTo>
                <a:cubicBezTo>
                  <a:pt x="3257428" y="873280"/>
                  <a:pt x="3248932" y="931019"/>
                  <a:pt x="3245816" y="1145002"/>
                </a:cubicBezTo>
                <a:cubicBezTo>
                  <a:pt x="3261050" y="1275142"/>
                  <a:pt x="3129604" y="1371795"/>
                  <a:pt x="3016810" y="1374008"/>
                </a:cubicBezTo>
                <a:cubicBezTo>
                  <a:pt x="2748899" y="1381317"/>
                  <a:pt x="2474959" y="1393102"/>
                  <a:pt x="2319859" y="1374008"/>
                </a:cubicBezTo>
                <a:cubicBezTo>
                  <a:pt x="2164759" y="1354914"/>
                  <a:pt x="1798035" y="1386899"/>
                  <a:pt x="1650786" y="1374008"/>
                </a:cubicBezTo>
                <a:cubicBezTo>
                  <a:pt x="1503537" y="1361117"/>
                  <a:pt x="1221191" y="1370700"/>
                  <a:pt x="898079" y="1374008"/>
                </a:cubicBezTo>
                <a:cubicBezTo>
                  <a:pt x="574967" y="1377316"/>
                  <a:pt x="483559" y="1375095"/>
                  <a:pt x="229006" y="1374008"/>
                </a:cubicBezTo>
                <a:cubicBezTo>
                  <a:pt x="74888" y="1378547"/>
                  <a:pt x="-4730" y="1268215"/>
                  <a:pt x="0" y="1145002"/>
                </a:cubicBezTo>
                <a:cubicBezTo>
                  <a:pt x="-23226" y="1001100"/>
                  <a:pt x="-3219" y="811448"/>
                  <a:pt x="0" y="677844"/>
                </a:cubicBezTo>
                <a:cubicBezTo>
                  <a:pt x="3219" y="544240"/>
                  <a:pt x="-15539" y="329613"/>
                  <a:pt x="0" y="22900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2335B91-167E-2FC3-CB04-15787F8FEFE6}"/>
                  </a:ext>
                </a:extLst>
              </p:cNvPr>
              <p:cNvSpPr txBox="1"/>
              <p:nvPr/>
            </p:nvSpPr>
            <p:spPr>
              <a:xfrm>
                <a:off x="8760186" y="5326504"/>
                <a:ext cx="3170796" cy="1323439"/>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Not every scenario </a:t>
                </a:r>
                <a14:m>
                  <m:oMath xmlns:m="http://schemas.openxmlformats.org/officeDocument/2006/math">
                    <m:sSub>
                      <m:sSubPr>
                        <m:ctrlPr>
                          <a:rPr lang="en-US" sz="2000" b="1" i="1">
                            <a:solidFill>
                              <a:schemeClr val="accent6">
                                <a:lumMod val="40000"/>
                                <a:lumOff val="60000"/>
                              </a:schemeClr>
                            </a:solidFill>
                            <a:latin typeface="Cambria Math" panose="02040503050406030204" pitchFamily="18" charset="0"/>
                          </a:rPr>
                        </m:ctrlPr>
                      </m:sSubPr>
                      <m:e>
                        <m:r>
                          <a:rPr lang="en-US" sz="2000" b="1" i="1">
                            <a:solidFill>
                              <a:schemeClr val="accent6">
                                <a:lumMod val="40000"/>
                                <a:lumOff val="60000"/>
                              </a:schemeClr>
                            </a:solidFill>
                            <a:latin typeface="Cambria Math" panose="02040503050406030204" pitchFamily="18" charset="0"/>
                          </a:rPr>
                          <m:t>𝒙</m:t>
                        </m:r>
                      </m:e>
                      <m:sub>
                        <m:r>
                          <a:rPr lang="en-US" sz="2000" b="1" i="1">
                            <a:solidFill>
                              <a:schemeClr val="accent6">
                                <a:lumMod val="40000"/>
                                <a:lumOff val="60000"/>
                              </a:schemeClr>
                            </a:solidFill>
                            <a:latin typeface="Cambria Math" panose="02040503050406030204" pitchFamily="18" charset="0"/>
                          </a:rPr>
                          <m:t>𝒊</m:t>
                        </m:r>
                      </m:sub>
                    </m:sSub>
                  </m:oMath>
                </a14:m>
                <a:r>
                  <a:rPr lang="en-US" sz="2000" b="1" dirty="0">
                    <a:solidFill>
                      <a:schemeClr val="bg1"/>
                    </a:solidFill>
                    <a:latin typeface="Calibri" panose="020F0502020204030204" pitchFamily="34" charset="0"/>
                    <a:cs typeface="Calibri" panose="020F0502020204030204" pitchFamily="34" charset="0"/>
                  </a:rPr>
                  <a:t> elicits </a:t>
                </a:r>
                <a:br>
                  <a:rPr lang="en-US" sz="2000" b="1" dirty="0">
                    <a:solidFill>
                      <a:schemeClr val="bg1"/>
                    </a:solidFill>
                    <a:latin typeface="Calibri" panose="020F0502020204030204" pitchFamily="34" charset="0"/>
                    <a:cs typeface="Calibri" panose="020F0502020204030204" pitchFamily="34" charset="0"/>
                  </a:rPr>
                </a:br>
                <a:r>
                  <a:rPr lang="en-US" sz="2000" b="1" dirty="0">
                    <a:solidFill>
                      <a:schemeClr val="bg1"/>
                    </a:solidFill>
                    <a:latin typeface="Calibri" panose="020F0502020204030204" pitchFamily="34" charset="0"/>
                    <a:cs typeface="Calibri" panose="020F0502020204030204" pitchFamily="34" charset="0"/>
                  </a:rPr>
                  <a:t>the same </a:t>
                </a:r>
                <a:r>
                  <a:rPr lang="en-US" sz="2000" b="1" dirty="0">
                    <a:solidFill>
                      <a:srgbClr val="F6C96B"/>
                    </a:solidFill>
                    <a:latin typeface="Calibri" panose="020F0502020204030204" pitchFamily="34" charset="0"/>
                    <a:cs typeface="Calibri" panose="020F0502020204030204" pitchFamily="34" charset="0"/>
                  </a:rPr>
                  <a:t>CPS </a:t>
                </a:r>
                <a:br>
                  <a:rPr lang="en-US" sz="2000" b="1" dirty="0">
                    <a:solidFill>
                      <a:srgbClr val="F6C96B"/>
                    </a:solidFill>
                    <a:latin typeface="Calibri" panose="020F0502020204030204" pitchFamily="34" charset="0"/>
                    <a:cs typeface="Calibri" panose="020F0502020204030204" pitchFamily="34" charset="0"/>
                  </a:rPr>
                </a:br>
                <a:r>
                  <a:rPr lang="en-US" sz="2000" b="1" dirty="0">
                    <a:solidFill>
                      <a:schemeClr val="bg1"/>
                    </a:solidFill>
                    <a:latin typeface="Calibri" panose="020F0502020204030204" pitchFamily="34" charset="0"/>
                    <a:cs typeface="Calibri" panose="020F0502020204030204" pitchFamily="34" charset="0"/>
                    <a:sym typeface="Wingdings" pitchFamily="2" charset="2"/>
                  </a:rPr>
                  <a:t> weigh contribution of</a:t>
                </a:r>
                <a:r>
                  <a:rPr lang="en-US" sz="2000" b="1" dirty="0">
                    <a:solidFill>
                      <a:srgbClr val="F6C96B"/>
                    </a:solidFill>
                    <a:latin typeface="Calibri" panose="020F0502020204030204" pitchFamily="34" charset="0"/>
                    <a:cs typeface="Calibri" panose="020F0502020204030204" pitchFamily="34" charset="0"/>
                    <a:sym typeface="Wingdings" pitchFamily="2" charset="2"/>
                  </a:rPr>
                  <a:t> </a:t>
                </a:r>
                <a14:m>
                  <m:oMath xmlns:m="http://schemas.openxmlformats.org/officeDocument/2006/math">
                    <m:sSub>
                      <m:sSubPr>
                        <m:ctrlPr>
                          <a:rPr lang="en-US" sz="2000" b="1" i="1">
                            <a:solidFill>
                              <a:schemeClr val="accent6">
                                <a:lumMod val="40000"/>
                                <a:lumOff val="60000"/>
                              </a:schemeClr>
                            </a:solidFill>
                            <a:latin typeface="Cambria Math" panose="02040503050406030204" pitchFamily="18" charset="0"/>
                          </a:rPr>
                        </m:ctrlPr>
                      </m:sSubPr>
                      <m:e>
                        <m:r>
                          <a:rPr lang="en-US" sz="2000" b="1" i="1">
                            <a:solidFill>
                              <a:schemeClr val="accent6">
                                <a:lumMod val="40000"/>
                                <a:lumOff val="60000"/>
                              </a:schemeClr>
                            </a:solidFill>
                            <a:latin typeface="Cambria Math" panose="02040503050406030204" pitchFamily="18" charset="0"/>
                          </a:rPr>
                          <m:t>𝒔</m:t>
                        </m:r>
                      </m:e>
                      <m:sub>
                        <m:r>
                          <a:rPr lang="en-US" sz="2000" b="1" i="1">
                            <a:solidFill>
                              <a:schemeClr val="accent6">
                                <a:lumMod val="40000"/>
                                <a:lumOff val="60000"/>
                              </a:schemeClr>
                            </a:solidFill>
                            <a:latin typeface="Cambria Math" panose="02040503050406030204" pitchFamily="18" charset="0"/>
                          </a:rPr>
                          <m:t>𝒊</m:t>
                        </m:r>
                      </m:sub>
                    </m:sSub>
                  </m:oMath>
                </a14:m>
                <a:r>
                  <a:rPr lang="en-US" sz="2000" b="1" dirty="0">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to </a:t>
                </a:r>
                <a14:m>
                  <m:oMath xmlns:m="http://schemas.openxmlformats.org/officeDocument/2006/math">
                    <m:r>
                      <a:rPr lang="en-US" sz="2000" b="1" i="1">
                        <a:solidFill>
                          <a:schemeClr val="accent6">
                            <a:lumMod val="40000"/>
                            <a:lumOff val="60000"/>
                          </a:schemeClr>
                        </a:solidFill>
                        <a:latin typeface="Cambria Math" panose="02040503050406030204" pitchFamily="18" charset="0"/>
                      </a:rPr>
                      <m:t>𝒔</m:t>
                    </m:r>
                  </m:oMath>
                </a14:m>
                <a:r>
                  <a:rPr lang="en-US" sz="2000" b="1" dirty="0">
                    <a:solidFill>
                      <a:schemeClr val="bg1"/>
                    </a:solidFill>
                    <a:latin typeface="Calibri" panose="020F0502020204030204" pitchFamily="34" charset="0"/>
                    <a:cs typeface="Calibri" panose="020F0502020204030204" pitchFamily="34" charset="0"/>
                  </a:rPr>
                  <a:t> by positive </a:t>
                </a:r>
                <a:r>
                  <a:rPr lang="en-US" sz="2000" b="1" dirty="0">
                    <a:solidFill>
                      <a:srgbClr val="F6C96B"/>
                    </a:solidFill>
                    <a:latin typeface="Calibri" panose="020F0502020204030204" pitchFamily="34" charset="0"/>
                    <a:cs typeface="Calibri" panose="020F0502020204030204" pitchFamily="34" charset="0"/>
                  </a:rPr>
                  <a:t>CPS</a:t>
                </a:r>
                <a:endParaRPr lang="en-US" sz="2000" b="1" dirty="0">
                  <a:solidFill>
                    <a:schemeClr val="bg1"/>
                  </a:solidFill>
                  <a:latin typeface="Calibri" panose="020F0502020204030204" pitchFamily="34" charset="0"/>
                  <a:cs typeface="Calibri" panose="020F0502020204030204" pitchFamily="34" charset="0"/>
                </a:endParaRPr>
              </a:p>
            </p:txBody>
          </p:sp>
        </mc:Choice>
        <mc:Fallback xmlns="">
          <p:sp>
            <p:nvSpPr>
              <p:cNvPr id="11" name="TextBox 10">
                <a:extLst>
                  <a:ext uri="{FF2B5EF4-FFF2-40B4-BE49-F238E27FC236}">
                    <a16:creationId xmlns:a16="http://schemas.microsoft.com/office/drawing/2014/main" id="{62335B91-167E-2FC3-CB04-15787F8FEFE6}"/>
                  </a:ext>
                </a:extLst>
              </p:cNvPr>
              <p:cNvSpPr txBox="1">
                <a:spLocks noRot="1" noChangeAspect="1" noMove="1" noResize="1" noEditPoints="1" noAdjustHandles="1" noChangeArrowheads="1" noChangeShapeType="1" noTextEdit="1"/>
              </p:cNvSpPr>
              <p:nvPr/>
            </p:nvSpPr>
            <p:spPr>
              <a:xfrm>
                <a:off x="8760186" y="5326504"/>
                <a:ext cx="3170796" cy="1323439"/>
              </a:xfrm>
              <a:prstGeom prst="rect">
                <a:avLst/>
              </a:prstGeom>
              <a:blipFill>
                <a:blip r:embed="rId5"/>
                <a:stretch>
                  <a:fillRect l="-1195" t="-2857" r="-2789" b="-761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12" name="nt">
                <a:extLst>
                  <a:ext uri="{FF2B5EF4-FFF2-40B4-BE49-F238E27FC236}">
                    <a16:creationId xmlns:a16="http://schemas.microsoft.com/office/drawing/2014/main" id="{D30A9B0A-63DD-4653-8DA2-328FDF5F739D}"/>
                  </a:ext>
                </a:extLst>
              </p:cNvPr>
              <p:cNvSpPr txBox="1"/>
              <p:nvPr/>
            </p:nvSpPr>
            <p:spPr>
              <a:xfrm>
                <a:off x="8739766" y="4701182"/>
                <a:ext cx="3170796" cy="365125"/>
              </a:xfrm>
              <a:prstGeom prst="rect">
                <a:avLst/>
              </a:prstGeom>
              <a:noFill/>
            </p:spPr>
            <p:txBody>
              <a:bodyPr wrap="square" lIns="0" tIns="0" rIns="0" bIns="0" anchor="t">
                <a:noAutofit/>
              </a:bodyPr>
              <a:lstStyle/>
              <a:p>
                <a:pPr algn="r"/>
                <a14:m>
                  <m:oMathPara xmlns:m="http://schemas.openxmlformats.org/officeDocument/2006/math">
                    <m:oMath>
                      <m:sSub>
                        <m:sSubPr>
                          <m:ctrlPr>
                            <a:rPr lang="en-US" sz="2000" b="1" i="1">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𝒘</m:t>
                          </m:r>
                        </m:e>
                        <m:sub>
                          <m:r>
                            <a:rPr lang="en-US" sz="2000" b="1" i="1">
                              <a:solidFill>
                                <a:schemeClr val="bg1"/>
                              </a:solidFill>
                              <a:latin typeface="Cambria Math" panose="02040503050406030204" pitchFamily="18" charset="0"/>
                              <a:ea typeface="Cambria Math" panose="02040503050406030204" pitchFamily="18" charset="0"/>
                            </a:rPr>
                            <m:t>𝒊</m:t>
                          </m:r>
                        </m:sub>
                      </m:sSub>
                      <m:r>
                        <a:rPr lang="en-US" sz="2000" b="1" i="1">
                          <a:solidFill>
                            <a:schemeClr val="bg1"/>
                          </a:solidFill>
                          <a:latin typeface="Cambria Math" panose="02040503050406030204" pitchFamily="18" charset="0"/>
                          <a:ea typeface="Cambria Math" panose="02040503050406030204" pitchFamily="18" charset="0"/>
                        </a:rPr>
                        <m:t>=</m:t>
                      </m:r>
                      <m:r>
                        <m:rPr>
                          <m:nor/>
                        </m:rPr>
                        <a:rPr lang="en-US" sz="2000" b="1" i="0">
                          <a:solidFill>
                            <a:schemeClr val="bg1"/>
                          </a:solidFill>
                          <a:latin typeface="Cambria Math" panose="02040503050406030204" pitchFamily="18" charset="0"/>
                          <a:ea typeface="Cambria Math" panose="02040503050406030204" pitchFamily="18" charset="0"/>
                          <a:cs typeface="Arial" panose="020B0604020202020204" pitchFamily="34" charset="0"/>
                        </a:rPr>
                        <m:t>max</m:t>
                      </m:r>
                      <m:d>
                        <m:dPr>
                          <m:ctrlPr>
                            <a:rPr lang="en-US" sz="2000" b="1" i="1">
                              <a:solidFill>
                                <a:schemeClr val="bg1"/>
                              </a:solidFill>
                              <a:latin typeface="Cambria Math" panose="02040503050406030204" pitchFamily="18" charset="0"/>
                              <a:ea typeface="Cambria Math" panose="02040503050406030204" pitchFamily="18" charset="0"/>
                            </a:rPr>
                          </m:ctrlPr>
                        </m:dPr>
                        <m:e>
                          <m:r>
                            <a:rPr lang="en-US" sz="2000" b="1" i="1">
                              <a:solidFill>
                                <a:schemeClr val="bg1"/>
                              </a:solidFill>
                              <a:latin typeface="Cambria Math" panose="02040503050406030204" pitchFamily="18" charset="0"/>
                              <a:ea typeface="Cambria Math" panose="02040503050406030204" pitchFamily="18" charset="0"/>
                            </a:rPr>
                            <m:t>𝟎</m:t>
                          </m:r>
                          <m:r>
                            <a:rPr lang="en-US" sz="2000" b="1" i="1">
                              <a:solidFill>
                                <a:schemeClr val="bg1"/>
                              </a:solidFill>
                              <a:latin typeface="Cambria Math" panose="02040503050406030204" pitchFamily="18" charset="0"/>
                              <a:ea typeface="Cambria Math" panose="02040503050406030204" pitchFamily="18" charset="0"/>
                            </a:rPr>
                            <m:t>,</m:t>
                          </m:r>
                          <m:r>
                            <m:rPr>
                              <m:nor/>
                            </m:rPr>
                            <a:rPr lang="en-US" sz="2000" b="1" i="0" smtClean="0">
                              <a:solidFill>
                                <a:srgbClr val="F6C96B"/>
                              </a:solidFill>
                              <a:latin typeface="Calibri" panose="020F0502020204030204" pitchFamily="34" charset="0"/>
                              <a:ea typeface="Cambria Math" panose="02040503050406030204" pitchFamily="18" charset="0"/>
                              <a:cs typeface="Calibri" panose="020F0502020204030204" pitchFamily="34" charset="0"/>
                            </a:rPr>
                            <m:t>CPS</m:t>
                          </m:r>
                          <m:d>
                            <m:dPr>
                              <m:ctrlPr>
                                <a:rPr lang="en-US" sz="2000" b="1" i="1">
                                  <a:solidFill>
                                    <a:schemeClr val="bg1"/>
                                  </a:solidFill>
                                  <a:latin typeface="Cambria Math" panose="02040503050406030204" pitchFamily="18" charset="0"/>
                                  <a:ea typeface="Cambria Math" panose="02040503050406030204" pitchFamily="18" charset="0"/>
                                </a:rPr>
                              </m:ctrlPr>
                            </m:dPr>
                            <m:e>
                              <m:sSub>
                                <m:sSubPr>
                                  <m:ctrlPr>
                                    <a:rPr lang="en-US" sz="2000" b="1" i="1">
                                      <a:solidFill>
                                        <a:schemeClr val="bg1"/>
                                      </a:solidFill>
                                      <a:latin typeface="Cambria Math" panose="02040503050406030204" pitchFamily="18" charset="0"/>
                                      <a:ea typeface="Cambria Math" panose="02040503050406030204" pitchFamily="18" charset="0"/>
                                    </a:rPr>
                                  </m:ctrlPr>
                                </m:sSubPr>
                                <m:e>
                                  <m:r>
                                    <a:rPr lang="en-US" sz="2000" b="1" i="1">
                                      <a:solidFill>
                                        <a:schemeClr val="bg1"/>
                                      </a:solidFill>
                                      <a:latin typeface="Cambria Math" panose="02040503050406030204" pitchFamily="18" charset="0"/>
                                      <a:ea typeface="Cambria Math" panose="02040503050406030204" pitchFamily="18" charset="0"/>
                                    </a:rPr>
                                    <m:t>𝒙</m:t>
                                  </m:r>
                                </m:e>
                                <m:sub>
                                  <m:r>
                                    <a:rPr lang="en-US" sz="2000" b="1" i="1">
                                      <a:solidFill>
                                        <a:schemeClr val="bg1"/>
                                      </a:solidFill>
                                      <a:latin typeface="Cambria Math" panose="02040503050406030204" pitchFamily="18" charset="0"/>
                                      <a:ea typeface="Cambria Math" panose="02040503050406030204" pitchFamily="18" charset="0"/>
                                    </a:rPr>
                                    <m:t>𝒊</m:t>
                                  </m:r>
                                </m:sub>
                              </m:sSub>
                            </m:e>
                          </m:d>
                        </m:e>
                      </m:d>
                    </m:oMath>
                  </m:oMathPara>
                </a14:m>
                <a:endParaRPr lang="en-US" sz="2000" b="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a:p>
                <a:pPr algn="r"/>
                <a:endParaRPr lang="en-US" sz="2000" b="1" dirty="0">
                  <a:solidFill>
                    <a:schemeClr val="bg1"/>
                  </a:solidFill>
                  <a:latin typeface="Cambria Math" panose="02040503050406030204" pitchFamily="18" charset="0"/>
                  <a:ea typeface="Cambria Math" panose="02040503050406030204" pitchFamily="18" charset="0"/>
                  <a:cs typeface="Arial" panose="020B0604020202020204" pitchFamily="34" charset="0"/>
                </a:endParaRPr>
              </a:p>
            </p:txBody>
          </p:sp>
        </mc:Choice>
        <mc:Fallback xmlns="">
          <p:sp>
            <p:nvSpPr>
              <p:cNvPr id="12" name="nt">
                <a:extLst>
                  <a:ext uri="{FF2B5EF4-FFF2-40B4-BE49-F238E27FC236}">
                    <a16:creationId xmlns:a16="http://schemas.microsoft.com/office/drawing/2014/main" id="{D30A9B0A-63DD-4653-8DA2-328FDF5F739D}"/>
                  </a:ext>
                </a:extLst>
              </p:cNvPr>
              <p:cNvSpPr txBox="1">
                <a:spLocks noRot="1" noChangeAspect="1" noMove="1" noResize="1" noEditPoints="1" noAdjustHandles="1" noChangeArrowheads="1" noChangeShapeType="1" noTextEdit="1"/>
              </p:cNvSpPr>
              <p:nvPr/>
            </p:nvSpPr>
            <p:spPr>
              <a:xfrm>
                <a:off x="8739766" y="4701182"/>
                <a:ext cx="3170796" cy="365125"/>
              </a:xfrm>
              <a:prstGeom prst="rect">
                <a:avLst/>
              </a:prstGeom>
              <a:blipFill>
                <a:blip r:embed="rId6"/>
                <a:stretch>
                  <a:fillRect b="-6897"/>
                </a:stretch>
              </a:blipFill>
            </p:spPr>
            <p:txBody>
              <a:bodyPr/>
              <a:lstStyle/>
              <a:p>
                <a:r>
                  <a:rPr lang="en-DE">
                    <a:noFill/>
                  </a:rPr>
                  <a:t> </a:t>
                </a:r>
              </a:p>
            </p:txBody>
          </p:sp>
        </mc:Fallback>
      </mc:AlternateContent>
      <p:grpSp>
        <p:nvGrpSpPr>
          <p:cNvPr id="16" name="Group 15">
            <a:extLst>
              <a:ext uri="{FF2B5EF4-FFF2-40B4-BE49-F238E27FC236}">
                <a16:creationId xmlns:a16="http://schemas.microsoft.com/office/drawing/2014/main" id="{41DF5C82-E8E8-CB83-DC65-E32239981B27}"/>
              </a:ext>
            </a:extLst>
          </p:cNvPr>
          <p:cNvGrpSpPr/>
          <p:nvPr/>
        </p:nvGrpSpPr>
        <p:grpSpPr>
          <a:xfrm rot="16200000">
            <a:off x="180106" y="3285538"/>
            <a:ext cx="2926659" cy="286927"/>
            <a:chOff x="2345629" y="3761370"/>
            <a:chExt cx="1439640" cy="141141"/>
          </a:xfrm>
        </p:grpSpPr>
        <p:sp>
          <p:nvSpPr>
            <p:cNvPr id="17" name="Shape 98">
              <a:extLst>
                <a:ext uri="{FF2B5EF4-FFF2-40B4-BE49-F238E27FC236}">
                  <a16:creationId xmlns:a16="http://schemas.microsoft.com/office/drawing/2014/main" id="{57243A8D-9CA4-A299-809F-257A66B526B0}"/>
                </a:ext>
              </a:extLst>
            </p:cNvPr>
            <p:cNvSpPr/>
            <p:nvPr/>
          </p:nvSpPr>
          <p:spPr>
            <a:xfrm rot="5400000">
              <a:off x="3644128" y="3761370"/>
              <a:ext cx="141141" cy="141141"/>
            </a:xfrm>
            <a:prstGeom prst="ellipse">
              <a:avLst/>
            </a:prstGeom>
            <a:solidFill>
              <a:srgbClr val="5991EE"/>
            </a:solidFill>
            <a:ln w="12700">
              <a:solidFill>
                <a:srgbClr val="111C38"/>
              </a:solidFill>
              <a:prstDash val="solid"/>
            </a:ln>
          </p:spPr>
          <p:txBody>
            <a:bodyPr/>
            <a:lstStyle/>
            <a:p>
              <a:endParaRPr lang="en-DE"/>
            </a:p>
          </p:txBody>
        </p:sp>
        <p:sp>
          <p:nvSpPr>
            <p:cNvPr id="18" name="Shape 99">
              <a:extLst>
                <a:ext uri="{FF2B5EF4-FFF2-40B4-BE49-F238E27FC236}">
                  <a16:creationId xmlns:a16="http://schemas.microsoft.com/office/drawing/2014/main" id="{4601980F-E5C4-97B5-7D66-0F0CA04B3C19}"/>
                </a:ext>
              </a:extLst>
            </p:cNvPr>
            <p:cNvSpPr/>
            <p:nvPr/>
          </p:nvSpPr>
          <p:spPr>
            <a:xfrm rot="5400000">
              <a:off x="3384428" y="3761370"/>
              <a:ext cx="141141" cy="141141"/>
            </a:xfrm>
            <a:prstGeom prst="ellipse">
              <a:avLst/>
            </a:prstGeom>
            <a:solidFill>
              <a:srgbClr val="2455DA"/>
            </a:solidFill>
            <a:ln w="12700">
              <a:solidFill>
                <a:srgbClr val="111C38"/>
              </a:solidFill>
              <a:prstDash val="solid"/>
            </a:ln>
          </p:spPr>
          <p:txBody>
            <a:bodyPr/>
            <a:lstStyle/>
            <a:p>
              <a:endParaRPr lang="en-DE"/>
            </a:p>
          </p:txBody>
        </p:sp>
        <p:sp>
          <p:nvSpPr>
            <p:cNvPr id="19" name="Shape 100">
              <a:extLst>
                <a:ext uri="{FF2B5EF4-FFF2-40B4-BE49-F238E27FC236}">
                  <a16:creationId xmlns:a16="http://schemas.microsoft.com/office/drawing/2014/main" id="{98266FD6-A8A7-11A0-F0D8-2747AA78B08F}"/>
                </a:ext>
              </a:extLst>
            </p:cNvPr>
            <p:cNvSpPr/>
            <p:nvPr/>
          </p:nvSpPr>
          <p:spPr>
            <a:xfrm rot="5400000">
              <a:off x="3124727" y="3761370"/>
              <a:ext cx="141141" cy="141141"/>
            </a:xfrm>
            <a:prstGeom prst="ellipse">
              <a:avLst/>
            </a:prstGeom>
            <a:solidFill>
              <a:srgbClr val="89B3F4"/>
            </a:solidFill>
            <a:ln w="12700">
              <a:solidFill>
                <a:srgbClr val="111C38"/>
              </a:solidFill>
              <a:prstDash val="solid"/>
            </a:ln>
          </p:spPr>
          <p:txBody>
            <a:bodyPr/>
            <a:lstStyle/>
            <a:p>
              <a:endParaRPr lang="en-DE"/>
            </a:p>
          </p:txBody>
        </p:sp>
        <p:sp>
          <p:nvSpPr>
            <p:cNvPr id="21" name="Shape 101">
              <a:extLst>
                <a:ext uri="{FF2B5EF4-FFF2-40B4-BE49-F238E27FC236}">
                  <a16:creationId xmlns:a16="http://schemas.microsoft.com/office/drawing/2014/main" id="{139AF8E7-0165-CF75-69CD-EF45EFEEF59C}"/>
                </a:ext>
              </a:extLst>
            </p:cNvPr>
            <p:cNvSpPr/>
            <p:nvPr/>
          </p:nvSpPr>
          <p:spPr>
            <a:xfrm rot="5400000">
              <a:off x="2865028" y="3761370"/>
              <a:ext cx="141141" cy="141141"/>
            </a:xfrm>
            <a:prstGeom prst="ellipse">
              <a:avLst/>
            </a:prstGeom>
            <a:solidFill>
              <a:srgbClr val="7FACF3"/>
            </a:solidFill>
            <a:ln w="12700">
              <a:solidFill>
                <a:srgbClr val="111C38"/>
              </a:solidFill>
              <a:prstDash val="solid"/>
            </a:ln>
          </p:spPr>
          <p:txBody>
            <a:bodyPr/>
            <a:lstStyle/>
            <a:p>
              <a:endParaRPr lang="en-DE"/>
            </a:p>
          </p:txBody>
        </p:sp>
        <p:sp>
          <p:nvSpPr>
            <p:cNvPr id="22" name="Shape 102">
              <a:extLst>
                <a:ext uri="{FF2B5EF4-FFF2-40B4-BE49-F238E27FC236}">
                  <a16:creationId xmlns:a16="http://schemas.microsoft.com/office/drawing/2014/main" id="{A49D06D8-C103-6AC8-A197-03EA4977E41B}"/>
                </a:ext>
              </a:extLst>
            </p:cNvPr>
            <p:cNvSpPr/>
            <p:nvPr/>
          </p:nvSpPr>
          <p:spPr>
            <a:xfrm rot="5400000">
              <a:off x="2605329" y="3761370"/>
              <a:ext cx="141141" cy="141141"/>
            </a:xfrm>
            <a:prstGeom prst="ellipse">
              <a:avLst/>
            </a:prstGeom>
            <a:solidFill>
              <a:srgbClr val="6098F0"/>
            </a:solidFill>
            <a:ln w="12700">
              <a:solidFill>
                <a:srgbClr val="111C38"/>
              </a:solidFill>
              <a:prstDash val="solid"/>
            </a:ln>
          </p:spPr>
          <p:txBody>
            <a:bodyPr/>
            <a:lstStyle/>
            <a:p>
              <a:endParaRPr lang="en-DE"/>
            </a:p>
          </p:txBody>
        </p:sp>
        <p:sp>
          <p:nvSpPr>
            <p:cNvPr id="23" name="Shape 103">
              <a:extLst>
                <a:ext uri="{FF2B5EF4-FFF2-40B4-BE49-F238E27FC236}">
                  <a16:creationId xmlns:a16="http://schemas.microsoft.com/office/drawing/2014/main" id="{5477ACCF-A85C-0559-081D-C802A453F7D6}"/>
                </a:ext>
              </a:extLst>
            </p:cNvPr>
            <p:cNvSpPr/>
            <p:nvPr/>
          </p:nvSpPr>
          <p:spPr>
            <a:xfrm rot="5400000">
              <a:off x="2345629" y="3761370"/>
              <a:ext cx="141141" cy="141141"/>
            </a:xfrm>
            <a:prstGeom prst="ellipse">
              <a:avLst/>
            </a:prstGeom>
            <a:solidFill>
              <a:srgbClr val="2A5DDD"/>
            </a:solidFill>
            <a:ln w="12700">
              <a:solidFill>
                <a:srgbClr val="111C38"/>
              </a:solidFill>
              <a:prstDash val="solid"/>
            </a:ln>
          </p:spPr>
          <p:txBody>
            <a:bodyPr/>
            <a:lstStyle/>
            <a:p>
              <a:endParaRPr lang="en-DE"/>
            </a:p>
          </p:txBody>
        </p:sp>
      </p:grpSp>
      <p:grpSp>
        <p:nvGrpSpPr>
          <p:cNvPr id="24" name="Group 23">
            <a:extLst>
              <a:ext uri="{FF2B5EF4-FFF2-40B4-BE49-F238E27FC236}">
                <a16:creationId xmlns:a16="http://schemas.microsoft.com/office/drawing/2014/main" id="{0BFE51E1-4FAF-981B-A68C-A12C8D64661E}"/>
              </a:ext>
            </a:extLst>
          </p:cNvPr>
          <p:cNvGrpSpPr/>
          <p:nvPr/>
        </p:nvGrpSpPr>
        <p:grpSpPr>
          <a:xfrm rot="5400000">
            <a:off x="1628580" y="3284446"/>
            <a:ext cx="2928646" cy="287122"/>
            <a:chOff x="8389679" y="3759942"/>
            <a:chExt cx="1440618" cy="141237"/>
          </a:xfrm>
        </p:grpSpPr>
        <p:sp>
          <p:nvSpPr>
            <p:cNvPr id="25" name="Shape 98">
              <a:extLst>
                <a:ext uri="{FF2B5EF4-FFF2-40B4-BE49-F238E27FC236}">
                  <a16:creationId xmlns:a16="http://schemas.microsoft.com/office/drawing/2014/main" id="{48D46A5E-FFE3-E18B-BA31-0D41649B07CF}"/>
                </a:ext>
              </a:extLst>
            </p:cNvPr>
            <p:cNvSpPr/>
            <p:nvPr/>
          </p:nvSpPr>
          <p:spPr>
            <a:xfrm rot="5400000">
              <a:off x="9689060" y="3759942"/>
              <a:ext cx="141237" cy="141237"/>
            </a:xfrm>
            <a:prstGeom prst="ellipse">
              <a:avLst/>
            </a:prstGeom>
            <a:solidFill>
              <a:srgbClr val="F69F47"/>
            </a:solidFill>
            <a:ln w="12700">
              <a:solidFill>
                <a:srgbClr val="111C38"/>
              </a:solidFill>
              <a:prstDash val="solid"/>
            </a:ln>
          </p:spPr>
          <p:txBody>
            <a:bodyPr/>
            <a:lstStyle/>
            <a:p>
              <a:endParaRPr lang="en-DE"/>
            </a:p>
          </p:txBody>
        </p:sp>
        <p:sp>
          <p:nvSpPr>
            <p:cNvPr id="26" name="Shape 99">
              <a:extLst>
                <a:ext uri="{FF2B5EF4-FFF2-40B4-BE49-F238E27FC236}">
                  <a16:creationId xmlns:a16="http://schemas.microsoft.com/office/drawing/2014/main" id="{908E7C72-D656-8BC3-15AC-37A3FD56D93F}"/>
                </a:ext>
              </a:extLst>
            </p:cNvPr>
            <p:cNvSpPr/>
            <p:nvPr/>
          </p:nvSpPr>
          <p:spPr>
            <a:xfrm rot="5400000">
              <a:off x="9429184" y="3759942"/>
              <a:ext cx="141237" cy="141237"/>
            </a:xfrm>
            <a:prstGeom prst="ellipse">
              <a:avLst/>
            </a:prstGeom>
            <a:solidFill>
              <a:srgbClr val="FBBE7C"/>
            </a:solidFill>
            <a:ln w="12700">
              <a:solidFill>
                <a:srgbClr val="111C38"/>
              </a:solidFill>
              <a:prstDash val="solid"/>
            </a:ln>
          </p:spPr>
          <p:txBody>
            <a:bodyPr/>
            <a:lstStyle/>
            <a:p>
              <a:endParaRPr lang="en-DE"/>
            </a:p>
          </p:txBody>
        </p:sp>
        <p:sp>
          <p:nvSpPr>
            <p:cNvPr id="27" name="Shape 100">
              <a:extLst>
                <a:ext uri="{FF2B5EF4-FFF2-40B4-BE49-F238E27FC236}">
                  <a16:creationId xmlns:a16="http://schemas.microsoft.com/office/drawing/2014/main" id="{370C20E2-5400-EB75-38A6-B27EE61DDBEE}"/>
                </a:ext>
              </a:extLst>
            </p:cNvPr>
            <p:cNvSpPr/>
            <p:nvPr/>
          </p:nvSpPr>
          <p:spPr>
            <a:xfrm rot="5400000">
              <a:off x="9169307" y="3759942"/>
              <a:ext cx="141237" cy="141237"/>
            </a:xfrm>
            <a:prstGeom prst="ellipse">
              <a:avLst/>
            </a:prstGeom>
            <a:solidFill>
              <a:srgbClr val="E3751E"/>
            </a:solidFill>
            <a:ln w="12700">
              <a:solidFill>
                <a:srgbClr val="111C38"/>
              </a:solidFill>
              <a:prstDash val="solid"/>
            </a:ln>
          </p:spPr>
          <p:txBody>
            <a:bodyPr/>
            <a:lstStyle/>
            <a:p>
              <a:endParaRPr lang="en-DE"/>
            </a:p>
          </p:txBody>
        </p:sp>
        <p:sp>
          <p:nvSpPr>
            <p:cNvPr id="28" name="Shape 101">
              <a:extLst>
                <a:ext uri="{FF2B5EF4-FFF2-40B4-BE49-F238E27FC236}">
                  <a16:creationId xmlns:a16="http://schemas.microsoft.com/office/drawing/2014/main" id="{0264F9F1-B8BF-6068-D0A1-A8746BA1CFCF}"/>
                </a:ext>
              </a:extLst>
            </p:cNvPr>
            <p:cNvSpPr/>
            <p:nvPr/>
          </p:nvSpPr>
          <p:spPr>
            <a:xfrm rot="5400000">
              <a:off x="8909430" y="3759942"/>
              <a:ext cx="141237" cy="141237"/>
            </a:xfrm>
            <a:prstGeom prst="ellipse">
              <a:avLst/>
            </a:prstGeom>
            <a:solidFill>
              <a:srgbClr val="E67C25"/>
            </a:solidFill>
            <a:ln w="12700">
              <a:solidFill>
                <a:srgbClr val="111C38"/>
              </a:solidFill>
              <a:prstDash val="solid"/>
            </a:ln>
          </p:spPr>
          <p:txBody>
            <a:bodyPr/>
            <a:lstStyle/>
            <a:p>
              <a:endParaRPr lang="en-DE"/>
            </a:p>
          </p:txBody>
        </p:sp>
        <p:sp>
          <p:nvSpPr>
            <p:cNvPr id="29" name="Shape 102">
              <a:extLst>
                <a:ext uri="{FF2B5EF4-FFF2-40B4-BE49-F238E27FC236}">
                  <a16:creationId xmlns:a16="http://schemas.microsoft.com/office/drawing/2014/main" id="{3BBC973E-3DF1-8F6D-E536-D9DCF1D460C2}"/>
                </a:ext>
              </a:extLst>
            </p:cNvPr>
            <p:cNvSpPr/>
            <p:nvPr/>
          </p:nvSpPr>
          <p:spPr>
            <a:xfrm rot="5400000">
              <a:off x="8649555" y="3759942"/>
              <a:ext cx="141237" cy="141237"/>
            </a:xfrm>
            <a:prstGeom prst="ellipse">
              <a:avLst/>
            </a:prstGeom>
            <a:solidFill>
              <a:srgbClr val="F9A64E"/>
            </a:solidFill>
            <a:ln w="12700">
              <a:solidFill>
                <a:srgbClr val="111C38"/>
              </a:solidFill>
              <a:prstDash val="solid"/>
            </a:ln>
          </p:spPr>
          <p:txBody>
            <a:bodyPr/>
            <a:lstStyle/>
            <a:p>
              <a:endParaRPr lang="en-DE"/>
            </a:p>
          </p:txBody>
        </p:sp>
        <p:sp>
          <p:nvSpPr>
            <p:cNvPr id="30" name="Shape 103">
              <a:extLst>
                <a:ext uri="{FF2B5EF4-FFF2-40B4-BE49-F238E27FC236}">
                  <a16:creationId xmlns:a16="http://schemas.microsoft.com/office/drawing/2014/main" id="{79F939A8-F2B4-0D24-66C9-CBFF1BE098A8}"/>
                </a:ext>
              </a:extLst>
            </p:cNvPr>
            <p:cNvSpPr/>
            <p:nvPr/>
          </p:nvSpPr>
          <p:spPr>
            <a:xfrm rot="5400000">
              <a:off x="8389679" y="3759942"/>
              <a:ext cx="141237" cy="141237"/>
            </a:xfrm>
            <a:prstGeom prst="ellipse">
              <a:avLst/>
            </a:prstGeom>
            <a:solidFill>
              <a:srgbClr val="FBC992"/>
            </a:solidFill>
            <a:ln w="12700">
              <a:solidFill>
                <a:srgbClr val="111C38"/>
              </a:solidFill>
              <a:prstDash val="solid"/>
            </a:ln>
          </p:spPr>
          <p:txBody>
            <a:bodyPr/>
            <a:lstStyle/>
            <a:p>
              <a:endParaRPr lang="en-DE"/>
            </a:p>
          </p:txBody>
        </p:sp>
      </p:gr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BA334A08-DA9D-1701-CED4-F07F32DC6067}"/>
                  </a:ext>
                </a:extLst>
              </p:cNvPr>
              <p:cNvSpPr txBox="1"/>
              <p:nvPr/>
            </p:nvSpPr>
            <p:spPr>
              <a:xfrm>
                <a:off x="2638476" y="1288391"/>
                <a:ext cx="908852" cy="4770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𝒉</m:t>
                      </m:r>
                      <m:d>
                        <m:dPr>
                          <m:ctrlPr>
                            <a:rPr lang="en-US" sz="2500" b="1" i="1" smtClean="0">
                              <a:solidFill>
                                <a:schemeClr val="bg1"/>
                              </a:solidFill>
                              <a:latin typeface="Cambria Math" panose="02040503050406030204" pitchFamily="18" charset="0"/>
                            </a:rPr>
                          </m:ctrlPr>
                        </m:dPr>
                        <m:e>
                          <m:sSub>
                            <m:sSubPr>
                              <m:ctrlPr>
                                <a:rPr lang="en-US" sz="2500" b="1" i="1" smtClean="0">
                                  <a:solidFill>
                                    <a:schemeClr val="bg1"/>
                                  </a:solidFill>
                                  <a:latin typeface="Cambria Math" panose="02040503050406030204" pitchFamily="18" charset="0"/>
                                </a:rPr>
                              </m:ctrlPr>
                            </m:sSubPr>
                            <m:e>
                              <m:r>
                                <a:rPr lang="en-US" sz="2500" b="1" i="1" smtClean="0">
                                  <a:solidFill>
                                    <a:schemeClr val="bg1"/>
                                  </a:solidFill>
                                  <a:latin typeface="Cambria Math" panose="02040503050406030204" pitchFamily="18" charset="0"/>
                                </a:rPr>
                                <m:t>𝒙</m:t>
                              </m:r>
                            </m:e>
                            <m:sub>
                              <m:r>
                                <a:rPr lang="en-US" sz="2500" b="1" i="1" smtClean="0">
                                  <a:solidFill>
                                    <a:schemeClr val="bg1"/>
                                  </a:solidFill>
                                  <a:latin typeface="Cambria Math" panose="02040503050406030204" pitchFamily="18" charset="0"/>
                                </a:rPr>
                                <m:t>𝒊</m:t>
                              </m:r>
                            </m:sub>
                          </m:sSub>
                        </m:e>
                      </m:d>
                    </m:oMath>
                  </m:oMathPara>
                </a14:m>
                <a:endParaRPr lang="en-US" sz="2500" b="1" dirty="0"/>
              </a:p>
            </p:txBody>
          </p:sp>
        </mc:Choice>
        <mc:Fallback xmlns="">
          <p:sp>
            <p:nvSpPr>
              <p:cNvPr id="31" name="TextBox 30">
                <a:extLst>
                  <a:ext uri="{FF2B5EF4-FFF2-40B4-BE49-F238E27FC236}">
                    <a16:creationId xmlns:a16="http://schemas.microsoft.com/office/drawing/2014/main" id="{BA334A08-DA9D-1701-CED4-F07F32DC6067}"/>
                  </a:ext>
                </a:extLst>
              </p:cNvPr>
              <p:cNvSpPr txBox="1">
                <a:spLocks noRot="1" noChangeAspect="1" noMove="1" noResize="1" noEditPoints="1" noAdjustHandles="1" noChangeArrowheads="1" noChangeShapeType="1" noTextEdit="1"/>
              </p:cNvSpPr>
              <p:nvPr/>
            </p:nvSpPr>
            <p:spPr>
              <a:xfrm>
                <a:off x="2638476" y="1288391"/>
                <a:ext cx="908852" cy="477054"/>
              </a:xfrm>
              <a:prstGeom prst="rect">
                <a:avLst/>
              </a:prstGeom>
              <a:blipFill>
                <a:blip r:embed="rId7"/>
                <a:stretch>
                  <a:fillRect l="-1370"/>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2" name="TextBox 31">
                <a:extLst>
                  <a:ext uri="{FF2B5EF4-FFF2-40B4-BE49-F238E27FC236}">
                    <a16:creationId xmlns:a16="http://schemas.microsoft.com/office/drawing/2014/main" id="{03FA8AF9-6894-4596-4F44-6532ADD6DC74}"/>
                  </a:ext>
                </a:extLst>
              </p:cNvPr>
              <p:cNvSpPr txBox="1"/>
              <p:nvPr/>
            </p:nvSpPr>
            <p:spPr>
              <a:xfrm>
                <a:off x="4189369" y="1288391"/>
                <a:ext cx="509956" cy="477054"/>
              </a:xfrm>
              <a:prstGeom prst="rect">
                <a:avLst/>
              </a:prstGeom>
              <a:noFill/>
            </p:spPr>
            <p:txBody>
              <a:bodyPr wrap="square">
                <a:spAutoFit/>
              </a:bodyPr>
              <a:lstStyle/>
              <a:p>
                <a:pPr/>
                <a14:m>
                  <m:oMathPara xmlns:m="http://schemas.openxmlformats.org/officeDocument/2006/math">
                    <m:oMath>
                      <m:sSub>
                        <m:sSubPr>
                          <m:ctrlPr>
                            <a:rPr lang="en-US" sz="2500" b="0" i="1" smtClean="0">
                              <a:solidFill>
                                <a:schemeClr val="accent6">
                                  <a:lumMod val="40000"/>
                                  <a:lumOff val="60000"/>
                                </a:schemeClr>
                              </a:solidFill>
                              <a:latin typeface="Cambria Math" panose="02040503050406030204" pitchFamily="18" charset="0"/>
                            </a:rPr>
                          </m:ctrlPr>
                        </m:sSubPr>
                        <m:e>
                          <m:r>
                            <a:rPr lang="en-US" sz="2500" b="0" i="1" smtClean="0">
                              <a:solidFill>
                                <a:schemeClr val="accent6">
                                  <a:lumMod val="40000"/>
                                  <a:lumOff val="60000"/>
                                </a:schemeClr>
                              </a:solidFill>
                              <a:latin typeface="Cambria Math" panose="02040503050406030204" pitchFamily="18" charset="0"/>
                            </a:rPr>
                            <m:t>𝑠</m:t>
                          </m:r>
                        </m:e>
                        <m:sub>
                          <m:r>
                            <a:rPr lang="en-US" sz="2500" b="0" i="1" smtClean="0">
                              <a:solidFill>
                                <a:schemeClr val="accent6">
                                  <a:lumMod val="40000"/>
                                  <a:lumOff val="60000"/>
                                </a:schemeClr>
                              </a:solidFill>
                              <a:latin typeface="Cambria Math" panose="02040503050406030204" pitchFamily="18" charset="0"/>
                            </a:rPr>
                            <m:t>𝑖</m:t>
                          </m:r>
                        </m:sub>
                      </m:sSub>
                    </m:oMath>
                  </m:oMathPara>
                </a14:m>
                <a:endParaRPr lang="en-US" sz="2500" b="0" dirty="0"/>
              </a:p>
            </p:txBody>
          </p:sp>
        </mc:Choice>
        <mc:Fallback xmlns="">
          <p:sp>
            <p:nvSpPr>
              <p:cNvPr id="32" name="TextBox 31">
                <a:extLst>
                  <a:ext uri="{FF2B5EF4-FFF2-40B4-BE49-F238E27FC236}">
                    <a16:creationId xmlns:a16="http://schemas.microsoft.com/office/drawing/2014/main" id="{03FA8AF9-6894-4596-4F44-6532ADD6DC74}"/>
                  </a:ext>
                </a:extLst>
              </p:cNvPr>
              <p:cNvSpPr txBox="1">
                <a:spLocks noRot="1" noChangeAspect="1" noMove="1" noResize="1" noEditPoints="1" noAdjustHandles="1" noChangeArrowheads="1" noChangeShapeType="1" noTextEdit="1"/>
              </p:cNvSpPr>
              <p:nvPr/>
            </p:nvSpPr>
            <p:spPr>
              <a:xfrm>
                <a:off x="4189369" y="1288391"/>
                <a:ext cx="509956" cy="477054"/>
              </a:xfrm>
              <a:prstGeom prst="rect">
                <a:avLst/>
              </a:prstGeom>
              <a:blipFill>
                <a:blip r:embed="rId8"/>
                <a:stretch>
                  <a:fillRect/>
                </a:stretch>
              </a:blipFill>
            </p:spPr>
            <p:txBody>
              <a:bodyPr/>
              <a:lstStyle/>
              <a:p>
                <a:r>
                  <a:rPr lang="en-DE">
                    <a:noFill/>
                  </a:rPr>
                  <a:t> </a:t>
                </a:r>
              </a:p>
            </p:txBody>
          </p:sp>
        </mc:Fallback>
      </mc:AlternateContent>
      <p:grpSp>
        <p:nvGrpSpPr>
          <p:cNvPr id="33" name="Group 32">
            <a:extLst>
              <a:ext uri="{FF2B5EF4-FFF2-40B4-BE49-F238E27FC236}">
                <a16:creationId xmlns:a16="http://schemas.microsoft.com/office/drawing/2014/main" id="{6AD5374B-B78F-F824-E79D-7E64D385EAC2}"/>
              </a:ext>
            </a:extLst>
          </p:cNvPr>
          <p:cNvGrpSpPr/>
          <p:nvPr/>
        </p:nvGrpSpPr>
        <p:grpSpPr>
          <a:xfrm>
            <a:off x="4299687" y="1964457"/>
            <a:ext cx="291278" cy="2929085"/>
            <a:chOff x="7297531" y="1964457"/>
            <a:chExt cx="291278" cy="2929085"/>
          </a:xfrm>
        </p:grpSpPr>
        <p:sp>
          <p:nvSpPr>
            <p:cNvPr id="34" name="Steer 1">
              <a:extLst>
                <a:ext uri="{FF2B5EF4-FFF2-40B4-BE49-F238E27FC236}">
                  <a16:creationId xmlns:a16="http://schemas.microsoft.com/office/drawing/2014/main" id="{6E5AA972-22AE-95D4-FF0A-58029B710346}"/>
                </a:ext>
              </a:extLst>
            </p:cNvPr>
            <p:cNvSpPr>
              <a:spLocks noChangeAspect="1"/>
            </p:cNvSpPr>
            <p:nvPr/>
          </p:nvSpPr>
          <p:spPr>
            <a:xfrm>
              <a:off x="7299489" y="4605542"/>
              <a:ext cx="289320" cy="288000"/>
            </a:xfrm>
            <a:prstGeom prst="ellipse">
              <a:avLst/>
            </a:prstGeom>
            <a:solidFill>
              <a:srgbClr val="6183E4"/>
            </a:solidFill>
            <a:ln w="12700">
              <a:solidFill>
                <a:srgbClr val="111C38"/>
              </a:solidFill>
              <a:prstDash val="solid"/>
            </a:ln>
          </p:spPr>
          <p:txBody>
            <a:bodyPr/>
            <a:lstStyle/>
            <a:p>
              <a:endParaRPr lang="en-DE"/>
            </a:p>
          </p:txBody>
        </p:sp>
        <p:sp>
          <p:nvSpPr>
            <p:cNvPr id="35" name="Steer 2">
              <a:extLst>
                <a:ext uri="{FF2B5EF4-FFF2-40B4-BE49-F238E27FC236}">
                  <a16:creationId xmlns:a16="http://schemas.microsoft.com/office/drawing/2014/main" id="{8CAD544B-83D6-2353-0E9A-5E5D867CAB4D}"/>
                </a:ext>
              </a:extLst>
            </p:cNvPr>
            <p:cNvSpPr>
              <a:spLocks noChangeAspect="1"/>
            </p:cNvSpPr>
            <p:nvPr/>
          </p:nvSpPr>
          <p:spPr>
            <a:xfrm>
              <a:off x="7297531" y="4076800"/>
              <a:ext cx="289320" cy="288000"/>
            </a:xfrm>
            <a:prstGeom prst="ellipse">
              <a:avLst/>
            </a:prstGeom>
            <a:solidFill>
              <a:srgbClr val="FFFFFF"/>
            </a:solidFill>
            <a:ln w="12700">
              <a:solidFill>
                <a:srgbClr val="111C38"/>
              </a:solidFill>
              <a:prstDash val="solid"/>
            </a:ln>
          </p:spPr>
          <p:txBody>
            <a:bodyPr/>
            <a:lstStyle/>
            <a:p>
              <a:endParaRPr lang="en-DE"/>
            </a:p>
          </p:txBody>
        </p:sp>
        <p:sp>
          <p:nvSpPr>
            <p:cNvPr id="36" name="Steer 3">
              <a:extLst>
                <a:ext uri="{FF2B5EF4-FFF2-40B4-BE49-F238E27FC236}">
                  <a16:creationId xmlns:a16="http://schemas.microsoft.com/office/drawing/2014/main" id="{FC983E9D-468A-5383-AAF7-D3C331669FF0}"/>
                </a:ext>
              </a:extLst>
            </p:cNvPr>
            <p:cNvSpPr>
              <a:spLocks noChangeAspect="1"/>
            </p:cNvSpPr>
            <p:nvPr/>
          </p:nvSpPr>
          <p:spPr>
            <a:xfrm>
              <a:off x="7297531" y="3552364"/>
              <a:ext cx="289320" cy="288000"/>
            </a:xfrm>
            <a:prstGeom prst="ellipse">
              <a:avLst/>
            </a:prstGeom>
            <a:solidFill>
              <a:srgbClr val="EEB791"/>
            </a:solidFill>
            <a:ln w="12700">
              <a:solidFill>
                <a:srgbClr val="111C38"/>
              </a:solidFill>
              <a:prstDash val="solid"/>
            </a:ln>
          </p:spPr>
          <p:txBody>
            <a:bodyPr/>
            <a:lstStyle/>
            <a:p>
              <a:endParaRPr lang="en-DE"/>
            </a:p>
          </p:txBody>
        </p:sp>
        <p:sp>
          <p:nvSpPr>
            <p:cNvPr id="37" name="Steer 4">
              <a:extLst>
                <a:ext uri="{FF2B5EF4-FFF2-40B4-BE49-F238E27FC236}">
                  <a16:creationId xmlns:a16="http://schemas.microsoft.com/office/drawing/2014/main" id="{466DE2A3-4A3D-0ABC-3E89-F10CD7503E9E}"/>
                </a:ext>
              </a:extLst>
            </p:cNvPr>
            <p:cNvSpPr>
              <a:spLocks noChangeAspect="1"/>
            </p:cNvSpPr>
            <p:nvPr/>
          </p:nvSpPr>
          <p:spPr>
            <a:xfrm>
              <a:off x="7297531" y="3019185"/>
              <a:ext cx="289320" cy="288000"/>
            </a:xfrm>
            <a:prstGeom prst="ellipse">
              <a:avLst/>
            </a:prstGeom>
            <a:solidFill>
              <a:srgbClr val="EAA878"/>
            </a:solidFill>
            <a:ln w="12700">
              <a:solidFill>
                <a:srgbClr val="111C38"/>
              </a:solidFill>
              <a:prstDash val="solid"/>
            </a:ln>
          </p:spPr>
          <p:txBody>
            <a:bodyPr/>
            <a:lstStyle/>
            <a:p>
              <a:endParaRPr lang="en-DE"/>
            </a:p>
          </p:txBody>
        </p:sp>
        <p:sp>
          <p:nvSpPr>
            <p:cNvPr id="38" name="Steer 5">
              <a:extLst>
                <a:ext uri="{FF2B5EF4-FFF2-40B4-BE49-F238E27FC236}">
                  <a16:creationId xmlns:a16="http://schemas.microsoft.com/office/drawing/2014/main" id="{E8D7E062-FE78-2A14-1082-6F8EF5EFC019}"/>
                </a:ext>
              </a:extLst>
            </p:cNvPr>
            <p:cNvSpPr>
              <a:spLocks noChangeAspect="1"/>
            </p:cNvSpPr>
            <p:nvPr/>
          </p:nvSpPr>
          <p:spPr>
            <a:xfrm>
              <a:off x="7297531" y="2492761"/>
              <a:ext cx="289320" cy="288000"/>
            </a:xfrm>
            <a:prstGeom prst="ellipse">
              <a:avLst/>
            </a:prstGeom>
            <a:solidFill>
              <a:srgbClr val="6C8CE6"/>
            </a:solidFill>
            <a:ln w="12700">
              <a:solidFill>
                <a:srgbClr val="111C38"/>
              </a:solidFill>
              <a:prstDash val="solid"/>
            </a:ln>
          </p:spPr>
          <p:txBody>
            <a:bodyPr/>
            <a:lstStyle/>
            <a:p>
              <a:endParaRPr lang="en-DE"/>
            </a:p>
          </p:txBody>
        </p:sp>
        <p:sp>
          <p:nvSpPr>
            <p:cNvPr id="39" name="Steer 6">
              <a:extLst>
                <a:ext uri="{FF2B5EF4-FFF2-40B4-BE49-F238E27FC236}">
                  <a16:creationId xmlns:a16="http://schemas.microsoft.com/office/drawing/2014/main" id="{729B9DD9-CEA5-8079-624D-F048CCA6727F}"/>
                </a:ext>
              </a:extLst>
            </p:cNvPr>
            <p:cNvSpPr>
              <a:spLocks noChangeAspect="1"/>
            </p:cNvSpPr>
            <p:nvPr/>
          </p:nvSpPr>
          <p:spPr>
            <a:xfrm>
              <a:off x="7297531" y="1964457"/>
              <a:ext cx="289320" cy="288000"/>
            </a:xfrm>
            <a:prstGeom prst="ellipse">
              <a:avLst/>
            </a:prstGeom>
            <a:solidFill>
              <a:srgbClr val="FFFFFF"/>
            </a:solidFill>
            <a:ln w="12700">
              <a:solidFill>
                <a:srgbClr val="111C38"/>
              </a:solidFill>
              <a:prstDash val="solid"/>
            </a:ln>
          </p:spPr>
          <p:txBody>
            <a:bodyPr/>
            <a:lstStyle/>
            <a:p>
              <a:endParaRPr lang="en-DE" dirty="0"/>
            </a:p>
          </p:txBody>
        </p:sp>
      </p:grpSp>
      <p:grpSp>
        <p:nvGrpSpPr>
          <p:cNvPr id="40" name="Group 39">
            <a:extLst>
              <a:ext uri="{FF2B5EF4-FFF2-40B4-BE49-F238E27FC236}">
                <a16:creationId xmlns:a16="http://schemas.microsoft.com/office/drawing/2014/main" id="{18794462-F0FF-8CAC-7871-738FEC5A0F78}"/>
              </a:ext>
            </a:extLst>
          </p:cNvPr>
          <p:cNvGrpSpPr/>
          <p:nvPr/>
        </p:nvGrpSpPr>
        <p:grpSpPr>
          <a:xfrm>
            <a:off x="2095642" y="1249919"/>
            <a:ext cx="692272" cy="3782342"/>
            <a:chOff x="5093486" y="1249919"/>
            <a:chExt cx="692272" cy="3782342"/>
          </a:xfrm>
        </p:grpSpPr>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A126E5FF-B7FB-866C-DFBE-AF3E5F0AB3A9}"/>
                    </a:ext>
                  </a:extLst>
                </p:cNvPr>
                <p:cNvSpPr txBox="1"/>
                <p:nvPr/>
              </p:nvSpPr>
              <p:spPr>
                <a:xfrm>
                  <a:off x="5093486" y="1249919"/>
                  <a:ext cx="692272" cy="553998"/>
                </a:xfrm>
                <a:prstGeom prst="rect">
                  <a:avLst/>
                </a:prstGeom>
                <a:noFill/>
              </p:spPr>
              <p:txBody>
                <a:bodyPr wrap="square">
                  <a:spAutoFit/>
                </a:bodyPr>
                <a:lstStyle/>
                <a:p>
                  <a:pPr/>
                  <a14:m>
                    <m:oMathPara xmlns:m="http://schemas.openxmlformats.org/officeDocument/2006/math">
                      <m:oMath>
                        <m:r>
                          <a:rPr lang="en-US" sz="3000" b="1" i="1" smtClean="0">
                            <a:solidFill>
                              <a:schemeClr val="bg1"/>
                            </a:solidFill>
                            <a:latin typeface="Cambria Math" panose="02040503050406030204" pitchFamily="18" charset="0"/>
                          </a:rPr>
                          <m:t>−</m:t>
                        </m:r>
                      </m:oMath>
                    </m:oMathPara>
                  </a14:m>
                  <a:endParaRPr lang="en-US" sz="3000" b="1" dirty="0"/>
                </a:p>
              </p:txBody>
            </p:sp>
          </mc:Choice>
          <mc:Fallback xmlns="">
            <p:sp>
              <p:nvSpPr>
                <p:cNvPr id="41" name="TextBox 40">
                  <a:extLst>
                    <a:ext uri="{FF2B5EF4-FFF2-40B4-BE49-F238E27FC236}">
                      <a16:creationId xmlns:a16="http://schemas.microsoft.com/office/drawing/2014/main" id="{A126E5FF-B7FB-866C-DFBE-AF3E5F0AB3A9}"/>
                    </a:ext>
                  </a:extLst>
                </p:cNvPr>
                <p:cNvSpPr txBox="1">
                  <a:spLocks noRot="1" noChangeAspect="1" noMove="1" noResize="1" noEditPoints="1" noAdjustHandles="1" noChangeArrowheads="1" noChangeShapeType="1" noTextEdit="1"/>
                </p:cNvSpPr>
                <p:nvPr/>
              </p:nvSpPr>
              <p:spPr>
                <a:xfrm>
                  <a:off x="5093486" y="1249919"/>
                  <a:ext cx="692272" cy="553998"/>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A8BE3E18-63BF-ABC5-590C-671D5A78ECBD}"/>
                    </a:ext>
                  </a:extLst>
                </p:cNvPr>
                <p:cNvSpPr txBox="1"/>
                <p:nvPr/>
              </p:nvSpPr>
              <p:spPr>
                <a:xfrm>
                  <a:off x="5093486" y="180263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2" name="TextBox 41">
                  <a:extLst>
                    <a:ext uri="{FF2B5EF4-FFF2-40B4-BE49-F238E27FC236}">
                      <a16:creationId xmlns:a16="http://schemas.microsoft.com/office/drawing/2014/main" id="{A8BE3E18-63BF-ABC5-590C-671D5A78ECBD}"/>
                    </a:ext>
                  </a:extLst>
                </p:cNvPr>
                <p:cNvSpPr txBox="1">
                  <a:spLocks noRot="1" noChangeAspect="1" noMove="1" noResize="1" noEditPoints="1" noAdjustHandles="1" noChangeArrowheads="1" noChangeShapeType="1" noTextEdit="1"/>
                </p:cNvSpPr>
                <p:nvPr/>
              </p:nvSpPr>
              <p:spPr>
                <a:xfrm>
                  <a:off x="5093486" y="1802633"/>
                  <a:ext cx="692272" cy="553998"/>
                </a:xfrm>
                <a:prstGeom prst="rect">
                  <a:avLst/>
                </a:prstGeom>
                <a:blipFill>
                  <a:blip r:embed="rId10"/>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66E13466-8D86-6FBB-EC9C-68A37520B82C}"/>
                    </a:ext>
                  </a:extLst>
                </p:cNvPr>
                <p:cNvSpPr txBox="1"/>
                <p:nvPr/>
              </p:nvSpPr>
              <p:spPr>
                <a:xfrm>
                  <a:off x="5093486" y="234984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3" name="TextBox 42">
                  <a:extLst>
                    <a:ext uri="{FF2B5EF4-FFF2-40B4-BE49-F238E27FC236}">
                      <a16:creationId xmlns:a16="http://schemas.microsoft.com/office/drawing/2014/main" id="{66E13466-8D86-6FBB-EC9C-68A37520B82C}"/>
                    </a:ext>
                  </a:extLst>
                </p:cNvPr>
                <p:cNvSpPr txBox="1">
                  <a:spLocks noRot="1" noChangeAspect="1" noMove="1" noResize="1" noEditPoints="1" noAdjustHandles="1" noChangeArrowheads="1" noChangeShapeType="1" noTextEdit="1"/>
                </p:cNvSpPr>
                <p:nvPr/>
              </p:nvSpPr>
              <p:spPr>
                <a:xfrm>
                  <a:off x="5093486" y="2349843"/>
                  <a:ext cx="692272" cy="553998"/>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7EC1ACA1-5408-22F0-209F-8B24145EBA4A}"/>
                    </a:ext>
                  </a:extLst>
                </p:cNvPr>
                <p:cNvSpPr txBox="1"/>
                <p:nvPr/>
              </p:nvSpPr>
              <p:spPr>
                <a:xfrm>
                  <a:off x="5093486" y="2892980"/>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4" name="TextBox 43">
                  <a:extLst>
                    <a:ext uri="{FF2B5EF4-FFF2-40B4-BE49-F238E27FC236}">
                      <a16:creationId xmlns:a16="http://schemas.microsoft.com/office/drawing/2014/main" id="{7EC1ACA1-5408-22F0-209F-8B24145EBA4A}"/>
                    </a:ext>
                  </a:extLst>
                </p:cNvPr>
                <p:cNvSpPr txBox="1">
                  <a:spLocks noRot="1" noChangeAspect="1" noMove="1" noResize="1" noEditPoints="1" noAdjustHandles="1" noChangeArrowheads="1" noChangeShapeType="1" noTextEdit="1"/>
                </p:cNvSpPr>
                <p:nvPr/>
              </p:nvSpPr>
              <p:spPr>
                <a:xfrm>
                  <a:off x="5093486" y="2892980"/>
                  <a:ext cx="692272" cy="553998"/>
                </a:xfrm>
                <a:prstGeom prst="rect">
                  <a:avLst/>
                </a:prstGeom>
                <a:blipFill>
                  <a:blip r:embed="rId12"/>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0149194C-2E17-C038-BFEE-25AD934FCD1C}"/>
                    </a:ext>
                  </a:extLst>
                </p:cNvPr>
                <p:cNvSpPr txBox="1"/>
                <p:nvPr/>
              </p:nvSpPr>
              <p:spPr>
                <a:xfrm>
                  <a:off x="5093486" y="3440190"/>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5" name="TextBox 44">
                  <a:extLst>
                    <a:ext uri="{FF2B5EF4-FFF2-40B4-BE49-F238E27FC236}">
                      <a16:creationId xmlns:a16="http://schemas.microsoft.com/office/drawing/2014/main" id="{0149194C-2E17-C038-BFEE-25AD934FCD1C}"/>
                    </a:ext>
                  </a:extLst>
                </p:cNvPr>
                <p:cNvSpPr txBox="1">
                  <a:spLocks noRot="1" noChangeAspect="1" noMove="1" noResize="1" noEditPoints="1" noAdjustHandles="1" noChangeArrowheads="1" noChangeShapeType="1" noTextEdit="1"/>
                </p:cNvSpPr>
                <p:nvPr/>
              </p:nvSpPr>
              <p:spPr>
                <a:xfrm>
                  <a:off x="5093486" y="3440190"/>
                  <a:ext cx="692272" cy="553998"/>
                </a:xfrm>
                <a:prstGeom prst="rect">
                  <a:avLst/>
                </a:prstGeom>
                <a:blipFill>
                  <a:blip r:embed="rId11"/>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95A4BBFA-0FAD-F4D9-8C8B-1C4469BC17FC}"/>
                    </a:ext>
                  </a:extLst>
                </p:cNvPr>
                <p:cNvSpPr txBox="1"/>
                <p:nvPr/>
              </p:nvSpPr>
              <p:spPr>
                <a:xfrm>
                  <a:off x="5093486" y="393105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6" name="TextBox 45">
                  <a:extLst>
                    <a:ext uri="{FF2B5EF4-FFF2-40B4-BE49-F238E27FC236}">
                      <a16:creationId xmlns:a16="http://schemas.microsoft.com/office/drawing/2014/main" id="{95A4BBFA-0FAD-F4D9-8C8B-1C4469BC17FC}"/>
                    </a:ext>
                  </a:extLst>
                </p:cNvPr>
                <p:cNvSpPr txBox="1">
                  <a:spLocks noRot="1" noChangeAspect="1" noMove="1" noResize="1" noEditPoints="1" noAdjustHandles="1" noChangeArrowheads="1" noChangeShapeType="1" noTextEdit="1"/>
                </p:cNvSpPr>
                <p:nvPr/>
              </p:nvSpPr>
              <p:spPr>
                <a:xfrm>
                  <a:off x="5093486" y="3931053"/>
                  <a:ext cx="692272" cy="553998"/>
                </a:xfrm>
                <a:prstGeom prst="rect">
                  <a:avLst/>
                </a:prstGeom>
                <a:blipFill>
                  <a:blip r:embed="rId9"/>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E5BD2A91-D637-E25B-C644-CEDB6B6B02D7}"/>
                    </a:ext>
                  </a:extLst>
                </p:cNvPr>
                <p:cNvSpPr txBox="1"/>
                <p:nvPr/>
              </p:nvSpPr>
              <p:spPr>
                <a:xfrm>
                  <a:off x="5093486" y="4478263"/>
                  <a:ext cx="692272" cy="553998"/>
                </a:xfrm>
                <a:prstGeom prst="rect">
                  <a:avLst/>
                </a:prstGeom>
                <a:noFill/>
              </p:spPr>
              <p:txBody>
                <a:bodyPr wrap="square">
                  <a:spAutoFit/>
                </a:bodyPr>
                <a:lstStyle/>
                <a:p>
                  <a:pPr/>
                  <a14:m>
                    <m:oMathPara xmlns:m="http://schemas.openxmlformats.org/officeDocument/2006/math">
                      <m:oMath>
                        <m:r>
                          <a:rPr lang="en-US" sz="3000" b="0" i="0" smtClean="0">
                            <a:solidFill>
                              <a:schemeClr val="bg1"/>
                            </a:solidFill>
                            <a:latin typeface="Cambria Math" panose="02040503050406030204" pitchFamily="18" charset="0"/>
                          </a:rPr>
                          <m:t>−</m:t>
                        </m:r>
                      </m:oMath>
                    </m:oMathPara>
                  </a14:m>
                  <a:endParaRPr lang="en-US" sz="3000" dirty="0"/>
                </a:p>
              </p:txBody>
            </p:sp>
          </mc:Choice>
          <mc:Fallback xmlns="">
            <p:sp>
              <p:nvSpPr>
                <p:cNvPr id="47" name="TextBox 46">
                  <a:extLst>
                    <a:ext uri="{FF2B5EF4-FFF2-40B4-BE49-F238E27FC236}">
                      <a16:creationId xmlns:a16="http://schemas.microsoft.com/office/drawing/2014/main" id="{E5BD2A91-D637-E25B-C644-CEDB6B6B02D7}"/>
                    </a:ext>
                  </a:extLst>
                </p:cNvPr>
                <p:cNvSpPr txBox="1">
                  <a:spLocks noRot="1" noChangeAspect="1" noMove="1" noResize="1" noEditPoints="1" noAdjustHandles="1" noChangeArrowheads="1" noChangeShapeType="1" noTextEdit="1"/>
                </p:cNvSpPr>
                <p:nvPr/>
              </p:nvSpPr>
              <p:spPr>
                <a:xfrm>
                  <a:off x="5093486" y="4478263"/>
                  <a:ext cx="692272" cy="553998"/>
                </a:xfrm>
                <a:prstGeom prst="rect">
                  <a:avLst/>
                </a:prstGeom>
                <a:blipFill>
                  <a:blip r:embed="rId9"/>
                  <a:stretch>
                    <a:fillRect/>
                  </a:stretch>
                </a:blipFill>
              </p:spPr>
              <p:txBody>
                <a:bodyPr/>
                <a:lstStyle/>
                <a:p>
                  <a:r>
                    <a:rPr lang="en-DE">
                      <a:noFill/>
                    </a:rPr>
                    <a:t> </a:t>
                  </a:r>
                </a:p>
              </p:txBody>
            </p:sp>
          </mc:Fallback>
        </mc:AlternateContent>
      </p:grpSp>
      <p:grpSp>
        <p:nvGrpSpPr>
          <p:cNvPr id="48" name="Group 47">
            <a:extLst>
              <a:ext uri="{FF2B5EF4-FFF2-40B4-BE49-F238E27FC236}">
                <a16:creationId xmlns:a16="http://schemas.microsoft.com/office/drawing/2014/main" id="{73A06EE0-93C9-4C09-27D6-85743DFCFBB5}"/>
              </a:ext>
            </a:extLst>
          </p:cNvPr>
          <p:cNvGrpSpPr/>
          <p:nvPr/>
        </p:nvGrpSpPr>
        <p:grpSpPr>
          <a:xfrm>
            <a:off x="3496406" y="1288391"/>
            <a:ext cx="692272" cy="3716550"/>
            <a:chOff x="6494250" y="1288391"/>
            <a:chExt cx="692272" cy="3716550"/>
          </a:xfrm>
        </p:grpSpPr>
        <mc:AlternateContent xmlns:mc="http://schemas.openxmlformats.org/markup-compatibility/2006" xmlns:a14="http://schemas.microsoft.com/office/drawing/2010/main">
          <mc:Choice Requires="a14">
            <p:sp>
              <p:nvSpPr>
                <p:cNvPr id="49" name="TextBox 48">
                  <a:extLst>
                    <a:ext uri="{FF2B5EF4-FFF2-40B4-BE49-F238E27FC236}">
                      <a16:creationId xmlns:a16="http://schemas.microsoft.com/office/drawing/2014/main" id="{16347DF3-E355-907F-C7DF-C1288F630CB2}"/>
                    </a:ext>
                  </a:extLst>
                </p:cNvPr>
                <p:cNvSpPr txBox="1"/>
                <p:nvPr/>
              </p:nvSpPr>
              <p:spPr>
                <a:xfrm>
                  <a:off x="6494250" y="1288391"/>
                  <a:ext cx="692272" cy="4770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m:t>
                        </m:r>
                      </m:oMath>
                    </m:oMathPara>
                  </a14:m>
                  <a:endParaRPr lang="en-US" sz="2500" b="1" dirty="0"/>
                </a:p>
              </p:txBody>
            </p:sp>
          </mc:Choice>
          <mc:Fallback xmlns="">
            <p:sp>
              <p:nvSpPr>
                <p:cNvPr id="49" name="TextBox 48">
                  <a:extLst>
                    <a:ext uri="{FF2B5EF4-FFF2-40B4-BE49-F238E27FC236}">
                      <a16:creationId xmlns:a16="http://schemas.microsoft.com/office/drawing/2014/main" id="{16347DF3-E355-907F-C7DF-C1288F630CB2}"/>
                    </a:ext>
                  </a:extLst>
                </p:cNvPr>
                <p:cNvSpPr txBox="1">
                  <a:spLocks noRot="1" noChangeAspect="1" noMove="1" noResize="1" noEditPoints="1" noAdjustHandles="1" noChangeArrowheads="1" noChangeShapeType="1" noTextEdit="1"/>
                </p:cNvSpPr>
                <p:nvPr/>
              </p:nvSpPr>
              <p:spPr>
                <a:xfrm>
                  <a:off x="6494250" y="1288391"/>
                  <a:ext cx="692272" cy="477054"/>
                </a:xfrm>
                <a:prstGeom prst="rect">
                  <a:avLst/>
                </a:prstGeom>
                <a:blipFill>
                  <a:blip r:embed="rId13"/>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C6DB0FE8-3F96-C69E-2D46-1528CE421B46}"/>
                    </a:ext>
                  </a:extLst>
                </p:cNvPr>
                <p:cNvSpPr txBox="1"/>
                <p:nvPr/>
              </p:nvSpPr>
              <p:spPr>
                <a:xfrm>
                  <a:off x="6494250" y="1841105"/>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0" name="TextBox 49">
                  <a:extLst>
                    <a:ext uri="{FF2B5EF4-FFF2-40B4-BE49-F238E27FC236}">
                      <a16:creationId xmlns:a16="http://schemas.microsoft.com/office/drawing/2014/main" id="{C6DB0FE8-3F96-C69E-2D46-1528CE421B46}"/>
                    </a:ext>
                  </a:extLst>
                </p:cNvPr>
                <p:cNvSpPr txBox="1">
                  <a:spLocks noRot="1" noChangeAspect="1" noMove="1" noResize="1" noEditPoints="1" noAdjustHandles="1" noChangeArrowheads="1" noChangeShapeType="1" noTextEdit="1"/>
                </p:cNvSpPr>
                <p:nvPr/>
              </p:nvSpPr>
              <p:spPr>
                <a:xfrm>
                  <a:off x="6494250" y="1841105"/>
                  <a:ext cx="692272" cy="477054"/>
                </a:xfrm>
                <a:prstGeom prst="rect">
                  <a:avLst/>
                </a:prstGeom>
                <a:blipFill>
                  <a:blip r:embed="rId1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1" name="TextBox 50">
                  <a:extLst>
                    <a:ext uri="{FF2B5EF4-FFF2-40B4-BE49-F238E27FC236}">
                      <a16:creationId xmlns:a16="http://schemas.microsoft.com/office/drawing/2014/main" id="{DCD211BF-0153-96EF-0805-269CCCA1475B}"/>
                    </a:ext>
                  </a:extLst>
                </p:cNvPr>
                <p:cNvSpPr txBox="1"/>
                <p:nvPr/>
              </p:nvSpPr>
              <p:spPr>
                <a:xfrm>
                  <a:off x="6494250" y="2399467"/>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1" name="TextBox 50">
                  <a:extLst>
                    <a:ext uri="{FF2B5EF4-FFF2-40B4-BE49-F238E27FC236}">
                      <a16:creationId xmlns:a16="http://schemas.microsoft.com/office/drawing/2014/main" id="{DCD211BF-0153-96EF-0805-269CCCA1475B}"/>
                    </a:ext>
                  </a:extLst>
                </p:cNvPr>
                <p:cNvSpPr txBox="1">
                  <a:spLocks noRot="1" noChangeAspect="1" noMove="1" noResize="1" noEditPoints="1" noAdjustHandles="1" noChangeArrowheads="1" noChangeShapeType="1" noTextEdit="1"/>
                </p:cNvSpPr>
                <p:nvPr/>
              </p:nvSpPr>
              <p:spPr>
                <a:xfrm>
                  <a:off x="6494250" y="2399467"/>
                  <a:ext cx="692272" cy="477054"/>
                </a:xfrm>
                <a:prstGeom prst="rect">
                  <a:avLst/>
                </a:prstGeom>
                <a:blipFill>
                  <a:blip r:embed="rId15"/>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2" name="TextBox 51">
                  <a:extLst>
                    <a:ext uri="{FF2B5EF4-FFF2-40B4-BE49-F238E27FC236}">
                      <a16:creationId xmlns:a16="http://schemas.microsoft.com/office/drawing/2014/main" id="{BB7BA3F8-8BFC-7B40-A5CF-6D397D5242DB}"/>
                    </a:ext>
                  </a:extLst>
                </p:cNvPr>
                <p:cNvSpPr txBox="1"/>
                <p:nvPr/>
              </p:nvSpPr>
              <p:spPr>
                <a:xfrm>
                  <a:off x="6494250" y="2931452"/>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2" name="TextBox 51">
                  <a:extLst>
                    <a:ext uri="{FF2B5EF4-FFF2-40B4-BE49-F238E27FC236}">
                      <a16:creationId xmlns:a16="http://schemas.microsoft.com/office/drawing/2014/main" id="{BB7BA3F8-8BFC-7B40-A5CF-6D397D5242DB}"/>
                    </a:ext>
                  </a:extLst>
                </p:cNvPr>
                <p:cNvSpPr txBox="1">
                  <a:spLocks noRot="1" noChangeAspect="1" noMove="1" noResize="1" noEditPoints="1" noAdjustHandles="1" noChangeArrowheads="1" noChangeShapeType="1" noTextEdit="1"/>
                </p:cNvSpPr>
                <p:nvPr/>
              </p:nvSpPr>
              <p:spPr>
                <a:xfrm>
                  <a:off x="6494250" y="2931452"/>
                  <a:ext cx="692272" cy="477054"/>
                </a:xfrm>
                <a:prstGeom prst="rect">
                  <a:avLst/>
                </a:prstGeom>
                <a:blipFill>
                  <a:blip r:embed="rId1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3" name="TextBox 52">
                  <a:extLst>
                    <a:ext uri="{FF2B5EF4-FFF2-40B4-BE49-F238E27FC236}">
                      <a16:creationId xmlns:a16="http://schemas.microsoft.com/office/drawing/2014/main" id="{6DA9ADB0-6075-2AFB-FA48-308E1558093D}"/>
                    </a:ext>
                  </a:extLst>
                </p:cNvPr>
                <p:cNvSpPr txBox="1"/>
                <p:nvPr/>
              </p:nvSpPr>
              <p:spPr>
                <a:xfrm>
                  <a:off x="6494250" y="3489814"/>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3" name="TextBox 52">
                  <a:extLst>
                    <a:ext uri="{FF2B5EF4-FFF2-40B4-BE49-F238E27FC236}">
                      <a16:creationId xmlns:a16="http://schemas.microsoft.com/office/drawing/2014/main" id="{6DA9ADB0-6075-2AFB-FA48-308E1558093D}"/>
                    </a:ext>
                  </a:extLst>
                </p:cNvPr>
                <p:cNvSpPr txBox="1">
                  <a:spLocks noRot="1" noChangeAspect="1" noMove="1" noResize="1" noEditPoints="1" noAdjustHandles="1" noChangeArrowheads="1" noChangeShapeType="1" noTextEdit="1"/>
                </p:cNvSpPr>
                <p:nvPr/>
              </p:nvSpPr>
              <p:spPr>
                <a:xfrm>
                  <a:off x="6494250" y="3489814"/>
                  <a:ext cx="692272" cy="477054"/>
                </a:xfrm>
                <a:prstGeom prst="rect">
                  <a:avLst/>
                </a:prstGeom>
                <a:blipFill>
                  <a:blip r:embed="rId14"/>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4C96E624-9A32-BC20-EEBE-E45405197815}"/>
                    </a:ext>
                  </a:extLst>
                </p:cNvPr>
                <p:cNvSpPr txBox="1"/>
                <p:nvPr/>
              </p:nvSpPr>
              <p:spPr>
                <a:xfrm>
                  <a:off x="6494250" y="3969525"/>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4" name="TextBox 53">
                  <a:extLst>
                    <a:ext uri="{FF2B5EF4-FFF2-40B4-BE49-F238E27FC236}">
                      <a16:creationId xmlns:a16="http://schemas.microsoft.com/office/drawing/2014/main" id="{4C96E624-9A32-BC20-EEBE-E45405197815}"/>
                    </a:ext>
                  </a:extLst>
                </p:cNvPr>
                <p:cNvSpPr txBox="1">
                  <a:spLocks noRot="1" noChangeAspect="1" noMove="1" noResize="1" noEditPoints="1" noAdjustHandles="1" noChangeArrowheads="1" noChangeShapeType="1" noTextEdit="1"/>
                </p:cNvSpPr>
                <p:nvPr/>
              </p:nvSpPr>
              <p:spPr>
                <a:xfrm>
                  <a:off x="6494250" y="3969525"/>
                  <a:ext cx="692272" cy="477054"/>
                </a:xfrm>
                <a:prstGeom prst="rect">
                  <a:avLst/>
                </a:prstGeom>
                <a:blipFill>
                  <a:blip r:embed="rId16"/>
                  <a:stretch>
                    <a:fillRect/>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A4F8B87-0B6E-CABC-4793-C52E633AAB73}"/>
                    </a:ext>
                  </a:extLst>
                </p:cNvPr>
                <p:cNvSpPr txBox="1"/>
                <p:nvPr/>
              </p:nvSpPr>
              <p:spPr>
                <a:xfrm>
                  <a:off x="6494250" y="4527887"/>
                  <a:ext cx="692272" cy="477054"/>
                </a:xfrm>
                <a:prstGeom prst="rect">
                  <a:avLst/>
                </a:prstGeom>
                <a:noFill/>
              </p:spPr>
              <p:txBody>
                <a:bodyPr wrap="square">
                  <a:spAutoFit/>
                </a:bodyPr>
                <a:lstStyle/>
                <a:p>
                  <a:pPr/>
                  <a14:m>
                    <m:oMathPara xmlns:m="http://schemas.openxmlformats.org/officeDocument/2006/math">
                      <m:oMath>
                        <m:r>
                          <a:rPr lang="en-US" sz="2500" b="0" i="0" smtClean="0">
                            <a:solidFill>
                              <a:schemeClr val="bg1"/>
                            </a:solidFill>
                            <a:latin typeface="Cambria Math" panose="02040503050406030204" pitchFamily="18" charset="0"/>
                          </a:rPr>
                          <m:t>=</m:t>
                        </m:r>
                      </m:oMath>
                    </m:oMathPara>
                  </a14:m>
                  <a:endParaRPr lang="en-US" sz="2500" dirty="0"/>
                </a:p>
              </p:txBody>
            </p:sp>
          </mc:Choice>
          <mc:Fallback xmlns="">
            <p:sp>
              <p:nvSpPr>
                <p:cNvPr id="55" name="TextBox 54">
                  <a:extLst>
                    <a:ext uri="{FF2B5EF4-FFF2-40B4-BE49-F238E27FC236}">
                      <a16:creationId xmlns:a16="http://schemas.microsoft.com/office/drawing/2014/main" id="{2A4F8B87-0B6E-CABC-4793-C52E633AAB73}"/>
                    </a:ext>
                  </a:extLst>
                </p:cNvPr>
                <p:cNvSpPr txBox="1">
                  <a:spLocks noRot="1" noChangeAspect="1" noMove="1" noResize="1" noEditPoints="1" noAdjustHandles="1" noChangeArrowheads="1" noChangeShapeType="1" noTextEdit="1"/>
                </p:cNvSpPr>
                <p:nvPr/>
              </p:nvSpPr>
              <p:spPr>
                <a:xfrm>
                  <a:off x="6494250" y="4527887"/>
                  <a:ext cx="692272" cy="477054"/>
                </a:xfrm>
                <a:prstGeom prst="rect">
                  <a:avLst/>
                </a:prstGeom>
                <a:blipFill>
                  <a:blip r:embed="rId14"/>
                  <a:stretch>
                    <a:fillRect/>
                  </a:stretch>
                </a:blipFill>
              </p:spPr>
              <p:txBody>
                <a:bodyPr/>
                <a:lstStyle/>
                <a:p>
                  <a:r>
                    <a:rPr lang="en-DE">
                      <a:noFill/>
                    </a:rPr>
                    <a:t> </a:t>
                  </a:r>
                </a:p>
              </p:txBody>
            </p:sp>
          </mc:Fallback>
        </mc:AlternateContent>
      </p:grp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CA4B7DB8-3B0C-0F11-BED8-851CD72B4A49}"/>
                  </a:ext>
                </a:extLst>
              </p:cNvPr>
              <p:cNvSpPr txBox="1"/>
              <p:nvPr/>
            </p:nvSpPr>
            <p:spPr>
              <a:xfrm>
                <a:off x="950262" y="1257485"/>
                <a:ext cx="1386346" cy="526554"/>
              </a:xfrm>
              <a:prstGeom prst="rect">
                <a:avLst/>
              </a:prstGeom>
              <a:noFill/>
            </p:spPr>
            <p:txBody>
              <a:bodyPr wrap="square">
                <a:spAutoFit/>
              </a:bodyPr>
              <a:lstStyle/>
              <a:p>
                <a:pPr/>
                <a14:m>
                  <m:oMathPara xmlns:m="http://schemas.openxmlformats.org/officeDocument/2006/math">
                    <m:oMath>
                      <m:r>
                        <a:rPr lang="en-US" sz="2500" b="1" i="1" smtClean="0">
                          <a:solidFill>
                            <a:schemeClr val="bg1"/>
                          </a:solidFill>
                          <a:latin typeface="Cambria Math" panose="02040503050406030204" pitchFamily="18" charset="0"/>
                        </a:rPr>
                        <m:t>𝒉</m:t>
                      </m:r>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d>
                            <m:dPr>
                              <m:ctrlPr>
                                <a:rPr lang="en-US" sz="2500" b="1" i="1" smtClean="0">
                                  <a:solidFill>
                                    <a:schemeClr val="bg1"/>
                                  </a:solidFill>
                                  <a:latin typeface="Cambria Math" panose="02040503050406030204" pitchFamily="18" charset="0"/>
                                </a:rPr>
                              </m:ctrlPr>
                            </m:dPr>
                            <m:e>
                              <m:sSub>
                                <m:sSubPr>
                                  <m:ctrlPr>
                                    <a:rPr lang="en-US" sz="2500" b="1" i="1" smtClean="0">
                                      <a:solidFill>
                                        <a:schemeClr val="bg1"/>
                                      </a:solidFill>
                                      <a:latin typeface="Cambria Math" panose="02040503050406030204" pitchFamily="18" charset="0"/>
                                    </a:rPr>
                                  </m:ctrlPr>
                                </m:sSubPr>
                                <m:e>
                                  <m:r>
                                    <a:rPr lang="en-US" sz="2500" b="1" i="1" smtClean="0">
                                      <a:solidFill>
                                        <a:schemeClr val="bg1"/>
                                      </a:solidFill>
                                      <a:latin typeface="Cambria Math" panose="02040503050406030204" pitchFamily="18" charset="0"/>
                                    </a:rPr>
                                    <m:t>𝒙</m:t>
                                  </m:r>
                                </m:e>
                                <m:sub>
                                  <m:r>
                                    <a:rPr lang="en-US" sz="2500" b="1" i="1" smtClean="0">
                                      <a:solidFill>
                                        <a:schemeClr val="bg1"/>
                                      </a:solidFill>
                                      <a:latin typeface="Cambria Math" panose="02040503050406030204" pitchFamily="18" charset="0"/>
                                    </a:rPr>
                                    <m:t>𝒊</m:t>
                                  </m:r>
                                </m:sub>
                              </m:sSub>
                            </m:e>
                          </m:d>
                        </m:e>
                      </m:d>
                    </m:oMath>
                  </m:oMathPara>
                </a14:m>
                <a:endParaRPr lang="en-DE" sz="2500" dirty="0"/>
              </a:p>
            </p:txBody>
          </p:sp>
        </mc:Choice>
        <mc:Fallback xmlns="">
          <p:sp>
            <p:nvSpPr>
              <p:cNvPr id="56" name="TextBox 55">
                <a:extLst>
                  <a:ext uri="{FF2B5EF4-FFF2-40B4-BE49-F238E27FC236}">
                    <a16:creationId xmlns:a16="http://schemas.microsoft.com/office/drawing/2014/main" id="{CA4B7DB8-3B0C-0F11-BED8-851CD72B4A49}"/>
                  </a:ext>
                </a:extLst>
              </p:cNvPr>
              <p:cNvSpPr txBox="1">
                <a:spLocks noRot="1" noChangeAspect="1" noMove="1" noResize="1" noEditPoints="1" noAdjustHandles="1" noChangeArrowheads="1" noChangeShapeType="1" noTextEdit="1"/>
              </p:cNvSpPr>
              <p:nvPr/>
            </p:nvSpPr>
            <p:spPr>
              <a:xfrm>
                <a:off x="950262" y="1257485"/>
                <a:ext cx="1386346" cy="526554"/>
              </a:xfrm>
              <a:prstGeom prst="rect">
                <a:avLst/>
              </a:prstGeom>
              <a:blipFill>
                <a:blip r:embed="rId17"/>
                <a:stretch>
                  <a:fillRect l="-90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4" name="Textfeld 9875">
                <a:extLst>
                  <a:ext uri="{FF2B5EF4-FFF2-40B4-BE49-F238E27FC236}">
                    <a16:creationId xmlns:a16="http://schemas.microsoft.com/office/drawing/2014/main" id="{E5C2425C-F58B-B4D7-8C25-D431265429D6}"/>
                  </a:ext>
                </a:extLst>
              </p:cNvPr>
              <p:cNvSpPr txBox="1"/>
              <p:nvPr/>
            </p:nvSpPr>
            <p:spPr>
              <a:xfrm>
                <a:off x="5621379" y="2452950"/>
                <a:ext cx="6059898" cy="1540615"/>
              </a:xfrm>
              <a:prstGeom prst="rect">
                <a:avLst/>
              </a:prstGeom>
              <a:noFill/>
            </p:spPr>
            <p:txBody>
              <a:bodyPr wrap="square" rtlCol="0">
                <a:spAutoFit/>
              </a:bodyPr>
              <a:lstStyle/>
              <a:p>
                <a:pPr/>
                <a14:m>
                  <m:oMathPara xmlns:m="http://schemas.openxmlformats.org/officeDocument/2006/math">
                    <m:oMath>
                      <m:r>
                        <a:rPr lang="en-US" sz="3500" b="1" i="1" smtClean="0">
                          <a:solidFill>
                            <a:schemeClr val="accent6">
                              <a:lumMod val="40000"/>
                              <a:lumOff val="60000"/>
                            </a:schemeClr>
                          </a:solidFill>
                          <a:latin typeface="Cambria Math" panose="02040503050406030204" pitchFamily="18" charset="0"/>
                        </a:rPr>
                        <m:t>𝒔</m:t>
                      </m:r>
                      <m:r>
                        <a:rPr lang="en-US" sz="3500" b="1" i="1" smtClean="0">
                          <a:solidFill>
                            <a:schemeClr val="bg1"/>
                          </a:solidFill>
                          <a:latin typeface="Cambria Math" panose="02040503050406030204" pitchFamily="18" charset="0"/>
                        </a:rPr>
                        <m:t>=</m:t>
                      </m:r>
                      <m:f>
                        <m:fPr>
                          <m:ctrlPr>
                            <a:rPr lang="en-US" sz="3500" b="1" i="1" smtClean="0">
                              <a:solidFill>
                                <a:schemeClr val="bg1"/>
                              </a:solidFill>
                              <a:latin typeface="Cambria Math" panose="02040503050406030204" pitchFamily="18" charset="0"/>
                            </a:rPr>
                          </m:ctrlPr>
                        </m:fPr>
                        <m:num>
                          <m:nary>
                            <m:naryPr>
                              <m:chr m:val="∑"/>
                              <m:limLoc m:val="undOvr"/>
                              <m:supHide m:val="on"/>
                              <m:ctrlPr>
                                <a:rPr lang="en-US" sz="3500" b="1" i="1" smtClean="0">
                                  <a:solidFill>
                                    <a:schemeClr val="bg1"/>
                                  </a:solidFill>
                                  <a:latin typeface="Cambria Math" panose="02040503050406030204" pitchFamily="18" charset="0"/>
                                </a:rPr>
                              </m:ctrlPr>
                            </m:naryPr>
                            <m:sub>
                              <m:r>
                                <a:rPr lang="en-US" sz="3500" b="1" i="1" smtClean="0">
                                  <a:solidFill>
                                    <a:schemeClr val="bg1"/>
                                  </a:solidFill>
                                  <a:latin typeface="Cambria Math" panose="02040503050406030204" pitchFamily="18" charset="0"/>
                                </a:rPr>
                                <m:t>𝒊</m:t>
                              </m:r>
                            </m:sub>
                            <m:sup/>
                            <m:e>
                              <m:sSubSup>
                                <m:sSubSupPr>
                                  <m:ctrlPr>
                                    <a:rPr lang="en-US" sz="3500" b="1" i="1" smtClean="0">
                                      <a:solidFill>
                                        <a:schemeClr val="bg1"/>
                                      </a:solidFill>
                                      <a:latin typeface="Cambria Math" panose="02040503050406030204" pitchFamily="18" charset="0"/>
                                    </a:rPr>
                                  </m:ctrlPr>
                                </m:sSubSupPr>
                                <m:e>
                                  <m:r>
                                    <a:rPr lang="en-US" sz="3500" b="1" i="1" smtClean="0">
                                      <a:solidFill>
                                        <a:schemeClr val="bg1"/>
                                      </a:solidFill>
                                      <a:latin typeface="Cambria Math" panose="02040503050406030204" pitchFamily="18" charset="0"/>
                                    </a:rPr>
                                    <m:t>𝒘</m:t>
                                  </m:r>
                                </m:e>
                                <m:sub>
                                  <m:r>
                                    <a:rPr lang="en-US" sz="3500" b="1" i="1" smtClean="0">
                                      <a:solidFill>
                                        <a:schemeClr val="bg1"/>
                                      </a:solidFill>
                                      <a:latin typeface="Cambria Math" panose="02040503050406030204" pitchFamily="18" charset="0"/>
                                    </a:rPr>
                                    <m:t>𝒊</m:t>
                                  </m:r>
                                </m:sub>
                                <m:sup>
                                  <m:d>
                                    <m:dPr>
                                      <m:ctrlPr>
                                        <a:rPr lang="en-US" sz="3500" b="1" i="1" smtClean="0">
                                          <a:solidFill>
                                            <a:schemeClr val="bg1"/>
                                          </a:solidFill>
                                          <a:latin typeface="Cambria Math" panose="02040503050406030204" pitchFamily="18" charset="0"/>
                                        </a:rPr>
                                      </m:ctrlPr>
                                    </m:dPr>
                                    <m:e>
                                      <m:r>
                                        <a:rPr lang="en-US" sz="3500" b="1" i="1" smtClean="0">
                                          <a:solidFill>
                                            <a:schemeClr val="bg1"/>
                                          </a:solidFill>
                                          <a:latin typeface="Cambria Math" panose="02040503050406030204" pitchFamily="18" charset="0"/>
                                        </a:rPr>
                                        <m:t>𝒗</m:t>
                                      </m:r>
                                    </m:e>
                                  </m:d>
                                </m:sup>
                              </m:sSubSup>
                            </m:e>
                          </m:nary>
                          <m:r>
                            <a:rPr lang="en-US" sz="3500" b="1" i="1" smtClean="0">
                              <a:solidFill>
                                <a:schemeClr val="bg1"/>
                              </a:solidFill>
                              <a:latin typeface="Cambria Math" panose="02040503050406030204" pitchFamily="18" charset="0"/>
                            </a:rPr>
                            <m:t>⋅</m:t>
                          </m:r>
                          <m:d>
                            <m:dPr>
                              <m:begChr m:val="["/>
                              <m:endChr m:val="]"/>
                              <m:ctrlPr>
                                <a:rPr lang="en-US" sz="3500" b="1" i="1" smtClean="0">
                                  <a:solidFill>
                                    <a:schemeClr val="accent6">
                                      <a:lumMod val="40000"/>
                                      <a:lumOff val="60000"/>
                                    </a:schemeClr>
                                  </a:solidFill>
                                  <a:latin typeface="Cambria Math" panose="02040503050406030204" pitchFamily="18" charset="0"/>
                                </a:rPr>
                              </m:ctrlPr>
                            </m:dPr>
                            <m:e>
                              <m:r>
                                <a:rPr lang="en-US" sz="3500" b="1" i="1" smtClean="0">
                                  <a:solidFill>
                                    <a:schemeClr val="accent6">
                                      <a:lumMod val="40000"/>
                                      <a:lumOff val="60000"/>
                                    </a:schemeClr>
                                  </a:solidFill>
                                  <a:latin typeface="Cambria Math" panose="02040503050406030204" pitchFamily="18" charset="0"/>
                                </a:rPr>
                                <m:t>𝒉</m:t>
                              </m:r>
                              <m:d>
                                <m:dPr>
                                  <m:ctrlPr>
                                    <a:rPr lang="en-US" sz="3500" b="1" i="1" smtClean="0">
                                      <a:solidFill>
                                        <a:schemeClr val="accent6">
                                          <a:lumMod val="40000"/>
                                          <a:lumOff val="60000"/>
                                        </a:schemeClr>
                                      </a:solidFill>
                                      <a:latin typeface="Cambria Math" panose="02040503050406030204" pitchFamily="18" charset="0"/>
                                    </a:rPr>
                                  </m:ctrlPr>
                                </m:dPr>
                                <m:e>
                                  <m:r>
                                    <a:rPr lang="en-US" sz="3500" b="1" i="1" smtClean="0">
                                      <a:solidFill>
                                        <a:schemeClr val="accent6">
                                          <a:lumMod val="40000"/>
                                          <a:lumOff val="60000"/>
                                        </a:schemeClr>
                                      </a:solidFill>
                                      <a:latin typeface="Cambria Math" panose="02040503050406030204" pitchFamily="18" charset="0"/>
                                    </a:rPr>
                                    <m:t>𝒗</m:t>
                                  </m:r>
                                  <m:d>
                                    <m:dPr>
                                      <m:ctrlPr>
                                        <a:rPr lang="en-US" sz="3500" b="1" i="1" smtClean="0">
                                          <a:solidFill>
                                            <a:schemeClr val="accent6">
                                              <a:lumMod val="40000"/>
                                              <a:lumOff val="60000"/>
                                            </a:schemeClr>
                                          </a:solidFill>
                                          <a:latin typeface="Cambria Math" panose="02040503050406030204" pitchFamily="18" charset="0"/>
                                        </a:rPr>
                                      </m:ctrlPr>
                                    </m:dPr>
                                    <m:e>
                                      <m:sSub>
                                        <m:sSubPr>
                                          <m:ctrlPr>
                                            <a:rPr lang="en-US" sz="3500" b="1" i="1" smtClean="0">
                                              <a:solidFill>
                                                <a:schemeClr val="accent6">
                                                  <a:lumMod val="40000"/>
                                                  <a:lumOff val="60000"/>
                                                </a:schemeClr>
                                              </a:solidFill>
                                              <a:latin typeface="Cambria Math" panose="02040503050406030204" pitchFamily="18" charset="0"/>
                                            </a:rPr>
                                          </m:ctrlPr>
                                        </m:sSubPr>
                                        <m:e>
                                          <m:r>
                                            <a:rPr lang="en-US" sz="3500" b="1" i="1" smtClean="0">
                                              <a:solidFill>
                                                <a:schemeClr val="accent6">
                                                  <a:lumMod val="40000"/>
                                                  <a:lumOff val="60000"/>
                                                </a:schemeClr>
                                              </a:solidFill>
                                              <a:latin typeface="Cambria Math" panose="02040503050406030204" pitchFamily="18" charset="0"/>
                                            </a:rPr>
                                            <m:t>𝒙</m:t>
                                          </m:r>
                                        </m:e>
                                        <m:sub>
                                          <m:r>
                                            <a:rPr lang="en-US" sz="3500" b="1" i="1" smtClean="0">
                                              <a:solidFill>
                                                <a:schemeClr val="accent6">
                                                  <a:lumMod val="40000"/>
                                                  <a:lumOff val="60000"/>
                                                </a:schemeClr>
                                              </a:solidFill>
                                              <a:latin typeface="Cambria Math" panose="02040503050406030204" pitchFamily="18" charset="0"/>
                                            </a:rPr>
                                            <m:t>𝒊</m:t>
                                          </m:r>
                                        </m:sub>
                                      </m:sSub>
                                    </m:e>
                                  </m:d>
                                </m:e>
                              </m:d>
                              <m:r>
                                <a:rPr lang="en-US" sz="3500" b="1" i="1" smtClean="0">
                                  <a:solidFill>
                                    <a:schemeClr val="accent6">
                                      <a:lumMod val="40000"/>
                                      <a:lumOff val="60000"/>
                                    </a:schemeClr>
                                  </a:solidFill>
                                  <a:latin typeface="Cambria Math" panose="02040503050406030204" pitchFamily="18" charset="0"/>
                                </a:rPr>
                                <m:t>–</m:t>
                              </m:r>
                              <m:r>
                                <a:rPr lang="en-US" sz="3500" b="1" i="1" smtClean="0">
                                  <a:solidFill>
                                    <a:schemeClr val="accent6">
                                      <a:lumMod val="40000"/>
                                      <a:lumOff val="60000"/>
                                    </a:schemeClr>
                                  </a:solidFill>
                                  <a:latin typeface="Cambria Math" panose="02040503050406030204" pitchFamily="18" charset="0"/>
                                </a:rPr>
                                <m:t>𝒉</m:t>
                              </m:r>
                              <m:d>
                                <m:dPr>
                                  <m:ctrlPr>
                                    <a:rPr lang="en-US" sz="3500" b="1" i="1" smtClean="0">
                                      <a:solidFill>
                                        <a:schemeClr val="accent6">
                                          <a:lumMod val="40000"/>
                                          <a:lumOff val="60000"/>
                                        </a:schemeClr>
                                      </a:solidFill>
                                      <a:latin typeface="Cambria Math" panose="02040503050406030204" pitchFamily="18" charset="0"/>
                                    </a:rPr>
                                  </m:ctrlPr>
                                </m:dPr>
                                <m:e>
                                  <m:sSub>
                                    <m:sSubPr>
                                      <m:ctrlPr>
                                        <a:rPr lang="en-US" sz="3500" b="1" i="1" smtClean="0">
                                          <a:solidFill>
                                            <a:schemeClr val="accent6">
                                              <a:lumMod val="40000"/>
                                              <a:lumOff val="60000"/>
                                            </a:schemeClr>
                                          </a:solidFill>
                                          <a:latin typeface="Cambria Math" panose="02040503050406030204" pitchFamily="18" charset="0"/>
                                        </a:rPr>
                                      </m:ctrlPr>
                                    </m:sSubPr>
                                    <m:e>
                                      <m:r>
                                        <a:rPr lang="en-US" sz="3500" b="1" i="1" smtClean="0">
                                          <a:solidFill>
                                            <a:schemeClr val="accent6">
                                              <a:lumMod val="40000"/>
                                              <a:lumOff val="60000"/>
                                            </a:schemeClr>
                                          </a:solidFill>
                                          <a:latin typeface="Cambria Math" panose="02040503050406030204" pitchFamily="18" charset="0"/>
                                        </a:rPr>
                                        <m:t>𝒙</m:t>
                                      </m:r>
                                    </m:e>
                                    <m:sub>
                                      <m:r>
                                        <a:rPr lang="en-US" sz="3500" b="1" i="1" smtClean="0">
                                          <a:solidFill>
                                            <a:schemeClr val="accent6">
                                              <a:lumMod val="40000"/>
                                              <a:lumOff val="60000"/>
                                            </a:schemeClr>
                                          </a:solidFill>
                                          <a:latin typeface="Cambria Math" panose="02040503050406030204" pitchFamily="18" charset="0"/>
                                        </a:rPr>
                                        <m:t>𝒊</m:t>
                                      </m:r>
                                    </m:sub>
                                  </m:sSub>
                                </m:e>
                              </m:d>
                            </m:e>
                          </m:d>
                        </m:num>
                        <m:den>
                          <m:nary>
                            <m:naryPr>
                              <m:chr m:val="∑"/>
                              <m:limLoc m:val="undOvr"/>
                              <m:supHide m:val="on"/>
                              <m:ctrlPr>
                                <a:rPr lang="en-US" sz="3500" b="1" i="1" smtClean="0">
                                  <a:solidFill>
                                    <a:schemeClr val="bg1"/>
                                  </a:solidFill>
                                  <a:latin typeface="Cambria Math" panose="02040503050406030204" pitchFamily="18" charset="0"/>
                                </a:rPr>
                              </m:ctrlPr>
                            </m:naryPr>
                            <m:sub>
                              <m:r>
                                <a:rPr lang="en-US" sz="3500" b="1" i="1" smtClean="0">
                                  <a:solidFill>
                                    <a:schemeClr val="bg1"/>
                                  </a:solidFill>
                                  <a:latin typeface="Cambria Math" panose="02040503050406030204" pitchFamily="18" charset="0"/>
                                </a:rPr>
                                <m:t>𝒊</m:t>
                              </m:r>
                            </m:sub>
                            <m:sup/>
                            <m:e>
                              <m:sSubSup>
                                <m:sSubSupPr>
                                  <m:ctrlPr>
                                    <a:rPr lang="en-US" sz="3500" b="1" i="1" smtClean="0">
                                      <a:solidFill>
                                        <a:schemeClr val="bg1"/>
                                      </a:solidFill>
                                      <a:latin typeface="Cambria Math" panose="02040503050406030204" pitchFamily="18" charset="0"/>
                                    </a:rPr>
                                  </m:ctrlPr>
                                </m:sSubSupPr>
                                <m:e>
                                  <m:r>
                                    <a:rPr lang="en-US" sz="3500" b="1" i="1" smtClean="0">
                                      <a:solidFill>
                                        <a:schemeClr val="bg1"/>
                                      </a:solidFill>
                                      <a:latin typeface="Cambria Math" panose="02040503050406030204" pitchFamily="18" charset="0"/>
                                    </a:rPr>
                                    <m:t>𝒘</m:t>
                                  </m:r>
                                </m:e>
                                <m:sub>
                                  <m:r>
                                    <a:rPr lang="en-US" sz="3500" b="1" i="1" smtClean="0">
                                      <a:solidFill>
                                        <a:schemeClr val="bg1"/>
                                      </a:solidFill>
                                      <a:latin typeface="Cambria Math" panose="02040503050406030204" pitchFamily="18" charset="0"/>
                                    </a:rPr>
                                    <m:t>𝒊</m:t>
                                  </m:r>
                                </m:sub>
                                <m:sup>
                                  <m:d>
                                    <m:dPr>
                                      <m:ctrlPr>
                                        <a:rPr lang="en-US" sz="3500" b="1" i="1" smtClean="0">
                                          <a:solidFill>
                                            <a:schemeClr val="bg1"/>
                                          </a:solidFill>
                                          <a:latin typeface="Cambria Math" panose="02040503050406030204" pitchFamily="18" charset="0"/>
                                        </a:rPr>
                                      </m:ctrlPr>
                                    </m:dPr>
                                    <m:e>
                                      <m:r>
                                        <a:rPr lang="en-US" sz="3500" b="1" i="1" smtClean="0">
                                          <a:solidFill>
                                            <a:schemeClr val="bg1"/>
                                          </a:solidFill>
                                          <a:latin typeface="Cambria Math" panose="02040503050406030204" pitchFamily="18" charset="0"/>
                                        </a:rPr>
                                        <m:t>𝒗</m:t>
                                      </m:r>
                                    </m:e>
                                  </m:d>
                                </m:sup>
                              </m:sSubSup>
                            </m:e>
                          </m:nary>
                        </m:den>
                      </m:f>
                    </m:oMath>
                  </m:oMathPara>
                </a14:m>
                <a:endParaRPr lang="en-US" sz="3500" b="1" i="1" dirty="0">
                  <a:solidFill>
                    <a:schemeClr val="bg1"/>
                  </a:solidFill>
                  <a:latin typeface="Arial" panose="020B0604020202020204" pitchFamily="34" charset="0"/>
                  <a:cs typeface="Arial" panose="020B0604020202020204" pitchFamily="34" charset="0"/>
                </a:endParaRPr>
              </a:p>
            </p:txBody>
          </p:sp>
        </mc:Choice>
        <mc:Fallback xmlns="">
          <p:sp>
            <p:nvSpPr>
              <p:cNvPr id="4" name="Textfeld 9875">
                <a:extLst>
                  <a:ext uri="{FF2B5EF4-FFF2-40B4-BE49-F238E27FC236}">
                    <a16:creationId xmlns:a16="http://schemas.microsoft.com/office/drawing/2014/main" id="{E5C2425C-F58B-B4D7-8C25-D431265429D6}"/>
                  </a:ext>
                </a:extLst>
              </p:cNvPr>
              <p:cNvSpPr txBox="1">
                <a:spLocks noRot="1" noChangeAspect="1" noMove="1" noResize="1" noEditPoints="1" noAdjustHandles="1" noChangeArrowheads="1" noChangeShapeType="1" noTextEdit="1"/>
              </p:cNvSpPr>
              <p:nvPr/>
            </p:nvSpPr>
            <p:spPr>
              <a:xfrm>
                <a:off x="5621379" y="2452950"/>
                <a:ext cx="6059898" cy="1540615"/>
              </a:xfrm>
              <a:prstGeom prst="rect">
                <a:avLst/>
              </a:prstGeom>
              <a:blipFill>
                <a:blip r:embed="rId18"/>
                <a:stretch>
                  <a:fillRect t="-47967" b="-82927"/>
                </a:stretch>
              </a:blipFill>
            </p:spPr>
            <p:txBody>
              <a:bodyPr/>
              <a:lstStyle/>
              <a:p>
                <a:r>
                  <a:rPr lang="en-DE">
                    <a:noFill/>
                  </a:rPr>
                  <a:t> </a:t>
                </a:r>
              </a:p>
            </p:txBody>
          </p:sp>
        </mc:Fallback>
      </mc:AlternateContent>
      <p:sp>
        <p:nvSpPr>
          <p:cNvPr id="5" name="Left Brace 4">
            <a:extLst>
              <a:ext uri="{FF2B5EF4-FFF2-40B4-BE49-F238E27FC236}">
                <a16:creationId xmlns:a16="http://schemas.microsoft.com/office/drawing/2014/main" id="{D435538B-2206-F1D7-6B0E-3EC072694ED0}"/>
              </a:ext>
            </a:extLst>
          </p:cNvPr>
          <p:cNvSpPr/>
          <p:nvPr/>
        </p:nvSpPr>
        <p:spPr>
          <a:xfrm rot="5400000">
            <a:off x="9745676" y="989384"/>
            <a:ext cx="254027" cy="2927134"/>
          </a:xfrm>
          <a:prstGeom prst="leftBrace">
            <a:avLst>
              <a:gd name="adj1" fmla="val 78314"/>
              <a:gd name="adj2" fmla="val 50000"/>
            </a:avLst>
          </a:prstGeom>
          <a:ln w="31750">
            <a:solidFill>
              <a:schemeClr val="accent6">
                <a:lumMod val="40000"/>
                <a:lumOff val="6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DE">
              <a:solidFill>
                <a:schemeClr val="accent6">
                  <a:lumMod val="40000"/>
                  <a:lumOff val="60000"/>
                </a:schemeClr>
              </a:solidFill>
            </a:endParaRPr>
          </a:p>
        </p:txBody>
      </p:sp>
      <p:cxnSp>
        <p:nvCxnSpPr>
          <p:cNvPr id="57" name="!!Curved Connector 7">
            <a:extLst>
              <a:ext uri="{FF2B5EF4-FFF2-40B4-BE49-F238E27FC236}">
                <a16:creationId xmlns:a16="http://schemas.microsoft.com/office/drawing/2014/main" id="{691DF63B-45FA-EDFB-9CFB-1B555B46C9DB}"/>
              </a:ext>
            </a:extLst>
          </p:cNvPr>
          <p:cNvCxnSpPr>
            <a:cxnSpLocks/>
            <a:stCxn id="32" idx="3"/>
            <a:endCxn id="5" idx="1"/>
          </p:cNvCxnSpPr>
          <p:nvPr/>
        </p:nvCxnSpPr>
        <p:spPr>
          <a:xfrm>
            <a:off x="4699325" y="1526918"/>
            <a:ext cx="5173365" cy="799200"/>
          </a:xfrm>
          <a:prstGeom prst="curvedConnector4">
            <a:avLst>
              <a:gd name="adj1" fmla="val 61675"/>
              <a:gd name="adj2" fmla="val -103"/>
            </a:avLst>
          </a:prstGeom>
          <a:ln w="31750">
            <a:solidFill>
              <a:schemeClr val="accent6">
                <a:lumMod val="40000"/>
                <a:lumOff val="60000"/>
              </a:schemeClr>
            </a:solidFill>
            <a:tailEnd type="none"/>
          </a:ln>
        </p:spPr>
        <p:style>
          <a:lnRef idx="2">
            <a:schemeClr val="accent1"/>
          </a:lnRef>
          <a:fillRef idx="0">
            <a:schemeClr val="accent1"/>
          </a:fillRef>
          <a:effectRef idx="1">
            <a:schemeClr val="accent1"/>
          </a:effectRef>
          <a:fontRef idx="minor">
            <a:schemeClr val="tx1"/>
          </a:fontRef>
        </p:style>
      </p:cxnSp>
      <p:sp>
        <p:nvSpPr>
          <p:cNvPr id="6" name="!!Textfeld 98">
            <a:extLst>
              <a:ext uri="{FF2B5EF4-FFF2-40B4-BE49-F238E27FC236}">
                <a16:creationId xmlns:a16="http://schemas.microsoft.com/office/drawing/2014/main" id="{03434923-7FCA-A7E6-526D-E1BB2C1F238D}"/>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
        <p:nvSpPr>
          <p:cNvPr id="15" name="Rounded Rectangle 14">
            <a:extLst>
              <a:ext uri="{FF2B5EF4-FFF2-40B4-BE49-F238E27FC236}">
                <a16:creationId xmlns:a16="http://schemas.microsoft.com/office/drawing/2014/main" id="{35226D62-157B-B080-1A86-11CA7EB56C98}"/>
              </a:ext>
            </a:extLst>
          </p:cNvPr>
          <p:cNvSpPr/>
          <p:nvPr/>
        </p:nvSpPr>
        <p:spPr>
          <a:xfrm>
            <a:off x="309545" y="5309118"/>
            <a:ext cx="3245816" cy="1374008"/>
          </a:xfrm>
          <a:custGeom>
            <a:avLst/>
            <a:gdLst>
              <a:gd name="csX0" fmla="*/ 0 w 3245816"/>
              <a:gd name="csY0" fmla="*/ 229006 h 1374008"/>
              <a:gd name="csX1" fmla="*/ 229006 w 3245816"/>
              <a:gd name="csY1" fmla="*/ 0 h 1374008"/>
              <a:gd name="csX2" fmla="*/ 870201 w 3245816"/>
              <a:gd name="csY2" fmla="*/ 0 h 1374008"/>
              <a:gd name="csX3" fmla="*/ 1567152 w 3245816"/>
              <a:gd name="csY3" fmla="*/ 0 h 1374008"/>
              <a:gd name="csX4" fmla="*/ 2208347 w 3245816"/>
              <a:gd name="csY4" fmla="*/ 0 h 1374008"/>
              <a:gd name="csX5" fmla="*/ 3016810 w 3245816"/>
              <a:gd name="csY5" fmla="*/ 0 h 1374008"/>
              <a:gd name="csX6" fmla="*/ 3245816 w 3245816"/>
              <a:gd name="csY6" fmla="*/ 229006 h 1374008"/>
              <a:gd name="csX7" fmla="*/ 3245816 w 3245816"/>
              <a:gd name="csY7" fmla="*/ 687004 h 1374008"/>
              <a:gd name="csX8" fmla="*/ 3245816 w 3245816"/>
              <a:gd name="csY8" fmla="*/ 1145002 h 1374008"/>
              <a:gd name="csX9" fmla="*/ 3016810 w 3245816"/>
              <a:gd name="csY9" fmla="*/ 1374008 h 1374008"/>
              <a:gd name="csX10" fmla="*/ 2347737 w 3245816"/>
              <a:gd name="csY10" fmla="*/ 1374008 h 1374008"/>
              <a:gd name="csX11" fmla="*/ 1734420 w 3245816"/>
              <a:gd name="csY11" fmla="*/ 1374008 h 1374008"/>
              <a:gd name="csX12" fmla="*/ 1009591 w 3245816"/>
              <a:gd name="csY12" fmla="*/ 1374008 h 1374008"/>
              <a:gd name="csX13" fmla="*/ 229006 w 3245816"/>
              <a:gd name="csY13" fmla="*/ 1374008 h 1374008"/>
              <a:gd name="csX14" fmla="*/ 0 w 3245816"/>
              <a:gd name="csY14" fmla="*/ 1145002 h 1374008"/>
              <a:gd name="csX15" fmla="*/ 0 w 3245816"/>
              <a:gd name="csY15" fmla="*/ 668684 h 1374008"/>
              <a:gd name="csX16" fmla="*/ 0 w 3245816"/>
              <a:gd name="csY16" fmla="*/ 229006 h 137400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45816" h="1374008" fill="none" extrusionOk="0">
                <a:moveTo>
                  <a:pt x="0" y="229006"/>
                </a:moveTo>
                <a:cubicBezTo>
                  <a:pt x="-3342" y="108505"/>
                  <a:pt x="123880" y="15865"/>
                  <a:pt x="229006" y="0"/>
                </a:cubicBezTo>
                <a:cubicBezTo>
                  <a:pt x="540239" y="-4108"/>
                  <a:pt x="620815" y="-29721"/>
                  <a:pt x="870201" y="0"/>
                </a:cubicBezTo>
                <a:cubicBezTo>
                  <a:pt x="1119587" y="29721"/>
                  <a:pt x="1366375" y="-3035"/>
                  <a:pt x="1567152" y="0"/>
                </a:cubicBezTo>
                <a:cubicBezTo>
                  <a:pt x="1767929" y="3035"/>
                  <a:pt x="2072728" y="-1905"/>
                  <a:pt x="2208347" y="0"/>
                </a:cubicBezTo>
                <a:cubicBezTo>
                  <a:pt x="2343967" y="1905"/>
                  <a:pt x="2716285" y="-1067"/>
                  <a:pt x="3016810" y="0"/>
                </a:cubicBezTo>
                <a:cubicBezTo>
                  <a:pt x="3139333" y="-224"/>
                  <a:pt x="3249081" y="105340"/>
                  <a:pt x="3245816" y="229006"/>
                </a:cubicBezTo>
                <a:cubicBezTo>
                  <a:pt x="3256505" y="360147"/>
                  <a:pt x="3245419" y="533240"/>
                  <a:pt x="3245816" y="687004"/>
                </a:cubicBezTo>
                <a:cubicBezTo>
                  <a:pt x="3246213" y="840768"/>
                  <a:pt x="3254941" y="916015"/>
                  <a:pt x="3245816" y="1145002"/>
                </a:cubicBezTo>
                <a:cubicBezTo>
                  <a:pt x="3245372" y="1262267"/>
                  <a:pt x="3158358" y="1383503"/>
                  <a:pt x="3016810" y="1374008"/>
                </a:cubicBezTo>
                <a:cubicBezTo>
                  <a:pt x="2877197" y="1380902"/>
                  <a:pt x="2613473" y="1366287"/>
                  <a:pt x="2347737" y="1374008"/>
                </a:cubicBezTo>
                <a:cubicBezTo>
                  <a:pt x="2082001" y="1381729"/>
                  <a:pt x="1940416" y="1399830"/>
                  <a:pt x="1734420" y="1374008"/>
                </a:cubicBezTo>
                <a:cubicBezTo>
                  <a:pt x="1528424" y="1348186"/>
                  <a:pt x="1235223" y="1378016"/>
                  <a:pt x="1009591" y="1374008"/>
                </a:cubicBezTo>
                <a:cubicBezTo>
                  <a:pt x="783959" y="1370000"/>
                  <a:pt x="519510" y="1335903"/>
                  <a:pt x="229006" y="1374008"/>
                </a:cubicBezTo>
                <a:cubicBezTo>
                  <a:pt x="77591" y="1387991"/>
                  <a:pt x="10821" y="1300797"/>
                  <a:pt x="0" y="1145002"/>
                </a:cubicBezTo>
                <a:cubicBezTo>
                  <a:pt x="-3148" y="1001279"/>
                  <a:pt x="-21948" y="862681"/>
                  <a:pt x="0" y="668684"/>
                </a:cubicBezTo>
                <a:cubicBezTo>
                  <a:pt x="21948" y="474687"/>
                  <a:pt x="-15717" y="447575"/>
                  <a:pt x="0" y="229006"/>
                </a:cubicBezTo>
                <a:close/>
              </a:path>
              <a:path w="3245816" h="1374008" stroke="0" extrusionOk="0">
                <a:moveTo>
                  <a:pt x="0" y="229006"/>
                </a:moveTo>
                <a:cubicBezTo>
                  <a:pt x="-23108" y="88276"/>
                  <a:pt x="92856" y="3630"/>
                  <a:pt x="229006" y="0"/>
                </a:cubicBezTo>
                <a:cubicBezTo>
                  <a:pt x="469631" y="14661"/>
                  <a:pt x="681625" y="-16970"/>
                  <a:pt x="981713" y="0"/>
                </a:cubicBezTo>
                <a:cubicBezTo>
                  <a:pt x="1281801" y="16970"/>
                  <a:pt x="1450263" y="22815"/>
                  <a:pt x="1650786" y="0"/>
                </a:cubicBezTo>
                <a:cubicBezTo>
                  <a:pt x="1851309" y="-22815"/>
                  <a:pt x="2081424" y="29170"/>
                  <a:pt x="2291981" y="0"/>
                </a:cubicBezTo>
                <a:cubicBezTo>
                  <a:pt x="2502538" y="-29170"/>
                  <a:pt x="2811895" y="-9569"/>
                  <a:pt x="3016810" y="0"/>
                </a:cubicBezTo>
                <a:cubicBezTo>
                  <a:pt x="3155756" y="-25662"/>
                  <a:pt x="3215359" y="97865"/>
                  <a:pt x="3245816" y="229006"/>
                </a:cubicBezTo>
                <a:cubicBezTo>
                  <a:pt x="3259570" y="446886"/>
                  <a:pt x="3234204" y="500728"/>
                  <a:pt x="3245816" y="687004"/>
                </a:cubicBezTo>
                <a:cubicBezTo>
                  <a:pt x="3257428" y="873280"/>
                  <a:pt x="3248932" y="931019"/>
                  <a:pt x="3245816" y="1145002"/>
                </a:cubicBezTo>
                <a:cubicBezTo>
                  <a:pt x="3261050" y="1275142"/>
                  <a:pt x="3129604" y="1371795"/>
                  <a:pt x="3016810" y="1374008"/>
                </a:cubicBezTo>
                <a:cubicBezTo>
                  <a:pt x="2748899" y="1381317"/>
                  <a:pt x="2474959" y="1393102"/>
                  <a:pt x="2319859" y="1374008"/>
                </a:cubicBezTo>
                <a:cubicBezTo>
                  <a:pt x="2164759" y="1354914"/>
                  <a:pt x="1798035" y="1386899"/>
                  <a:pt x="1650786" y="1374008"/>
                </a:cubicBezTo>
                <a:cubicBezTo>
                  <a:pt x="1503537" y="1361117"/>
                  <a:pt x="1221191" y="1370700"/>
                  <a:pt x="898079" y="1374008"/>
                </a:cubicBezTo>
                <a:cubicBezTo>
                  <a:pt x="574967" y="1377316"/>
                  <a:pt x="483559" y="1375095"/>
                  <a:pt x="229006" y="1374008"/>
                </a:cubicBezTo>
                <a:cubicBezTo>
                  <a:pt x="74888" y="1378547"/>
                  <a:pt x="-4730" y="1268215"/>
                  <a:pt x="0" y="1145002"/>
                </a:cubicBezTo>
                <a:cubicBezTo>
                  <a:pt x="-23226" y="1001100"/>
                  <a:pt x="-3219" y="811448"/>
                  <a:pt x="0" y="677844"/>
                </a:cubicBezTo>
                <a:cubicBezTo>
                  <a:pt x="3219" y="544240"/>
                  <a:pt x="-15539" y="329613"/>
                  <a:pt x="0" y="22900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0136098A-FCED-4103-3468-C70E81950396}"/>
                  </a:ext>
                </a:extLst>
              </p:cNvPr>
              <p:cNvSpPr txBox="1"/>
              <p:nvPr/>
            </p:nvSpPr>
            <p:spPr>
              <a:xfrm>
                <a:off x="410605" y="5332157"/>
                <a:ext cx="3170796" cy="1323439"/>
              </a:xfrm>
              <a:prstGeom prst="rect">
                <a:avLst/>
              </a:prstGeom>
              <a:noFill/>
            </p:spPr>
            <p:txBody>
              <a:bodyPr wrap="square">
                <a:spAutoFit/>
              </a:bodyPr>
              <a:lstStyle/>
              <a:p>
                <a:pPr algn="ctr"/>
                <a:r>
                  <a:rPr lang="en-DE" sz="2000" b="1" dirty="0">
                    <a:solidFill>
                      <a:schemeClr val="bg1"/>
                    </a:solidFill>
                    <a:latin typeface="Calibri" panose="020F0502020204030204" pitchFamily="34" charset="0"/>
                    <a:cs typeface="Calibri" panose="020F0502020204030204" pitchFamily="34" charset="0"/>
                  </a:rPr>
                  <a:t>Steering vector </a:t>
                </a:r>
                <a14:m>
                  <m:oMath xmlns:m="http://schemas.openxmlformats.org/officeDocument/2006/math">
                    <m:sSub>
                      <m:sSubPr>
                        <m:ctrlPr>
                          <a:rPr lang="en-US" sz="2000" b="1" i="1">
                            <a:solidFill>
                              <a:schemeClr val="accent6">
                                <a:lumMod val="40000"/>
                                <a:lumOff val="60000"/>
                              </a:schemeClr>
                            </a:solidFill>
                            <a:latin typeface="Cambria Math" panose="02040503050406030204" pitchFamily="18" charset="0"/>
                          </a:rPr>
                        </m:ctrlPr>
                      </m:sSubPr>
                      <m:e>
                        <m:r>
                          <a:rPr lang="en-US" sz="2000" b="1" i="1">
                            <a:solidFill>
                              <a:schemeClr val="accent6">
                                <a:lumMod val="40000"/>
                                <a:lumOff val="60000"/>
                              </a:schemeClr>
                            </a:solidFill>
                            <a:latin typeface="Cambria Math" panose="02040503050406030204" pitchFamily="18" charset="0"/>
                          </a:rPr>
                          <m:t>𝒔</m:t>
                        </m:r>
                      </m:e>
                      <m:sub>
                        <m:r>
                          <a:rPr lang="en-US" sz="2000" b="1" i="1">
                            <a:solidFill>
                              <a:schemeClr val="accent6">
                                <a:lumMod val="40000"/>
                                <a:lumOff val="60000"/>
                              </a:schemeClr>
                            </a:solidFill>
                            <a:latin typeface="Cambria Math" panose="02040503050406030204" pitchFamily="18" charset="0"/>
                          </a:rPr>
                          <m:t>𝒊</m:t>
                        </m:r>
                      </m:sub>
                    </m:sSub>
                  </m:oMath>
                </a14:m>
                <a:r>
                  <a:rPr lang="en-US" sz="2000" b="1" dirty="0">
                    <a:latin typeface="Calibri" panose="020F0502020204030204" pitchFamily="34" charset="0"/>
                    <a:cs typeface="Calibri" panose="020F0502020204030204" pitchFamily="34" charset="0"/>
                  </a:rPr>
                  <a:t> </a:t>
                </a:r>
                <a:r>
                  <a:rPr lang="en-US" sz="2000" b="1" dirty="0">
                    <a:solidFill>
                      <a:schemeClr val="bg1"/>
                    </a:solidFill>
                    <a:latin typeface="Calibri" panose="020F0502020204030204" pitchFamily="34" charset="0"/>
                    <a:cs typeface="Calibri" panose="020F0502020204030204" pitchFamily="34" charset="0"/>
                  </a:rPr>
                  <a:t>contains </a:t>
                </a:r>
                <a:r>
                  <a:rPr lang="en-US" sz="2000" b="1" u="sng" dirty="0">
                    <a:solidFill>
                      <a:schemeClr val="bg1"/>
                    </a:solidFill>
                    <a:latin typeface="Calibri" panose="020F0502020204030204" pitchFamily="34" charset="0"/>
                    <a:cs typeface="Calibri" panose="020F0502020204030204" pitchFamily="34" charset="0"/>
                  </a:rPr>
                  <a:t>only</a:t>
                </a:r>
                <a:r>
                  <a:rPr lang="en-US" sz="2000" b="1" dirty="0">
                    <a:solidFill>
                      <a:schemeClr val="bg1"/>
                    </a:solidFill>
                    <a:latin typeface="Calibri" panose="020F0502020204030204" pitchFamily="34" charset="0"/>
                    <a:cs typeface="Calibri" panose="020F0502020204030204" pitchFamily="34" charset="0"/>
                  </a:rPr>
                  <a:t> the activations for the difference between </a:t>
                </a:r>
                <a:r>
                  <a:rPr lang="en-US" sz="2000" b="1" dirty="0">
                    <a:solidFill>
                      <a:srgbClr val="D86ECC"/>
                    </a:solidFill>
                    <a:latin typeface="Calibri" panose="020F0502020204030204" pitchFamily="34" charset="0"/>
                    <a:cs typeface="Calibri" panose="020F0502020204030204" pitchFamily="34" charset="0"/>
                  </a:rPr>
                  <a:t>base</a:t>
                </a:r>
                <a:r>
                  <a:rPr lang="en-US" sz="2000" b="1" dirty="0">
                    <a:solidFill>
                      <a:schemeClr val="bg1"/>
                    </a:solidFill>
                    <a:latin typeface="Calibri" panose="020F0502020204030204" pitchFamily="34" charset="0"/>
                    <a:cs typeface="Calibri" panose="020F0502020204030204" pitchFamily="34" charset="0"/>
                  </a:rPr>
                  <a:t> and </a:t>
                </a:r>
                <a:r>
                  <a:rPr lang="en-US" sz="2000" b="1" dirty="0">
                    <a:solidFill>
                      <a:srgbClr val="EE017D"/>
                    </a:solidFill>
                    <a:latin typeface="Calibri" panose="020F0502020204030204" pitchFamily="34" charset="0"/>
                    <a:cs typeface="Calibri" panose="020F0502020204030204" pitchFamily="34" charset="0"/>
                  </a:rPr>
                  <a:t>variation</a:t>
                </a:r>
              </a:p>
            </p:txBody>
          </p:sp>
        </mc:Choice>
        <mc:Fallback xmlns="">
          <p:sp>
            <p:nvSpPr>
              <p:cNvPr id="58" name="TextBox 57">
                <a:extLst>
                  <a:ext uri="{FF2B5EF4-FFF2-40B4-BE49-F238E27FC236}">
                    <a16:creationId xmlns:a16="http://schemas.microsoft.com/office/drawing/2014/main" id="{0136098A-FCED-4103-3468-C70E81950396}"/>
                  </a:ext>
                </a:extLst>
              </p:cNvPr>
              <p:cNvSpPr txBox="1">
                <a:spLocks noRot="1" noChangeAspect="1" noMove="1" noResize="1" noEditPoints="1" noAdjustHandles="1" noChangeArrowheads="1" noChangeShapeType="1" noTextEdit="1"/>
              </p:cNvSpPr>
              <p:nvPr/>
            </p:nvSpPr>
            <p:spPr>
              <a:xfrm>
                <a:off x="410605" y="5332157"/>
                <a:ext cx="3170796" cy="1323439"/>
              </a:xfrm>
              <a:prstGeom prst="rect">
                <a:avLst/>
              </a:prstGeom>
              <a:blipFill>
                <a:blip r:embed="rId19"/>
                <a:stretch>
                  <a:fillRect t="-2857" r="-1195" b="-6667"/>
                </a:stretch>
              </a:blipFill>
            </p:spPr>
            <p:txBody>
              <a:bodyPr/>
              <a:lstStyle/>
              <a:p>
                <a:r>
                  <a:rPr lang="en-DE">
                    <a:noFill/>
                  </a:rPr>
                  <a:t> </a:t>
                </a:r>
              </a:p>
            </p:txBody>
          </p:sp>
        </mc:Fallback>
      </mc:AlternateContent>
    </p:spTree>
    <p:extLst>
      <p:ext uri="{BB962C8B-B14F-4D97-AF65-F5344CB8AC3E}">
        <p14:creationId xmlns:p14="http://schemas.microsoft.com/office/powerpoint/2010/main" val="23604041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7"/>
                                        </p:tgtEl>
                                        <p:attrNameLst>
                                          <p:attrName>style.visibility</p:attrName>
                                        </p:attrNameLst>
                                      </p:cBhvr>
                                      <p:to>
                                        <p:strVal val="visible"/>
                                      </p:to>
                                    </p:set>
                                    <p:animEffect transition="in" filter="fade">
                                      <p:cBhvr>
                                        <p:cTn id="7" dur="500"/>
                                        <p:tgtEl>
                                          <p:spTgt spid="5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00"/>
                                        <p:tgtEl>
                                          <p:spTgt spid="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500"/>
                                        <p:tgtEl>
                                          <p:spTgt spid="8"/>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50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10" grpId="0" animBg="1"/>
      <p:bldP spid="11" grpId="0"/>
      <p:bldP spid="12" grpId="0"/>
      <p:bldP spid="4" grpId="0"/>
      <p:bldP spid="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4CBF2F77-8762-09FF-1D98-11DB02C92DAF}"/>
            </a:ext>
          </a:extLst>
        </p:cNvPr>
        <p:cNvGrpSpPr/>
        <p:nvPr/>
      </p:nvGrpSpPr>
      <p:grpSpPr>
        <a:xfrm>
          <a:off x="0" y="0"/>
          <a:ext cx="0" cy="0"/>
          <a:chOff x="0" y="0"/>
          <a:chExt cx="0" cy="0"/>
        </a:xfrm>
      </p:grpSpPr>
      <p:sp>
        <p:nvSpPr>
          <p:cNvPr id="7" name="Slide Number Placeholder 1">
            <a:extLst>
              <a:ext uri="{FF2B5EF4-FFF2-40B4-BE49-F238E27FC236}">
                <a16:creationId xmlns:a16="http://schemas.microsoft.com/office/drawing/2014/main" id="{28D18D83-5243-FDE6-F7E1-5890288BA0E1}"/>
              </a:ext>
            </a:extLst>
          </p:cNvPr>
          <p:cNvSpPr>
            <a:spLocks noGrp="1"/>
          </p:cNvSpPr>
          <p:nvPr>
            <p:ph type="sldNum" sz="quarter" idx="4"/>
          </p:nvPr>
        </p:nvSpPr>
        <p:spPr>
          <a:xfrm>
            <a:off x="8610600" y="6356350"/>
            <a:ext cx="2743200" cy="365125"/>
          </a:xfrm>
        </p:spPr>
        <p:txBody>
          <a:bodyPr/>
          <a:lstStyle/>
          <a:p>
            <a:fld id="{F8325A8C-A62D-5E4B-8AAC-68DD587E4A7D}" type="slidenum">
              <a:rPr lang="de-DE" smtClean="0"/>
              <a:t>32</a:t>
            </a:fld>
            <a:endParaRPr lang="de-DE" dirty="0"/>
          </a:p>
        </p:txBody>
      </p:sp>
      <p:sp>
        <p:nvSpPr>
          <p:cNvPr id="2" name="Textfeld 66">
            <a:extLst>
              <a:ext uri="{FF2B5EF4-FFF2-40B4-BE49-F238E27FC236}">
                <a16:creationId xmlns:a16="http://schemas.microsoft.com/office/drawing/2014/main" id="{B3AEC9E8-C57C-0057-BAE0-7CF2A8A0779B}"/>
              </a:ext>
            </a:extLst>
          </p:cNvPr>
          <p:cNvSpPr txBox="1"/>
          <p:nvPr/>
        </p:nvSpPr>
        <p:spPr>
          <a:xfrm>
            <a:off x="303642" y="1264324"/>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D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cxnSp>
        <p:nvCxnSpPr>
          <p:cNvPr id="6" name="Straight Arrow Connector 5">
            <a:extLst>
              <a:ext uri="{FF2B5EF4-FFF2-40B4-BE49-F238E27FC236}">
                <a16:creationId xmlns:a16="http://schemas.microsoft.com/office/drawing/2014/main" id="{1077F38F-C3F1-EC5A-6F33-D6EA17AD2354}"/>
              </a:ext>
            </a:extLst>
          </p:cNvPr>
          <p:cNvCxnSpPr>
            <a:cxnSpLocks/>
          </p:cNvCxnSpPr>
          <p:nvPr/>
        </p:nvCxnSpPr>
        <p:spPr>
          <a:xfrm>
            <a:off x="3953168"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D42B198F-72C2-CE0A-CB66-510CF8039C2A}"/>
              </a:ext>
            </a:extLst>
          </p:cNvPr>
          <p:cNvGrpSpPr/>
          <p:nvPr/>
        </p:nvGrpSpPr>
        <p:grpSpPr>
          <a:xfrm>
            <a:off x="3233348" y="2604631"/>
            <a:ext cx="1439640" cy="2464326"/>
            <a:chOff x="2350483" y="2604631"/>
            <a:chExt cx="1439640" cy="2464326"/>
          </a:xfrm>
        </p:grpSpPr>
        <p:sp>
          <p:nvSpPr>
            <p:cNvPr id="14" name="Shape 0">
              <a:extLst>
                <a:ext uri="{FF2B5EF4-FFF2-40B4-BE49-F238E27FC236}">
                  <a16:creationId xmlns:a16="http://schemas.microsoft.com/office/drawing/2014/main" id="{244CCC36-51A0-D516-05C7-BF7842B14573}"/>
                </a:ext>
              </a:extLst>
            </p:cNvPr>
            <p:cNvSpPr/>
            <p:nvPr/>
          </p:nvSpPr>
          <p:spPr>
            <a:xfrm rot="5400000" flipV="1">
              <a:off x="3169455" y="2835750"/>
              <a:ext cx="580795" cy="259700"/>
            </a:xfrm>
            <a:prstGeom prst="line">
              <a:avLst/>
            </a:prstGeom>
            <a:noFill/>
            <a:ln w="3175">
              <a:solidFill>
                <a:srgbClr val="B8BFC9"/>
              </a:solidFill>
              <a:prstDash val="solid"/>
            </a:ln>
          </p:spPr>
          <p:txBody>
            <a:bodyPr/>
            <a:lstStyle/>
            <a:p>
              <a:endParaRPr lang="en-DE"/>
            </a:p>
          </p:txBody>
        </p:sp>
        <p:sp>
          <p:nvSpPr>
            <p:cNvPr id="15" name="Shape 1">
              <a:extLst>
                <a:ext uri="{FF2B5EF4-FFF2-40B4-BE49-F238E27FC236}">
                  <a16:creationId xmlns:a16="http://schemas.microsoft.com/office/drawing/2014/main" id="{C330876D-2E5B-DA77-C9C2-E5725BB70CF9}"/>
                </a:ext>
              </a:extLst>
            </p:cNvPr>
            <p:cNvSpPr/>
            <p:nvPr/>
          </p:nvSpPr>
          <p:spPr>
            <a:xfrm rot="5400000">
              <a:off x="3039605" y="2965600"/>
              <a:ext cx="580795" cy="0"/>
            </a:xfrm>
            <a:prstGeom prst="line">
              <a:avLst/>
            </a:prstGeom>
            <a:noFill/>
            <a:ln w="3175">
              <a:solidFill>
                <a:srgbClr val="B8BFC9"/>
              </a:solidFill>
              <a:prstDash val="solid"/>
            </a:ln>
          </p:spPr>
          <p:txBody>
            <a:bodyPr/>
            <a:lstStyle/>
            <a:p>
              <a:endParaRPr lang="en-DE"/>
            </a:p>
          </p:txBody>
        </p:sp>
        <p:sp>
          <p:nvSpPr>
            <p:cNvPr id="58" name="Shape 2">
              <a:extLst>
                <a:ext uri="{FF2B5EF4-FFF2-40B4-BE49-F238E27FC236}">
                  <a16:creationId xmlns:a16="http://schemas.microsoft.com/office/drawing/2014/main" id="{A9E86C71-FA96-F5FC-7CF3-AA3767AAF3BA}"/>
                </a:ext>
              </a:extLst>
            </p:cNvPr>
            <p:cNvSpPr/>
            <p:nvPr/>
          </p:nvSpPr>
          <p:spPr>
            <a:xfrm rot="5400000">
              <a:off x="2909755" y="2835750"/>
              <a:ext cx="580795" cy="259700"/>
            </a:xfrm>
            <a:prstGeom prst="line">
              <a:avLst/>
            </a:prstGeom>
            <a:noFill/>
            <a:ln w="3175">
              <a:solidFill>
                <a:srgbClr val="B8BFC9"/>
              </a:solidFill>
              <a:prstDash val="solid"/>
            </a:ln>
          </p:spPr>
          <p:txBody>
            <a:bodyPr/>
            <a:lstStyle/>
            <a:p>
              <a:endParaRPr lang="en-DE"/>
            </a:p>
          </p:txBody>
        </p:sp>
        <p:sp>
          <p:nvSpPr>
            <p:cNvPr id="59" name="Shape 3">
              <a:extLst>
                <a:ext uri="{FF2B5EF4-FFF2-40B4-BE49-F238E27FC236}">
                  <a16:creationId xmlns:a16="http://schemas.microsoft.com/office/drawing/2014/main" id="{2F88BD00-383A-F8CF-4F6E-B4EA65CDC163}"/>
                </a:ext>
              </a:extLst>
            </p:cNvPr>
            <p:cNvSpPr/>
            <p:nvPr/>
          </p:nvSpPr>
          <p:spPr>
            <a:xfrm rot="5400000">
              <a:off x="2779905" y="2705900"/>
              <a:ext cx="580795" cy="519401"/>
            </a:xfrm>
            <a:prstGeom prst="line">
              <a:avLst/>
            </a:prstGeom>
            <a:noFill/>
            <a:ln w="3175">
              <a:solidFill>
                <a:srgbClr val="B8BFC9"/>
              </a:solidFill>
              <a:prstDash val="solid"/>
            </a:ln>
          </p:spPr>
          <p:txBody>
            <a:bodyPr/>
            <a:lstStyle/>
            <a:p>
              <a:endParaRPr lang="en-DE"/>
            </a:p>
          </p:txBody>
        </p:sp>
        <p:sp>
          <p:nvSpPr>
            <p:cNvPr id="60" name="Shape 4">
              <a:extLst>
                <a:ext uri="{FF2B5EF4-FFF2-40B4-BE49-F238E27FC236}">
                  <a16:creationId xmlns:a16="http://schemas.microsoft.com/office/drawing/2014/main" id="{9D5F65B9-3FA0-D89B-E550-04E5155727A3}"/>
                </a:ext>
              </a:extLst>
            </p:cNvPr>
            <p:cNvSpPr/>
            <p:nvPr/>
          </p:nvSpPr>
          <p:spPr>
            <a:xfrm rot="5400000">
              <a:off x="2650054" y="2576050"/>
              <a:ext cx="580795" cy="779100"/>
            </a:xfrm>
            <a:prstGeom prst="line">
              <a:avLst/>
            </a:prstGeom>
            <a:noFill/>
            <a:ln w="3175">
              <a:solidFill>
                <a:srgbClr val="B8BFC9"/>
              </a:solidFill>
              <a:prstDash val="solid"/>
            </a:ln>
          </p:spPr>
          <p:txBody>
            <a:bodyPr/>
            <a:lstStyle/>
            <a:p>
              <a:endParaRPr lang="en-DE"/>
            </a:p>
          </p:txBody>
        </p:sp>
        <p:sp>
          <p:nvSpPr>
            <p:cNvPr id="61" name="Shape 5">
              <a:extLst>
                <a:ext uri="{FF2B5EF4-FFF2-40B4-BE49-F238E27FC236}">
                  <a16:creationId xmlns:a16="http://schemas.microsoft.com/office/drawing/2014/main" id="{8DD7A952-C7F2-6CA2-DB67-1042F027153F}"/>
                </a:ext>
              </a:extLst>
            </p:cNvPr>
            <p:cNvSpPr/>
            <p:nvPr/>
          </p:nvSpPr>
          <p:spPr>
            <a:xfrm rot="5400000" flipV="1">
              <a:off x="3039605" y="2705900"/>
              <a:ext cx="580795" cy="519401"/>
            </a:xfrm>
            <a:prstGeom prst="line">
              <a:avLst/>
            </a:prstGeom>
            <a:noFill/>
            <a:ln w="3175">
              <a:solidFill>
                <a:srgbClr val="B8BFC9"/>
              </a:solidFill>
              <a:prstDash val="solid"/>
            </a:ln>
          </p:spPr>
          <p:txBody>
            <a:bodyPr/>
            <a:lstStyle/>
            <a:p>
              <a:endParaRPr lang="en-DE"/>
            </a:p>
          </p:txBody>
        </p:sp>
        <p:sp>
          <p:nvSpPr>
            <p:cNvPr id="62" name="Shape 6">
              <a:extLst>
                <a:ext uri="{FF2B5EF4-FFF2-40B4-BE49-F238E27FC236}">
                  <a16:creationId xmlns:a16="http://schemas.microsoft.com/office/drawing/2014/main" id="{FAA5F82F-B6FB-ABDD-52A9-897ADE4BFE13}"/>
                </a:ext>
              </a:extLst>
            </p:cNvPr>
            <p:cNvSpPr/>
            <p:nvPr/>
          </p:nvSpPr>
          <p:spPr>
            <a:xfrm rot="5400000" flipV="1">
              <a:off x="2909755" y="2835750"/>
              <a:ext cx="580795" cy="259700"/>
            </a:xfrm>
            <a:prstGeom prst="line">
              <a:avLst/>
            </a:prstGeom>
            <a:noFill/>
            <a:ln w="3175">
              <a:solidFill>
                <a:srgbClr val="B8BFC9"/>
              </a:solidFill>
              <a:prstDash val="solid"/>
            </a:ln>
          </p:spPr>
          <p:txBody>
            <a:bodyPr/>
            <a:lstStyle/>
            <a:p>
              <a:endParaRPr lang="en-DE"/>
            </a:p>
          </p:txBody>
        </p:sp>
        <p:sp>
          <p:nvSpPr>
            <p:cNvPr id="63" name="Shape 7">
              <a:extLst>
                <a:ext uri="{FF2B5EF4-FFF2-40B4-BE49-F238E27FC236}">
                  <a16:creationId xmlns:a16="http://schemas.microsoft.com/office/drawing/2014/main" id="{8A8CD922-5666-10FA-79D5-4745EB908BF4}"/>
                </a:ext>
              </a:extLst>
            </p:cNvPr>
            <p:cNvSpPr/>
            <p:nvPr/>
          </p:nvSpPr>
          <p:spPr>
            <a:xfrm rot="5400000">
              <a:off x="2779905" y="2965600"/>
              <a:ext cx="580795" cy="0"/>
            </a:xfrm>
            <a:prstGeom prst="line">
              <a:avLst/>
            </a:prstGeom>
            <a:noFill/>
            <a:ln w="3175">
              <a:solidFill>
                <a:srgbClr val="B8BFC9"/>
              </a:solidFill>
              <a:prstDash val="solid"/>
            </a:ln>
          </p:spPr>
          <p:txBody>
            <a:bodyPr/>
            <a:lstStyle/>
            <a:p>
              <a:endParaRPr lang="en-DE"/>
            </a:p>
          </p:txBody>
        </p:sp>
        <p:sp>
          <p:nvSpPr>
            <p:cNvPr id="512" name="Shape 8">
              <a:extLst>
                <a:ext uri="{FF2B5EF4-FFF2-40B4-BE49-F238E27FC236}">
                  <a16:creationId xmlns:a16="http://schemas.microsoft.com/office/drawing/2014/main" id="{D9805C64-CD13-8CF9-73EF-A28033CFB190}"/>
                </a:ext>
              </a:extLst>
            </p:cNvPr>
            <p:cNvSpPr/>
            <p:nvPr/>
          </p:nvSpPr>
          <p:spPr>
            <a:xfrm rot="5400000">
              <a:off x="2650054" y="2835750"/>
              <a:ext cx="580795" cy="259700"/>
            </a:xfrm>
            <a:prstGeom prst="line">
              <a:avLst/>
            </a:prstGeom>
            <a:noFill/>
            <a:ln w="3175">
              <a:solidFill>
                <a:srgbClr val="B8BFC9"/>
              </a:solidFill>
              <a:prstDash val="solid"/>
            </a:ln>
          </p:spPr>
          <p:txBody>
            <a:bodyPr/>
            <a:lstStyle/>
            <a:p>
              <a:endParaRPr lang="en-DE"/>
            </a:p>
          </p:txBody>
        </p:sp>
        <p:sp>
          <p:nvSpPr>
            <p:cNvPr id="513" name="Shape 9">
              <a:extLst>
                <a:ext uri="{FF2B5EF4-FFF2-40B4-BE49-F238E27FC236}">
                  <a16:creationId xmlns:a16="http://schemas.microsoft.com/office/drawing/2014/main" id="{E123EBB1-311F-52BF-53A5-15E5608CAF61}"/>
                </a:ext>
              </a:extLst>
            </p:cNvPr>
            <p:cNvSpPr/>
            <p:nvPr/>
          </p:nvSpPr>
          <p:spPr>
            <a:xfrm rot="5400000">
              <a:off x="2520204" y="2705900"/>
              <a:ext cx="580795" cy="519401"/>
            </a:xfrm>
            <a:prstGeom prst="line">
              <a:avLst/>
            </a:prstGeom>
            <a:noFill/>
            <a:ln w="3175">
              <a:solidFill>
                <a:srgbClr val="B8BFC9"/>
              </a:solidFill>
              <a:prstDash val="solid"/>
            </a:ln>
          </p:spPr>
          <p:txBody>
            <a:bodyPr/>
            <a:lstStyle/>
            <a:p>
              <a:endParaRPr lang="en-DE"/>
            </a:p>
          </p:txBody>
        </p:sp>
        <p:sp>
          <p:nvSpPr>
            <p:cNvPr id="514" name="Shape 10">
              <a:extLst>
                <a:ext uri="{FF2B5EF4-FFF2-40B4-BE49-F238E27FC236}">
                  <a16:creationId xmlns:a16="http://schemas.microsoft.com/office/drawing/2014/main" id="{ED43A978-F7D5-D4E1-58CB-0F31FB3FEDB2}"/>
                </a:ext>
              </a:extLst>
            </p:cNvPr>
            <p:cNvSpPr/>
            <p:nvPr/>
          </p:nvSpPr>
          <p:spPr>
            <a:xfrm rot="5400000" flipV="1">
              <a:off x="2909755" y="2576050"/>
              <a:ext cx="580795" cy="779100"/>
            </a:xfrm>
            <a:prstGeom prst="line">
              <a:avLst/>
            </a:prstGeom>
            <a:noFill/>
            <a:ln w="3175">
              <a:solidFill>
                <a:srgbClr val="B8BFC9"/>
              </a:solidFill>
              <a:prstDash val="solid"/>
            </a:ln>
          </p:spPr>
          <p:txBody>
            <a:bodyPr/>
            <a:lstStyle/>
            <a:p>
              <a:endParaRPr lang="en-DE"/>
            </a:p>
          </p:txBody>
        </p:sp>
        <p:sp>
          <p:nvSpPr>
            <p:cNvPr id="515" name="Shape 11">
              <a:extLst>
                <a:ext uri="{FF2B5EF4-FFF2-40B4-BE49-F238E27FC236}">
                  <a16:creationId xmlns:a16="http://schemas.microsoft.com/office/drawing/2014/main" id="{F8099B3C-5020-91BB-F06D-C24D5F4EC573}"/>
                </a:ext>
              </a:extLst>
            </p:cNvPr>
            <p:cNvSpPr/>
            <p:nvPr/>
          </p:nvSpPr>
          <p:spPr>
            <a:xfrm rot="5400000" flipV="1">
              <a:off x="2779905" y="2705900"/>
              <a:ext cx="580795" cy="519401"/>
            </a:xfrm>
            <a:prstGeom prst="line">
              <a:avLst/>
            </a:prstGeom>
            <a:noFill/>
            <a:ln w="3175">
              <a:solidFill>
                <a:srgbClr val="B8BFC9"/>
              </a:solidFill>
              <a:prstDash val="solid"/>
            </a:ln>
          </p:spPr>
          <p:txBody>
            <a:bodyPr/>
            <a:lstStyle/>
            <a:p>
              <a:endParaRPr lang="en-DE"/>
            </a:p>
          </p:txBody>
        </p:sp>
        <p:sp>
          <p:nvSpPr>
            <p:cNvPr id="516" name="Shape 12">
              <a:extLst>
                <a:ext uri="{FF2B5EF4-FFF2-40B4-BE49-F238E27FC236}">
                  <a16:creationId xmlns:a16="http://schemas.microsoft.com/office/drawing/2014/main" id="{F8BD6803-0B19-E1E1-B6D8-3318C054C76A}"/>
                </a:ext>
              </a:extLst>
            </p:cNvPr>
            <p:cNvSpPr/>
            <p:nvPr/>
          </p:nvSpPr>
          <p:spPr>
            <a:xfrm rot="5400000" flipV="1">
              <a:off x="2650054" y="2835750"/>
              <a:ext cx="580795" cy="259700"/>
            </a:xfrm>
            <a:prstGeom prst="line">
              <a:avLst/>
            </a:prstGeom>
            <a:noFill/>
            <a:ln w="3175">
              <a:solidFill>
                <a:srgbClr val="B8BFC9"/>
              </a:solidFill>
              <a:prstDash val="solid"/>
            </a:ln>
          </p:spPr>
          <p:txBody>
            <a:bodyPr/>
            <a:lstStyle/>
            <a:p>
              <a:endParaRPr lang="en-DE"/>
            </a:p>
          </p:txBody>
        </p:sp>
        <p:sp>
          <p:nvSpPr>
            <p:cNvPr id="517" name="Shape 13">
              <a:extLst>
                <a:ext uri="{FF2B5EF4-FFF2-40B4-BE49-F238E27FC236}">
                  <a16:creationId xmlns:a16="http://schemas.microsoft.com/office/drawing/2014/main" id="{DBFBEF3C-A03C-3D0B-DC63-04075530D3E2}"/>
                </a:ext>
              </a:extLst>
            </p:cNvPr>
            <p:cNvSpPr/>
            <p:nvPr/>
          </p:nvSpPr>
          <p:spPr>
            <a:xfrm rot="5400000">
              <a:off x="2520206" y="2965600"/>
              <a:ext cx="580795" cy="0"/>
            </a:xfrm>
            <a:prstGeom prst="line">
              <a:avLst/>
            </a:prstGeom>
            <a:noFill/>
            <a:ln w="3175">
              <a:solidFill>
                <a:srgbClr val="B8BFC9"/>
              </a:solidFill>
              <a:prstDash val="solid"/>
            </a:ln>
          </p:spPr>
          <p:txBody>
            <a:bodyPr/>
            <a:lstStyle/>
            <a:p>
              <a:endParaRPr lang="en-DE"/>
            </a:p>
          </p:txBody>
        </p:sp>
        <p:sp>
          <p:nvSpPr>
            <p:cNvPr id="518" name="Shape 14">
              <a:extLst>
                <a:ext uri="{FF2B5EF4-FFF2-40B4-BE49-F238E27FC236}">
                  <a16:creationId xmlns:a16="http://schemas.microsoft.com/office/drawing/2014/main" id="{3ED805F7-9181-9A25-5D6C-ADBDF0F6DCF0}"/>
                </a:ext>
              </a:extLst>
            </p:cNvPr>
            <p:cNvSpPr/>
            <p:nvPr/>
          </p:nvSpPr>
          <p:spPr>
            <a:xfrm rot="5400000">
              <a:off x="2390355" y="2835750"/>
              <a:ext cx="580795" cy="259700"/>
            </a:xfrm>
            <a:prstGeom prst="line">
              <a:avLst/>
            </a:prstGeom>
            <a:noFill/>
            <a:ln w="3175">
              <a:solidFill>
                <a:srgbClr val="B8BFC9"/>
              </a:solidFill>
              <a:prstDash val="solid"/>
            </a:ln>
          </p:spPr>
          <p:txBody>
            <a:bodyPr/>
            <a:lstStyle/>
            <a:p>
              <a:endParaRPr lang="en-DE"/>
            </a:p>
          </p:txBody>
        </p:sp>
        <p:sp>
          <p:nvSpPr>
            <p:cNvPr id="519" name="Shape 15">
              <a:extLst>
                <a:ext uri="{FF2B5EF4-FFF2-40B4-BE49-F238E27FC236}">
                  <a16:creationId xmlns:a16="http://schemas.microsoft.com/office/drawing/2014/main" id="{0CBA320F-2180-398C-9746-40C1BE7FCC3C}"/>
                </a:ext>
              </a:extLst>
            </p:cNvPr>
            <p:cNvSpPr/>
            <p:nvPr/>
          </p:nvSpPr>
          <p:spPr>
            <a:xfrm rot="5400000" flipV="1">
              <a:off x="3364230" y="3481470"/>
              <a:ext cx="580795" cy="129850"/>
            </a:xfrm>
            <a:prstGeom prst="line">
              <a:avLst/>
            </a:prstGeom>
            <a:noFill/>
            <a:ln w="3175">
              <a:solidFill>
                <a:srgbClr val="B8BFC9"/>
              </a:solidFill>
              <a:prstDash val="solid"/>
            </a:ln>
          </p:spPr>
          <p:txBody>
            <a:bodyPr/>
            <a:lstStyle/>
            <a:p>
              <a:endParaRPr lang="en-DE"/>
            </a:p>
          </p:txBody>
        </p:sp>
        <p:sp>
          <p:nvSpPr>
            <p:cNvPr id="520" name="Shape 16">
              <a:extLst>
                <a:ext uri="{FF2B5EF4-FFF2-40B4-BE49-F238E27FC236}">
                  <a16:creationId xmlns:a16="http://schemas.microsoft.com/office/drawing/2014/main" id="{1AE9B9E4-E467-0F7A-0FC7-37EFEABC5A01}"/>
                </a:ext>
              </a:extLst>
            </p:cNvPr>
            <p:cNvSpPr/>
            <p:nvPr/>
          </p:nvSpPr>
          <p:spPr>
            <a:xfrm rot="5400000">
              <a:off x="3234380" y="3481470"/>
              <a:ext cx="580795" cy="129850"/>
            </a:xfrm>
            <a:prstGeom prst="line">
              <a:avLst/>
            </a:prstGeom>
            <a:noFill/>
            <a:ln w="3175">
              <a:solidFill>
                <a:srgbClr val="B8BFC9"/>
              </a:solidFill>
              <a:prstDash val="solid"/>
            </a:ln>
          </p:spPr>
          <p:txBody>
            <a:bodyPr/>
            <a:lstStyle/>
            <a:p>
              <a:endParaRPr lang="en-DE"/>
            </a:p>
          </p:txBody>
        </p:sp>
        <p:sp>
          <p:nvSpPr>
            <p:cNvPr id="521" name="Shape 17">
              <a:extLst>
                <a:ext uri="{FF2B5EF4-FFF2-40B4-BE49-F238E27FC236}">
                  <a16:creationId xmlns:a16="http://schemas.microsoft.com/office/drawing/2014/main" id="{CB4B2E2B-6EBE-D67B-F065-E3294A61BB69}"/>
                </a:ext>
              </a:extLst>
            </p:cNvPr>
            <p:cNvSpPr/>
            <p:nvPr/>
          </p:nvSpPr>
          <p:spPr>
            <a:xfrm rot="5400000">
              <a:off x="3104530" y="3351621"/>
              <a:ext cx="580795" cy="389551"/>
            </a:xfrm>
            <a:prstGeom prst="line">
              <a:avLst/>
            </a:prstGeom>
            <a:noFill/>
            <a:ln w="3175">
              <a:solidFill>
                <a:srgbClr val="B8BFC9"/>
              </a:solidFill>
              <a:prstDash val="solid"/>
            </a:ln>
          </p:spPr>
          <p:txBody>
            <a:bodyPr/>
            <a:lstStyle/>
            <a:p>
              <a:endParaRPr lang="en-DE"/>
            </a:p>
          </p:txBody>
        </p:sp>
        <p:sp>
          <p:nvSpPr>
            <p:cNvPr id="523" name="Shape 18">
              <a:extLst>
                <a:ext uri="{FF2B5EF4-FFF2-40B4-BE49-F238E27FC236}">
                  <a16:creationId xmlns:a16="http://schemas.microsoft.com/office/drawing/2014/main" id="{9A55A11D-FD9C-E942-7B71-0AD1757744B5}"/>
                </a:ext>
              </a:extLst>
            </p:cNvPr>
            <p:cNvSpPr/>
            <p:nvPr/>
          </p:nvSpPr>
          <p:spPr>
            <a:xfrm rot="5400000">
              <a:off x="2974680" y="3221771"/>
              <a:ext cx="580795" cy="649249"/>
            </a:xfrm>
            <a:prstGeom prst="line">
              <a:avLst/>
            </a:prstGeom>
            <a:noFill/>
            <a:ln w="3175">
              <a:solidFill>
                <a:srgbClr val="B8BFC9"/>
              </a:solidFill>
              <a:prstDash val="solid"/>
            </a:ln>
          </p:spPr>
          <p:txBody>
            <a:bodyPr/>
            <a:lstStyle/>
            <a:p>
              <a:endParaRPr lang="en-DE"/>
            </a:p>
          </p:txBody>
        </p:sp>
        <p:sp>
          <p:nvSpPr>
            <p:cNvPr id="524" name="Shape 19">
              <a:extLst>
                <a:ext uri="{FF2B5EF4-FFF2-40B4-BE49-F238E27FC236}">
                  <a16:creationId xmlns:a16="http://schemas.microsoft.com/office/drawing/2014/main" id="{09B9AC36-4B90-3415-45B5-4689BCD5312C}"/>
                </a:ext>
              </a:extLst>
            </p:cNvPr>
            <p:cNvSpPr/>
            <p:nvPr/>
          </p:nvSpPr>
          <p:spPr>
            <a:xfrm rot="5400000">
              <a:off x="2844830" y="3091921"/>
              <a:ext cx="580795" cy="908949"/>
            </a:xfrm>
            <a:prstGeom prst="line">
              <a:avLst/>
            </a:prstGeom>
            <a:noFill/>
            <a:ln w="3175">
              <a:solidFill>
                <a:srgbClr val="B8BFC9"/>
              </a:solidFill>
              <a:prstDash val="solid"/>
            </a:ln>
          </p:spPr>
          <p:txBody>
            <a:bodyPr/>
            <a:lstStyle/>
            <a:p>
              <a:endParaRPr lang="en-DE"/>
            </a:p>
          </p:txBody>
        </p:sp>
        <p:sp>
          <p:nvSpPr>
            <p:cNvPr id="525" name="Shape 20">
              <a:extLst>
                <a:ext uri="{FF2B5EF4-FFF2-40B4-BE49-F238E27FC236}">
                  <a16:creationId xmlns:a16="http://schemas.microsoft.com/office/drawing/2014/main" id="{839C7751-B8F2-61E0-9F24-B966C07E8507}"/>
                </a:ext>
              </a:extLst>
            </p:cNvPr>
            <p:cNvSpPr/>
            <p:nvPr/>
          </p:nvSpPr>
          <p:spPr>
            <a:xfrm rot="5400000">
              <a:off x="2714980" y="2962071"/>
              <a:ext cx="580795" cy="1168649"/>
            </a:xfrm>
            <a:prstGeom prst="line">
              <a:avLst/>
            </a:prstGeom>
            <a:noFill/>
            <a:ln w="3175">
              <a:solidFill>
                <a:srgbClr val="B8BFC9"/>
              </a:solidFill>
              <a:prstDash val="solid"/>
            </a:ln>
          </p:spPr>
          <p:txBody>
            <a:bodyPr/>
            <a:lstStyle/>
            <a:p>
              <a:endParaRPr lang="en-DE"/>
            </a:p>
          </p:txBody>
        </p:sp>
        <p:sp>
          <p:nvSpPr>
            <p:cNvPr id="526" name="Shape 21">
              <a:extLst>
                <a:ext uri="{FF2B5EF4-FFF2-40B4-BE49-F238E27FC236}">
                  <a16:creationId xmlns:a16="http://schemas.microsoft.com/office/drawing/2014/main" id="{078A7DF1-76DE-6B3E-482E-94512BD2665C}"/>
                </a:ext>
              </a:extLst>
            </p:cNvPr>
            <p:cNvSpPr/>
            <p:nvPr/>
          </p:nvSpPr>
          <p:spPr>
            <a:xfrm rot="5400000" flipV="1">
              <a:off x="3234380" y="3351621"/>
              <a:ext cx="580795" cy="389551"/>
            </a:xfrm>
            <a:prstGeom prst="line">
              <a:avLst/>
            </a:prstGeom>
            <a:noFill/>
            <a:ln w="3175">
              <a:solidFill>
                <a:srgbClr val="B8BFC9"/>
              </a:solidFill>
              <a:prstDash val="solid"/>
            </a:ln>
          </p:spPr>
          <p:txBody>
            <a:bodyPr/>
            <a:lstStyle/>
            <a:p>
              <a:endParaRPr lang="en-DE"/>
            </a:p>
          </p:txBody>
        </p:sp>
        <p:sp>
          <p:nvSpPr>
            <p:cNvPr id="527" name="Shape 22">
              <a:extLst>
                <a:ext uri="{FF2B5EF4-FFF2-40B4-BE49-F238E27FC236}">
                  <a16:creationId xmlns:a16="http://schemas.microsoft.com/office/drawing/2014/main" id="{A874292B-DAEA-D1A0-C7E3-D741FD75B35B}"/>
                </a:ext>
              </a:extLst>
            </p:cNvPr>
            <p:cNvSpPr/>
            <p:nvPr/>
          </p:nvSpPr>
          <p:spPr>
            <a:xfrm rot="5400000" flipV="1">
              <a:off x="3104530" y="3481470"/>
              <a:ext cx="580795" cy="129850"/>
            </a:xfrm>
            <a:prstGeom prst="line">
              <a:avLst/>
            </a:prstGeom>
            <a:noFill/>
            <a:ln w="3175">
              <a:solidFill>
                <a:srgbClr val="B8BFC9"/>
              </a:solidFill>
              <a:prstDash val="solid"/>
            </a:ln>
          </p:spPr>
          <p:txBody>
            <a:bodyPr/>
            <a:lstStyle/>
            <a:p>
              <a:endParaRPr lang="en-DE"/>
            </a:p>
          </p:txBody>
        </p:sp>
        <p:sp>
          <p:nvSpPr>
            <p:cNvPr id="528" name="Shape 23">
              <a:extLst>
                <a:ext uri="{FF2B5EF4-FFF2-40B4-BE49-F238E27FC236}">
                  <a16:creationId xmlns:a16="http://schemas.microsoft.com/office/drawing/2014/main" id="{6B19C6A2-7DDF-554A-4086-4D15FA11DC0C}"/>
                </a:ext>
              </a:extLst>
            </p:cNvPr>
            <p:cNvSpPr/>
            <p:nvPr/>
          </p:nvSpPr>
          <p:spPr>
            <a:xfrm rot="5400000">
              <a:off x="2974679" y="3481470"/>
              <a:ext cx="580795" cy="129850"/>
            </a:xfrm>
            <a:prstGeom prst="line">
              <a:avLst/>
            </a:prstGeom>
            <a:noFill/>
            <a:ln w="3175">
              <a:solidFill>
                <a:srgbClr val="B8BFC9"/>
              </a:solidFill>
              <a:prstDash val="solid"/>
            </a:ln>
          </p:spPr>
          <p:txBody>
            <a:bodyPr/>
            <a:lstStyle/>
            <a:p>
              <a:endParaRPr lang="en-DE"/>
            </a:p>
          </p:txBody>
        </p:sp>
        <p:sp>
          <p:nvSpPr>
            <p:cNvPr id="529" name="Shape 24">
              <a:extLst>
                <a:ext uri="{FF2B5EF4-FFF2-40B4-BE49-F238E27FC236}">
                  <a16:creationId xmlns:a16="http://schemas.microsoft.com/office/drawing/2014/main" id="{2BEFFF87-CE01-780D-E6CF-2690325DD817}"/>
                </a:ext>
              </a:extLst>
            </p:cNvPr>
            <p:cNvSpPr/>
            <p:nvPr/>
          </p:nvSpPr>
          <p:spPr>
            <a:xfrm rot="5400000">
              <a:off x="2844829" y="3351621"/>
              <a:ext cx="580795" cy="389551"/>
            </a:xfrm>
            <a:prstGeom prst="line">
              <a:avLst/>
            </a:prstGeom>
            <a:noFill/>
            <a:ln w="3175">
              <a:solidFill>
                <a:srgbClr val="B8BFC9"/>
              </a:solidFill>
              <a:prstDash val="solid"/>
            </a:ln>
          </p:spPr>
          <p:txBody>
            <a:bodyPr/>
            <a:lstStyle/>
            <a:p>
              <a:endParaRPr lang="en-DE"/>
            </a:p>
          </p:txBody>
        </p:sp>
        <p:sp>
          <p:nvSpPr>
            <p:cNvPr id="530" name="Shape 25">
              <a:extLst>
                <a:ext uri="{FF2B5EF4-FFF2-40B4-BE49-F238E27FC236}">
                  <a16:creationId xmlns:a16="http://schemas.microsoft.com/office/drawing/2014/main" id="{1B13C69F-A02F-2DF7-0C7A-91809D92A5B8}"/>
                </a:ext>
              </a:extLst>
            </p:cNvPr>
            <p:cNvSpPr/>
            <p:nvPr/>
          </p:nvSpPr>
          <p:spPr>
            <a:xfrm rot="5400000">
              <a:off x="2714980" y="3221771"/>
              <a:ext cx="580795" cy="649249"/>
            </a:xfrm>
            <a:prstGeom prst="line">
              <a:avLst/>
            </a:prstGeom>
            <a:noFill/>
            <a:ln w="3175">
              <a:solidFill>
                <a:srgbClr val="B8BFC9"/>
              </a:solidFill>
              <a:prstDash val="solid"/>
            </a:ln>
          </p:spPr>
          <p:txBody>
            <a:bodyPr/>
            <a:lstStyle/>
            <a:p>
              <a:endParaRPr lang="en-DE"/>
            </a:p>
          </p:txBody>
        </p:sp>
        <p:sp>
          <p:nvSpPr>
            <p:cNvPr id="531" name="Shape 26">
              <a:extLst>
                <a:ext uri="{FF2B5EF4-FFF2-40B4-BE49-F238E27FC236}">
                  <a16:creationId xmlns:a16="http://schemas.microsoft.com/office/drawing/2014/main" id="{21F19DCA-5EEC-4DD0-05EB-7F062AC065DE}"/>
                </a:ext>
              </a:extLst>
            </p:cNvPr>
            <p:cNvSpPr/>
            <p:nvPr/>
          </p:nvSpPr>
          <p:spPr>
            <a:xfrm rot="5400000">
              <a:off x="2585131" y="3091921"/>
              <a:ext cx="580795" cy="908949"/>
            </a:xfrm>
            <a:prstGeom prst="line">
              <a:avLst/>
            </a:prstGeom>
            <a:noFill/>
            <a:ln w="3175">
              <a:solidFill>
                <a:srgbClr val="B8BFC9"/>
              </a:solidFill>
              <a:prstDash val="solid"/>
            </a:ln>
          </p:spPr>
          <p:txBody>
            <a:bodyPr/>
            <a:lstStyle/>
            <a:p>
              <a:endParaRPr lang="en-DE"/>
            </a:p>
          </p:txBody>
        </p:sp>
        <p:sp>
          <p:nvSpPr>
            <p:cNvPr id="532" name="Shape 27">
              <a:extLst>
                <a:ext uri="{FF2B5EF4-FFF2-40B4-BE49-F238E27FC236}">
                  <a16:creationId xmlns:a16="http://schemas.microsoft.com/office/drawing/2014/main" id="{01F91840-704B-0AAE-0A82-A5925E130711}"/>
                </a:ext>
              </a:extLst>
            </p:cNvPr>
            <p:cNvSpPr/>
            <p:nvPr/>
          </p:nvSpPr>
          <p:spPr>
            <a:xfrm rot="5400000" flipV="1">
              <a:off x="3104530" y="3221771"/>
              <a:ext cx="580795" cy="649249"/>
            </a:xfrm>
            <a:prstGeom prst="line">
              <a:avLst/>
            </a:prstGeom>
            <a:noFill/>
            <a:ln w="3175">
              <a:solidFill>
                <a:srgbClr val="B8BFC9"/>
              </a:solidFill>
              <a:prstDash val="solid"/>
            </a:ln>
          </p:spPr>
          <p:txBody>
            <a:bodyPr/>
            <a:lstStyle/>
            <a:p>
              <a:endParaRPr lang="en-DE"/>
            </a:p>
          </p:txBody>
        </p:sp>
        <p:sp>
          <p:nvSpPr>
            <p:cNvPr id="533" name="Shape 28">
              <a:extLst>
                <a:ext uri="{FF2B5EF4-FFF2-40B4-BE49-F238E27FC236}">
                  <a16:creationId xmlns:a16="http://schemas.microsoft.com/office/drawing/2014/main" id="{6393B967-39BB-6B10-6790-37C9E16AC01A}"/>
                </a:ext>
              </a:extLst>
            </p:cNvPr>
            <p:cNvSpPr/>
            <p:nvPr/>
          </p:nvSpPr>
          <p:spPr>
            <a:xfrm rot="5400000" flipV="1">
              <a:off x="2974679" y="3351621"/>
              <a:ext cx="580795" cy="389551"/>
            </a:xfrm>
            <a:prstGeom prst="line">
              <a:avLst/>
            </a:prstGeom>
            <a:noFill/>
            <a:ln w="3175">
              <a:solidFill>
                <a:srgbClr val="B8BFC9"/>
              </a:solidFill>
              <a:prstDash val="solid"/>
            </a:ln>
          </p:spPr>
          <p:txBody>
            <a:bodyPr/>
            <a:lstStyle/>
            <a:p>
              <a:endParaRPr lang="en-DE"/>
            </a:p>
          </p:txBody>
        </p:sp>
        <p:sp>
          <p:nvSpPr>
            <p:cNvPr id="534" name="Shape 29">
              <a:extLst>
                <a:ext uri="{FF2B5EF4-FFF2-40B4-BE49-F238E27FC236}">
                  <a16:creationId xmlns:a16="http://schemas.microsoft.com/office/drawing/2014/main" id="{CDEFD49D-02BA-9463-155A-FB8224B79C20}"/>
                </a:ext>
              </a:extLst>
            </p:cNvPr>
            <p:cNvSpPr/>
            <p:nvPr/>
          </p:nvSpPr>
          <p:spPr>
            <a:xfrm rot="5400000" flipV="1">
              <a:off x="2844829" y="3481470"/>
              <a:ext cx="580795" cy="129850"/>
            </a:xfrm>
            <a:prstGeom prst="line">
              <a:avLst/>
            </a:prstGeom>
            <a:noFill/>
            <a:ln w="3175">
              <a:solidFill>
                <a:srgbClr val="B8BFC9"/>
              </a:solidFill>
              <a:prstDash val="solid"/>
            </a:ln>
          </p:spPr>
          <p:txBody>
            <a:bodyPr/>
            <a:lstStyle/>
            <a:p>
              <a:endParaRPr lang="en-DE"/>
            </a:p>
          </p:txBody>
        </p:sp>
        <p:sp>
          <p:nvSpPr>
            <p:cNvPr id="535" name="Shape 30">
              <a:extLst>
                <a:ext uri="{FF2B5EF4-FFF2-40B4-BE49-F238E27FC236}">
                  <a16:creationId xmlns:a16="http://schemas.microsoft.com/office/drawing/2014/main" id="{D72C8D9B-9C6A-AE07-DA0F-DA2AC61AC0A2}"/>
                </a:ext>
              </a:extLst>
            </p:cNvPr>
            <p:cNvSpPr/>
            <p:nvPr/>
          </p:nvSpPr>
          <p:spPr>
            <a:xfrm rot="5400000">
              <a:off x="2714979" y="3481470"/>
              <a:ext cx="580795" cy="129850"/>
            </a:xfrm>
            <a:prstGeom prst="line">
              <a:avLst/>
            </a:prstGeom>
            <a:noFill/>
            <a:ln w="3175">
              <a:solidFill>
                <a:srgbClr val="B8BFC9"/>
              </a:solidFill>
              <a:prstDash val="solid"/>
            </a:ln>
          </p:spPr>
          <p:txBody>
            <a:bodyPr/>
            <a:lstStyle/>
            <a:p>
              <a:endParaRPr lang="en-DE"/>
            </a:p>
          </p:txBody>
        </p:sp>
        <p:sp>
          <p:nvSpPr>
            <p:cNvPr id="536" name="Shape 31">
              <a:extLst>
                <a:ext uri="{FF2B5EF4-FFF2-40B4-BE49-F238E27FC236}">
                  <a16:creationId xmlns:a16="http://schemas.microsoft.com/office/drawing/2014/main" id="{3194F2AE-7485-BB87-A55C-2AF278A5DFC9}"/>
                </a:ext>
              </a:extLst>
            </p:cNvPr>
            <p:cNvSpPr/>
            <p:nvPr/>
          </p:nvSpPr>
          <p:spPr>
            <a:xfrm rot="5400000">
              <a:off x="2585130" y="3351621"/>
              <a:ext cx="580795" cy="389551"/>
            </a:xfrm>
            <a:prstGeom prst="line">
              <a:avLst/>
            </a:prstGeom>
            <a:noFill/>
            <a:ln w="3175">
              <a:solidFill>
                <a:srgbClr val="B8BFC9"/>
              </a:solidFill>
              <a:prstDash val="solid"/>
            </a:ln>
          </p:spPr>
          <p:txBody>
            <a:bodyPr/>
            <a:lstStyle/>
            <a:p>
              <a:endParaRPr lang="en-DE"/>
            </a:p>
          </p:txBody>
        </p:sp>
        <p:sp>
          <p:nvSpPr>
            <p:cNvPr id="537" name="Shape 32">
              <a:extLst>
                <a:ext uri="{FF2B5EF4-FFF2-40B4-BE49-F238E27FC236}">
                  <a16:creationId xmlns:a16="http://schemas.microsoft.com/office/drawing/2014/main" id="{0242D011-C27D-E1FC-9D8A-AC195DD62AAF}"/>
                </a:ext>
              </a:extLst>
            </p:cNvPr>
            <p:cNvSpPr/>
            <p:nvPr/>
          </p:nvSpPr>
          <p:spPr>
            <a:xfrm rot="5400000">
              <a:off x="2455282" y="3221771"/>
              <a:ext cx="580795" cy="649249"/>
            </a:xfrm>
            <a:prstGeom prst="line">
              <a:avLst/>
            </a:prstGeom>
            <a:noFill/>
            <a:ln w="3175">
              <a:solidFill>
                <a:srgbClr val="B8BFC9"/>
              </a:solidFill>
              <a:prstDash val="solid"/>
            </a:ln>
          </p:spPr>
          <p:txBody>
            <a:bodyPr/>
            <a:lstStyle/>
            <a:p>
              <a:endParaRPr lang="en-DE"/>
            </a:p>
          </p:txBody>
        </p:sp>
        <p:sp>
          <p:nvSpPr>
            <p:cNvPr id="538" name="Shape 33">
              <a:extLst>
                <a:ext uri="{FF2B5EF4-FFF2-40B4-BE49-F238E27FC236}">
                  <a16:creationId xmlns:a16="http://schemas.microsoft.com/office/drawing/2014/main" id="{0EBC1315-54F9-A1CC-1510-D53254568E39}"/>
                </a:ext>
              </a:extLst>
            </p:cNvPr>
            <p:cNvSpPr/>
            <p:nvPr/>
          </p:nvSpPr>
          <p:spPr>
            <a:xfrm rot="5400000" flipV="1">
              <a:off x="2974680" y="3091921"/>
              <a:ext cx="580795" cy="908949"/>
            </a:xfrm>
            <a:prstGeom prst="line">
              <a:avLst/>
            </a:prstGeom>
            <a:noFill/>
            <a:ln w="3175">
              <a:solidFill>
                <a:srgbClr val="B8BFC9"/>
              </a:solidFill>
              <a:prstDash val="solid"/>
            </a:ln>
          </p:spPr>
          <p:txBody>
            <a:bodyPr/>
            <a:lstStyle/>
            <a:p>
              <a:endParaRPr lang="en-DE"/>
            </a:p>
          </p:txBody>
        </p:sp>
        <p:sp>
          <p:nvSpPr>
            <p:cNvPr id="539" name="Shape 34">
              <a:extLst>
                <a:ext uri="{FF2B5EF4-FFF2-40B4-BE49-F238E27FC236}">
                  <a16:creationId xmlns:a16="http://schemas.microsoft.com/office/drawing/2014/main" id="{502AC9F7-CED4-9684-C47E-43E8B12545B2}"/>
                </a:ext>
              </a:extLst>
            </p:cNvPr>
            <p:cNvSpPr/>
            <p:nvPr/>
          </p:nvSpPr>
          <p:spPr>
            <a:xfrm rot="5400000" flipV="1">
              <a:off x="2844830" y="3221771"/>
              <a:ext cx="580795" cy="649249"/>
            </a:xfrm>
            <a:prstGeom prst="line">
              <a:avLst/>
            </a:prstGeom>
            <a:noFill/>
            <a:ln w="3175">
              <a:solidFill>
                <a:srgbClr val="B8BFC9"/>
              </a:solidFill>
              <a:prstDash val="solid"/>
            </a:ln>
          </p:spPr>
          <p:txBody>
            <a:bodyPr/>
            <a:lstStyle/>
            <a:p>
              <a:endParaRPr lang="en-DE"/>
            </a:p>
          </p:txBody>
        </p:sp>
        <p:sp>
          <p:nvSpPr>
            <p:cNvPr id="540" name="Shape 35">
              <a:extLst>
                <a:ext uri="{FF2B5EF4-FFF2-40B4-BE49-F238E27FC236}">
                  <a16:creationId xmlns:a16="http://schemas.microsoft.com/office/drawing/2014/main" id="{06BB9E6C-0EDF-92FD-9B63-54875F4C2ABF}"/>
                </a:ext>
              </a:extLst>
            </p:cNvPr>
            <p:cNvSpPr/>
            <p:nvPr/>
          </p:nvSpPr>
          <p:spPr>
            <a:xfrm rot="5400000" flipV="1">
              <a:off x="2714979" y="3351621"/>
              <a:ext cx="580795" cy="389551"/>
            </a:xfrm>
            <a:prstGeom prst="line">
              <a:avLst/>
            </a:prstGeom>
            <a:noFill/>
            <a:ln w="3175">
              <a:solidFill>
                <a:srgbClr val="B8BFC9"/>
              </a:solidFill>
              <a:prstDash val="solid"/>
            </a:ln>
          </p:spPr>
          <p:txBody>
            <a:bodyPr/>
            <a:lstStyle/>
            <a:p>
              <a:endParaRPr lang="en-DE"/>
            </a:p>
          </p:txBody>
        </p:sp>
        <p:sp>
          <p:nvSpPr>
            <p:cNvPr id="541" name="Shape 36">
              <a:extLst>
                <a:ext uri="{FF2B5EF4-FFF2-40B4-BE49-F238E27FC236}">
                  <a16:creationId xmlns:a16="http://schemas.microsoft.com/office/drawing/2014/main" id="{2F0CC81E-5FFC-107D-79E0-AFD23E3026A8}"/>
                </a:ext>
              </a:extLst>
            </p:cNvPr>
            <p:cNvSpPr/>
            <p:nvPr/>
          </p:nvSpPr>
          <p:spPr>
            <a:xfrm rot="5400000" flipV="1">
              <a:off x="2585131" y="3481470"/>
              <a:ext cx="580795" cy="129850"/>
            </a:xfrm>
            <a:prstGeom prst="line">
              <a:avLst/>
            </a:prstGeom>
            <a:noFill/>
            <a:ln w="3175">
              <a:solidFill>
                <a:srgbClr val="B8BFC9"/>
              </a:solidFill>
              <a:prstDash val="solid"/>
            </a:ln>
          </p:spPr>
          <p:txBody>
            <a:bodyPr/>
            <a:lstStyle/>
            <a:p>
              <a:endParaRPr lang="en-DE"/>
            </a:p>
          </p:txBody>
        </p:sp>
        <p:sp>
          <p:nvSpPr>
            <p:cNvPr id="542" name="Shape 37">
              <a:extLst>
                <a:ext uri="{FF2B5EF4-FFF2-40B4-BE49-F238E27FC236}">
                  <a16:creationId xmlns:a16="http://schemas.microsoft.com/office/drawing/2014/main" id="{D46F9DDD-FC94-A5F8-A38D-8A9AFAFD41CC}"/>
                </a:ext>
              </a:extLst>
            </p:cNvPr>
            <p:cNvSpPr/>
            <p:nvPr/>
          </p:nvSpPr>
          <p:spPr>
            <a:xfrm rot="5400000">
              <a:off x="2455281" y="3481470"/>
              <a:ext cx="580795" cy="129850"/>
            </a:xfrm>
            <a:prstGeom prst="line">
              <a:avLst/>
            </a:prstGeom>
            <a:noFill/>
            <a:ln w="3175">
              <a:solidFill>
                <a:srgbClr val="B8BFC9"/>
              </a:solidFill>
              <a:prstDash val="solid"/>
            </a:ln>
          </p:spPr>
          <p:txBody>
            <a:bodyPr/>
            <a:lstStyle/>
            <a:p>
              <a:endParaRPr lang="en-DE"/>
            </a:p>
          </p:txBody>
        </p:sp>
        <p:sp>
          <p:nvSpPr>
            <p:cNvPr id="543" name="Shape 38">
              <a:extLst>
                <a:ext uri="{FF2B5EF4-FFF2-40B4-BE49-F238E27FC236}">
                  <a16:creationId xmlns:a16="http://schemas.microsoft.com/office/drawing/2014/main" id="{D1AAC67C-8173-83F1-8900-13029EA56D2B}"/>
                </a:ext>
              </a:extLst>
            </p:cNvPr>
            <p:cNvSpPr/>
            <p:nvPr/>
          </p:nvSpPr>
          <p:spPr>
            <a:xfrm rot="5400000">
              <a:off x="2325431" y="3351621"/>
              <a:ext cx="580795" cy="389551"/>
            </a:xfrm>
            <a:prstGeom prst="line">
              <a:avLst/>
            </a:prstGeom>
            <a:noFill/>
            <a:ln w="3175">
              <a:solidFill>
                <a:srgbClr val="B8BFC9"/>
              </a:solidFill>
              <a:prstDash val="solid"/>
            </a:ln>
          </p:spPr>
          <p:txBody>
            <a:bodyPr/>
            <a:lstStyle/>
            <a:p>
              <a:endParaRPr lang="en-DE"/>
            </a:p>
          </p:txBody>
        </p:sp>
        <p:sp>
          <p:nvSpPr>
            <p:cNvPr id="544" name="Shape 39">
              <a:extLst>
                <a:ext uri="{FF2B5EF4-FFF2-40B4-BE49-F238E27FC236}">
                  <a16:creationId xmlns:a16="http://schemas.microsoft.com/office/drawing/2014/main" id="{E5ACC9AA-7253-1CE3-0375-F8B59B1428E7}"/>
                </a:ext>
              </a:extLst>
            </p:cNvPr>
            <p:cNvSpPr/>
            <p:nvPr/>
          </p:nvSpPr>
          <p:spPr>
            <a:xfrm rot="5400000" flipV="1">
              <a:off x="2844830" y="2962071"/>
              <a:ext cx="580795" cy="1168649"/>
            </a:xfrm>
            <a:prstGeom prst="line">
              <a:avLst/>
            </a:prstGeom>
            <a:noFill/>
            <a:ln w="3175">
              <a:solidFill>
                <a:srgbClr val="B8BFC9"/>
              </a:solidFill>
              <a:prstDash val="solid"/>
            </a:ln>
          </p:spPr>
          <p:txBody>
            <a:bodyPr/>
            <a:lstStyle/>
            <a:p>
              <a:endParaRPr lang="en-DE"/>
            </a:p>
          </p:txBody>
        </p:sp>
        <p:sp>
          <p:nvSpPr>
            <p:cNvPr id="545" name="Shape 40">
              <a:extLst>
                <a:ext uri="{FF2B5EF4-FFF2-40B4-BE49-F238E27FC236}">
                  <a16:creationId xmlns:a16="http://schemas.microsoft.com/office/drawing/2014/main" id="{4C3E9A92-92B9-8CE2-93BA-4457DA01EBA1}"/>
                </a:ext>
              </a:extLst>
            </p:cNvPr>
            <p:cNvSpPr/>
            <p:nvPr/>
          </p:nvSpPr>
          <p:spPr>
            <a:xfrm rot="5400000" flipV="1">
              <a:off x="2714980" y="3091921"/>
              <a:ext cx="580795" cy="908949"/>
            </a:xfrm>
            <a:prstGeom prst="line">
              <a:avLst/>
            </a:prstGeom>
            <a:noFill/>
            <a:ln w="3175">
              <a:solidFill>
                <a:srgbClr val="B8BFC9"/>
              </a:solidFill>
              <a:prstDash val="solid"/>
            </a:ln>
          </p:spPr>
          <p:txBody>
            <a:bodyPr/>
            <a:lstStyle/>
            <a:p>
              <a:endParaRPr lang="en-DE"/>
            </a:p>
          </p:txBody>
        </p:sp>
        <p:sp>
          <p:nvSpPr>
            <p:cNvPr id="546" name="Shape 41">
              <a:extLst>
                <a:ext uri="{FF2B5EF4-FFF2-40B4-BE49-F238E27FC236}">
                  <a16:creationId xmlns:a16="http://schemas.microsoft.com/office/drawing/2014/main" id="{F62CE971-6A7E-683C-F418-DA996090B058}"/>
                </a:ext>
              </a:extLst>
            </p:cNvPr>
            <p:cNvSpPr/>
            <p:nvPr/>
          </p:nvSpPr>
          <p:spPr>
            <a:xfrm rot="5400000" flipV="1">
              <a:off x="2585131" y="3221771"/>
              <a:ext cx="580795" cy="649249"/>
            </a:xfrm>
            <a:prstGeom prst="line">
              <a:avLst/>
            </a:prstGeom>
            <a:noFill/>
            <a:ln w="3175">
              <a:solidFill>
                <a:srgbClr val="B8BFC9"/>
              </a:solidFill>
              <a:prstDash val="solid"/>
            </a:ln>
          </p:spPr>
          <p:txBody>
            <a:bodyPr/>
            <a:lstStyle/>
            <a:p>
              <a:endParaRPr lang="en-DE"/>
            </a:p>
          </p:txBody>
        </p:sp>
        <p:sp>
          <p:nvSpPr>
            <p:cNvPr id="547" name="Shape 42">
              <a:extLst>
                <a:ext uri="{FF2B5EF4-FFF2-40B4-BE49-F238E27FC236}">
                  <a16:creationId xmlns:a16="http://schemas.microsoft.com/office/drawing/2014/main" id="{F573BE9F-10A5-2ADB-58A2-690977266D34}"/>
                </a:ext>
              </a:extLst>
            </p:cNvPr>
            <p:cNvSpPr/>
            <p:nvPr/>
          </p:nvSpPr>
          <p:spPr>
            <a:xfrm rot="5400000" flipV="1">
              <a:off x="2455281" y="3351621"/>
              <a:ext cx="580795" cy="389551"/>
            </a:xfrm>
            <a:prstGeom prst="line">
              <a:avLst/>
            </a:prstGeom>
            <a:noFill/>
            <a:ln w="3175">
              <a:solidFill>
                <a:srgbClr val="B8BFC9"/>
              </a:solidFill>
              <a:prstDash val="solid"/>
            </a:ln>
          </p:spPr>
          <p:txBody>
            <a:bodyPr/>
            <a:lstStyle/>
            <a:p>
              <a:endParaRPr lang="en-DE"/>
            </a:p>
          </p:txBody>
        </p:sp>
        <p:sp>
          <p:nvSpPr>
            <p:cNvPr id="548" name="Shape 43">
              <a:extLst>
                <a:ext uri="{FF2B5EF4-FFF2-40B4-BE49-F238E27FC236}">
                  <a16:creationId xmlns:a16="http://schemas.microsoft.com/office/drawing/2014/main" id="{5932E0DC-BC65-D285-2474-FECEAF58F399}"/>
                </a:ext>
              </a:extLst>
            </p:cNvPr>
            <p:cNvSpPr/>
            <p:nvPr/>
          </p:nvSpPr>
          <p:spPr>
            <a:xfrm rot="5400000" flipV="1">
              <a:off x="2325431" y="3481470"/>
              <a:ext cx="580795" cy="129850"/>
            </a:xfrm>
            <a:prstGeom prst="line">
              <a:avLst/>
            </a:prstGeom>
            <a:noFill/>
            <a:ln w="3175">
              <a:solidFill>
                <a:srgbClr val="B8BFC9"/>
              </a:solidFill>
              <a:prstDash val="solid"/>
            </a:ln>
          </p:spPr>
          <p:txBody>
            <a:bodyPr/>
            <a:lstStyle/>
            <a:p>
              <a:endParaRPr lang="en-DE"/>
            </a:p>
          </p:txBody>
        </p:sp>
        <p:sp>
          <p:nvSpPr>
            <p:cNvPr id="549" name="Shape 44">
              <a:extLst>
                <a:ext uri="{FF2B5EF4-FFF2-40B4-BE49-F238E27FC236}">
                  <a16:creationId xmlns:a16="http://schemas.microsoft.com/office/drawing/2014/main" id="{68912121-B074-79E0-31CE-91558A22E481}"/>
                </a:ext>
              </a:extLst>
            </p:cNvPr>
            <p:cNvSpPr/>
            <p:nvPr/>
          </p:nvSpPr>
          <p:spPr>
            <a:xfrm rot="5400000">
              <a:off x="2195581" y="3481470"/>
              <a:ext cx="580795" cy="129850"/>
            </a:xfrm>
            <a:prstGeom prst="line">
              <a:avLst/>
            </a:prstGeom>
            <a:noFill/>
            <a:ln w="3175">
              <a:solidFill>
                <a:srgbClr val="B8BFC9"/>
              </a:solidFill>
              <a:prstDash val="solid"/>
            </a:ln>
          </p:spPr>
          <p:txBody>
            <a:bodyPr/>
            <a:lstStyle/>
            <a:p>
              <a:endParaRPr lang="en-DE"/>
            </a:p>
          </p:txBody>
        </p:sp>
        <p:sp>
          <p:nvSpPr>
            <p:cNvPr id="550" name="Shape 45">
              <a:extLst>
                <a:ext uri="{FF2B5EF4-FFF2-40B4-BE49-F238E27FC236}">
                  <a16:creationId xmlns:a16="http://schemas.microsoft.com/office/drawing/2014/main" id="{ACA3FCDE-978B-22B3-8546-8FBF863832B0}"/>
                </a:ext>
              </a:extLst>
            </p:cNvPr>
            <p:cNvSpPr/>
            <p:nvPr/>
          </p:nvSpPr>
          <p:spPr>
            <a:xfrm rot="5400000">
              <a:off x="3364230" y="4062268"/>
              <a:ext cx="580795" cy="129850"/>
            </a:xfrm>
            <a:prstGeom prst="line">
              <a:avLst/>
            </a:prstGeom>
            <a:noFill/>
            <a:ln w="3175">
              <a:solidFill>
                <a:srgbClr val="B8BFC9"/>
              </a:solidFill>
              <a:prstDash val="solid"/>
            </a:ln>
          </p:spPr>
          <p:txBody>
            <a:bodyPr/>
            <a:lstStyle/>
            <a:p>
              <a:endParaRPr lang="en-DE"/>
            </a:p>
          </p:txBody>
        </p:sp>
        <p:sp>
          <p:nvSpPr>
            <p:cNvPr id="551" name="Shape 46">
              <a:extLst>
                <a:ext uri="{FF2B5EF4-FFF2-40B4-BE49-F238E27FC236}">
                  <a16:creationId xmlns:a16="http://schemas.microsoft.com/office/drawing/2014/main" id="{3451D9EB-DE19-F23E-C823-1D80FCCB403C}"/>
                </a:ext>
              </a:extLst>
            </p:cNvPr>
            <p:cNvSpPr/>
            <p:nvPr/>
          </p:nvSpPr>
          <p:spPr>
            <a:xfrm rot="5400000">
              <a:off x="3234380" y="3932417"/>
              <a:ext cx="580795" cy="389551"/>
            </a:xfrm>
            <a:prstGeom prst="line">
              <a:avLst/>
            </a:prstGeom>
            <a:noFill/>
            <a:ln w="3175">
              <a:solidFill>
                <a:srgbClr val="B8BFC9"/>
              </a:solidFill>
              <a:prstDash val="solid"/>
            </a:ln>
          </p:spPr>
          <p:txBody>
            <a:bodyPr/>
            <a:lstStyle/>
            <a:p>
              <a:endParaRPr lang="en-DE"/>
            </a:p>
          </p:txBody>
        </p:sp>
        <p:sp>
          <p:nvSpPr>
            <p:cNvPr id="552" name="Shape 47">
              <a:extLst>
                <a:ext uri="{FF2B5EF4-FFF2-40B4-BE49-F238E27FC236}">
                  <a16:creationId xmlns:a16="http://schemas.microsoft.com/office/drawing/2014/main" id="{741668C1-492A-AE88-3195-1DA26FC8C5DE}"/>
                </a:ext>
              </a:extLst>
            </p:cNvPr>
            <p:cNvSpPr/>
            <p:nvPr/>
          </p:nvSpPr>
          <p:spPr>
            <a:xfrm rot="5400000">
              <a:off x="3104530" y="3802568"/>
              <a:ext cx="580795" cy="649249"/>
            </a:xfrm>
            <a:prstGeom prst="line">
              <a:avLst/>
            </a:prstGeom>
            <a:noFill/>
            <a:ln w="3175">
              <a:solidFill>
                <a:srgbClr val="B8BFC9"/>
              </a:solidFill>
              <a:prstDash val="solid"/>
            </a:ln>
          </p:spPr>
          <p:txBody>
            <a:bodyPr/>
            <a:lstStyle/>
            <a:p>
              <a:endParaRPr lang="en-DE"/>
            </a:p>
          </p:txBody>
        </p:sp>
        <p:sp>
          <p:nvSpPr>
            <p:cNvPr id="553" name="Shape 48">
              <a:extLst>
                <a:ext uri="{FF2B5EF4-FFF2-40B4-BE49-F238E27FC236}">
                  <a16:creationId xmlns:a16="http://schemas.microsoft.com/office/drawing/2014/main" id="{F1E5981A-1E85-B8B4-E7D6-45BB3CA1DBEC}"/>
                </a:ext>
              </a:extLst>
            </p:cNvPr>
            <p:cNvSpPr/>
            <p:nvPr/>
          </p:nvSpPr>
          <p:spPr>
            <a:xfrm rot="5400000">
              <a:off x="2974680" y="3672718"/>
              <a:ext cx="580795" cy="908949"/>
            </a:xfrm>
            <a:prstGeom prst="line">
              <a:avLst/>
            </a:prstGeom>
            <a:noFill/>
            <a:ln w="3175">
              <a:solidFill>
                <a:srgbClr val="B8BFC9"/>
              </a:solidFill>
              <a:prstDash val="solid"/>
            </a:ln>
          </p:spPr>
          <p:txBody>
            <a:bodyPr/>
            <a:lstStyle/>
            <a:p>
              <a:endParaRPr lang="en-DE"/>
            </a:p>
          </p:txBody>
        </p:sp>
        <p:sp>
          <p:nvSpPr>
            <p:cNvPr id="554" name="Shape 49">
              <a:extLst>
                <a:ext uri="{FF2B5EF4-FFF2-40B4-BE49-F238E27FC236}">
                  <a16:creationId xmlns:a16="http://schemas.microsoft.com/office/drawing/2014/main" id="{65512395-9767-9B2D-DBAA-CA046E2CF6FD}"/>
                </a:ext>
              </a:extLst>
            </p:cNvPr>
            <p:cNvSpPr/>
            <p:nvPr/>
          </p:nvSpPr>
          <p:spPr>
            <a:xfrm rot="5400000">
              <a:off x="2844830" y="3542867"/>
              <a:ext cx="580795" cy="1168649"/>
            </a:xfrm>
            <a:prstGeom prst="line">
              <a:avLst/>
            </a:prstGeom>
            <a:noFill/>
            <a:ln w="3175">
              <a:solidFill>
                <a:srgbClr val="B8BFC9"/>
              </a:solidFill>
              <a:prstDash val="solid"/>
            </a:ln>
          </p:spPr>
          <p:txBody>
            <a:bodyPr/>
            <a:lstStyle/>
            <a:p>
              <a:endParaRPr lang="en-DE"/>
            </a:p>
          </p:txBody>
        </p:sp>
        <p:sp>
          <p:nvSpPr>
            <p:cNvPr id="555" name="Shape 50">
              <a:extLst>
                <a:ext uri="{FF2B5EF4-FFF2-40B4-BE49-F238E27FC236}">
                  <a16:creationId xmlns:a16="http://schemas.microsoft.com/office/drawing/2014/main" id="{52EE0EF0-058B-8730-2663-4DCFAA1635BC}"/>
                </a:ext>
              </a:extLst>
            </p:cNvPr>
            <p:cNvSpPr/>
            <p:nvPr/>
          </p:nvSpPr>
          <p:spPr>
            <a:xfrm rot="5400000" flipV="1">
              <a:off x="3234380" y="4062268"/>
              <a:ext cx="580795" cy="129850"/>
            </a:xfrm>
            <a:prstGeom prst="line">
              <a:avLst/>
            </a:prstGeom>
            <a:noFill/>
            <a:ln w="3175">
              <a:solidFill>
                <a:srgbClr val="B8BFC9"/>
              </a:solidFill>
              <a:prstDash val="solid"/>
            </a:ln>
          </p:spPr>
          <p:txBody>
            <a:bodyPr/>
            <a:lstStyle/>
            <a:p>
              <a:endParaRPr lang="en-DE"/>
            </a:p>
          </p:txBody>
        </p:sp>
        <p:sp>
          <p:nvSpPr>
            <p:cNvPr id="556" name="Shape 51">
              <a:extLst>
                <a:ext uri="{FF2B5EF4-FFF2-40B4-BE49-F238E27FC236}">
                  <a16:creationId xmlns:a16="http://schemas.microsoft.com/office/drawing/2014/main" id="{D952388E-547D-9C76-7099-ACC052EC05C9}"/>
                </a:ext>
              </a:extLst>
            </p:cNvPr>
            <p:cNvSpPr/>
            <p:nvPr/>
          </p:nvSpPr>
          <p:spPr>
            <a:xfrm rot="5400000">
              <a:off x="3104530" y="4062268"/>
              <a:ext cx="580795" cy="129850"/>
            </a:xfrm>
            <a:prstGeom prst="line">
              <a:avLst/>
            </a:prstGeom>
            <a:noFill/>
            <a:ln w="3175">
              <a:solidFill>
                <a:srgbClr val="B8BFC9"/>
              </a:solidFill>
              <a:prstDash val="solid"/>
            </a:ln>
          </p:spPr>
          <p:txBody>
            <a:bodyPr/>
            <a:lstStyle/>
            <a:p>
              <a:endParaRPr lang="en-DE"/>
            </a:p>
          </p:txBody>
        </p:sp>
        <p:sp>
          <p:nvSpPr>
            <p:cNvPr id="557" name="Shape 52">
              <a:extLst>
                <a:ext uri="{FF2B5EF4-FFF2-40B4-BE49-F238E27FC236}">
                  <a16:creationId xmlns:a16="http://schemas.microsoft.com/office/drawing/2014/main" id="{449F049A-8062-C43E-8970-2F5AA6DADF34}"/>
                </a:ext>
              </a:extLst>
            </p:cNvPr>
            <p:cNvSpPr/>
            <p:nvPr/>
          </p:nvSpPr>
          <p:spPr>
            <a:xfrm rot="5400000">
              <a:off x="2974679" y="3932417"/>
              <a:ext cx="580795" cy="389551"/>
            </a:xfrm>
            <a:prstGeom prst="line">
              <a:avLst/>
            </a:prstGeom>
            <a:noFill/>
            <a:ln w="3175">
              <a:solidFill>
                <a:srgbClr val="B8BFC9"/>
              </a:solidFill>
              <a:prstDash val="solid"/>
            </a:ln>
          </p:spPr>
          <p:txBody>
            <a:bodyPr/>
            <a:lstStyle/>
            <a:p>
              <a:endParaRPr lang="en-DE"/>
            </a:p>
          </p:txBody>
        </p:sp>
        <p:sp>
          <p:nvSpPr>
            <p:cNvPr id="558" name="Shape 53">
              <a:extLst>
                <a:ext uri="{FF2B5EF4-FFF2-40B4-BE49-F238E27FC236}">
                  <a16:creationId xmlns:a16="http://schemas.microsoft.com/office/drawing/2014/main" id="{1138FECC-D06C-F075-F8C5-774763F9C7E6}"/>
                </a:ext>
              </a:extLst>
            </p:cNvPr>
            <p:cNvSpPr/>
            <p:nvPr/>
          </p:nvSpPr>
          <p:spPr>
            <a:xfrm rot="5400000">
              <a:off x="2844830" y="3802568"/>
              <a:ext cx="580795" cy="649249"/>
            </a:xfrm>
            <a:prstGeom prst="line">
              <a:avLst/>
            </a:prstGeom>
            <a:noFill/>
            <a:ln w="3175">
              <a:solidFill>
                <a:srgbClr val="B8BFC9"/>
              </a:solidFill>
              <a:prstDash val="solid"/>
            </a:ln>
          </p:spPr>
          <p:txBody>
            <a:bodyPr/>
            <a:lstStyle/>
            <a:p>
              <a:endParaRPr lang="en-DE"/>
            </a:p>
          </p:txBody>
        </p:sp>
        <p:sp>
          <p:nvSpPr>
            <p:cNvPr id="559" name="Shape 54">
              <a:extLst>
                <a:ext uri="{FF2B5EF4-FFF2-40B4-BE49-F238E27FC236}">
                  <a16:creationId xmlns:a16="http://schemas.microsoft.com/office/drawing/2014/main" id="{647500BB-FDB4-A42E-FBCB-413616FECB43}"/>
                </a:ext>
              </a:extLst>
            </p:cNvPr>
            <p:cNvSpPr/>
            <p:nvPr/>
          </p:nvSpPr>
          <p:spPr>
            <a:xfrm rot="5400000">
              <a:off x="2714980" y="3672718"/>
              <a:ext cx="580795" cy="908949"/>
            </a:xfrm>
            <a:prstGeom prst="line">
              <a:avLst/>
            </a:prstGeom>
            <a:noFill/>
            <a:ln w="3175">
              <a:solidFill>
                <a:srgbClr val="B8BFC9"/>
              </a:solidFill>
              <a:prstDash val="solid"/>
            </a:ln>
          </p:spPr>
          <p:txBody>
            <a:bodyPr/>
            <a:lstStyle/>
            <a:p>
              <a:endParaRPr lang="en-DE"/>
            </a:p>
          </p:txBody>
        </p:sp>
        <p:sp>
          <p:nvSpPr>
            <p:cNvPr id="560" name="Shape 55">
              <a:extLst>
                <a:ext uri="{FF2B5EF4-FFF2-40B4-BE49-F238E27FC236}">
                  <a16:creationId xmlns:a16="http://schemas.microsoft.com/office/drawing/2014/main" id="{B558E8FE-F3BB-5D3B-F1EE-C20CAF653052}"/>
                </a:ext>
              </a:extLst>
            </p:cNvPr>
            <p:cNvSpPr/>
            <p:nvPr/>
          </p:nvSpPr>
          <p:spPr>
            <a:xfrm rot="5400000" flipV="1">
              <a:off x="3104530" y="3932417"/>
              <a:ext cx="580795" cy="389551"/>
            </a:xfrm>
            <a:prstGeom prst="line">
              <a:avLst/>
            </a:prstGeom>
            <a:noFill/>
            <a:ln w="3175">
              <a:solidFill>
                <a:srgbClr val="B8BFC9"/>
              </a:solidFill>
              <a:prstDash val="solid"/>
            </a:ln>
          </p:spPr>
          <p:txBody>
            <a:bodyPr/>
            <a:lstStyle/>
            <a:p>
              <a:endParaRPr lang="en-DE"/>
            </a:p>
          </p:txBody>
        </p:sp>
        <p:sp>
          <p:nvSpPr>
            <p:cNvPr id="561" name="Shape 56">
              <a:extLst>
                <a:ext uri="{FF2B5EF4-FFF2-40B4-BE49-F238E27FC236}">
                  <a16:creationId xmlns:a16="http://schemas.microsoft.com/office/drawing/2014/main" id="{2E9D1675-052E-0322-4FBE-BF7229DDD23E}"/>
                </a:ext>
              </a:extLst>
            </p:cNvPr>
            <p:cNvSpPr/>
            <p:nvPr/>
          </p:nvSpPr>
          <p:spPr>
            <a:xfrm rot="5400000" flipV="1">
              <a:off x="2974679" y="4062268"/>
              <a:ext cx="580795" cy="129850"/>
            </a:xfrm>
            <a:prstGeom prst="line">
              <a:avLst/>
            </a:prstGeom>
            <a:noFill/>
            <a:ln w="3175">
              <a:solidFill>
                <a:srgbClr val="B8BFC9"/>
              </a:solidFill>
              <a:prstDash val="solid"/>
            </a:ln>
          </p:spPr>
          <p:txBody>
            <a:bodyPr/>
            <a:lstStyle/>
            <a:p>
              <a:endParaRPr lang="en-DE"/>
            </a:p>
          </p:txBody>
        </p:sp>
        <p:sp>
          <p:nvSpPr>
            <p:cNvPr id="562" name="Shape 57">
              <a:extLst>
                <a:ext uri="{FF2B5EF4-FFF2-40B4-BE49-F238E27FC236}">
                  <a16:creationId xmlns:a16="http://schemas.microsoft.com/office/drawing/2014/main" id="{A38C5E9E-1389-F265-B6E5-11C11DA29C84}"/>
                </a:ext>
              </a:extLst>
            </p:cNvPr>
            <p:cNvSpPr/>
            <p:nvPr/>
          </p:nvSpPr>
          <p:spPr>
            <a:xfrm rot="5400000">
              <a:off x="2844829" y="4062268"/>
              <a:ext cx="580795" cy="129850"/>
            </a:xfrm>
            <a:prstGeom prst="line">
              <a:avLst/>
            </a:prstGeom>
            <a:noFill/>
            <a:ln w="3175">
              <a:solidFill>
                <a:srgbClr val="B8BFC9"/>
              </a:solidFill>
              <a:prstDash val="solid"/>
            </a:ln>
          </p:spPr>
          <p:txBody>
            <a:bodyPr/>
            <a:lstStyle/>
            <a:p>
              <a:endParaRPr lang="en-DE"/>
            </a:p>
          </p:txBody>
        </p:sp>
        <p:sp>
          <p:nvSpPr>
            <p:cNvPr id="563" name="Shape 58">
              <a:extLst>
                <a:ext uri="{FF2B5EF4-FFF2-40B4-BE49-F238E27FC236}">
                  <a16:creationId xmlns:a16="http://schemas.microsoft.com/office/drawing/2014/main" id="{9FD4F183-B1EC-9650-DCD9-3619CC206132}"/>
                </a:ext>
              </a:extLst>
            </p:cNvPr>
            <p:cNvSpPr/>
            <p:nvPr/>
          </p:nvSpPr>
          <p:spPr>
            <a:xfrm rot="5400000">
              <a:off x="2714979" y="3932417"/>
              <a:ext cx="580795" cy="389551"/>
            </a:xfrm>
            <a:prstGeom prst="line">
              <a:avLst/>
            </a:prstGeom>
            <a:noFill/>
            <a:ln w="3175">
              <a:solidFill>
                <a:srgbClr val="B8BFC9"/>
              </a:solidFill>
              <a:prstDash val="solid"/>
            </a:ln>
          </p:spPr>
          <p:txBody>
            <a:bodyPr/>
            <a:lstStyle/>
            <a:p>
              <a:endParaRPr lang="en-DE"/>
            </a:p>
          </p:txBody>
        </p:sp>
        <p:sp>
          <p:nvSpPr>
            <p:cNvPr id="564" name="Shape 59">
              <a:extLst>
                <a:ext uri="{FF2B5EF4-FFF2-40B4-BE49-F238E27FC236}">
                  <a16:creationId xmlns:a16="http://schemas.microsoft.com/office/drawing/2014/main" id="{D7FDE7CB-1AF1-CAE2-E6E3-5A71244EA9A6}"/>
                </a:ext>
              </a:extLst>
            </p:cNvPr>
            <p:cNvSpPr/>
            <p:nvPr/>
          </p:nvSpPr>
          <p:spPr>
            <a:xfrm rot="5400000">
              <a:off x="2585131" y="3802568"/>
              <a:ext cx="580795" cy="649249"/>
            </a:xfrm>
            <a:prstGeom prst="line">
              <a:avLst/>
            </a:prstGeom>
            <a:noFill/>
            <a:ln w="3175">
              <a:solidFill>
                <a:srgbClr val="B8BFC9"/>
              </a:solidFill>
              <a:prstDash val="solid"/>
            </a:ln>
          </p:spPr>
          <p:txBody>
            <a:bodyPr/>
            <a:lstStyle/>
            <a:p>
              <a:endParaRPr lang="en-DE"/>
            </a:p>
          </p:txBody>
        </p:sp>
        <p:sp>
          <p:nvSpPr>
            <p:cNvPr id="565" name="Shape 60">
              <a:extLst>
                <a:ext uri="{FF2B5EF4-FFF2-40B4-BE49-F238E27FC236}">
                  <a16:creationId xmlns:a16="http://schemas.microsoft.com/office/drawing/2014/main" id="{48B54E67-7F7D-5C74-A75E-5CD9266E89B3}"/>
                </a:ext>
              </a:extLst>
            </p:cNvPr>
            <p:cNvSpPr/>
            <p:nvPr/>
          </p:nvSpPr>
          <p:spPr>
            <a:xfrm rot="5400000" flipV="1">
              <a:off x="2974680" y="3802568"/>
              <a:ext cx="580795" cy="649249"/>
            </a:xfrm>
            <a:prstGeom prst="line">
              <a:avLst/>
            </a:prstGeom>
            <a:noFill/>
            <a:ln w="3175">
              <a:solidFill>
                <a:srgbClr val="B8BFC9"/>
              </a:solidFill>
              <a:prstDash val="solid"/>
            </a:ln>
          </p:spPr>
          <p:txBody>
            <a:bodyPr/>
            <a:lstStyle/>
            <a:p>
              <a:endParaRPr lang="en-DE"/>
            </a:p>
          </p:txBody>
        </p:sp>
        <p:sp>
          <p:nvSpPr>
            <p:cNvPr id="566" name="Shape 61">
              <a:extLst>
                <a:ext uri="{FF2B5EF4-FFF2-40B4-BE49-F238E27FC236}">
                  <a16:creationId xmlns:a16="http://schemas.microsoft.com/office/drawing/2014/main" id="{64D21AE2-DA60-E625-1D78-A36D51565EEB}"/>
                </a:ext>
              </a:extLst>
            </p:cNvPr>
            <p:cNvSpPr/>
            <p:nvPr/>
          </p:nvSpPr>
          <p:spPr>
            <a:xfrm rot="5400000" flipV="1">
              <a:off x="2844829" y="3932417"/>
              <a:ext cx="580795" cy="389551"/>
            </a:xfrm>
            <a:prstGeom prst="line">
              <a:avLst/>
            </a:prstGeom>
            <a:noFill/>
            <a:ln w="3175">
              <a:solidFill>
                <a:srgbClr val="B8BFC9"/>
              </a:solidFill>
              <a:prstDash val="solid"/>
            </a:ln>
          </p:spPr>
          <p:txBody>
            <a:bodyPr/>
            <a:lstStyle/>
            <a:p>
              <a:endParaRPr lang="en-DE"/>
            </a:p>
          </p:txBody>
        </p:sp>
        <p:sp>
          <p:nvSpPr>
            <p:cNvPr id="567" name="Shape 62">
              <a:extLst>
                <a:ext uri="{FF2B5EF4-FFF2-40B4-BE49-F238E27FC236}">
                  <a16:creationId xmlns:a16="http://schemas.microsoft.com/office/drawing/2014/main" id="{C832DE81-DA2A-A826-6C40-624C8C291F0F}"/>
                </a:ext>
              </a:extLst>
            </p:cNvPr>
            <p:cNvSpPr/>
            <p:nvPr/>
          </p:nvSpPr>
          <p:spPr>
            <a:xfrm rot="5400000" flipV="1">
              <a:off x="2714979" y="4062268"/>
              <a:ext cx="580795" cy="129850"/>
            </a:xfrm>
            <a:prstGeom prst="line">
              <a:avLst/>
            </a:prstGeom>
            <a:noFill/>
            <a:ln w="3175">
              <a:solidFill>
                <a:srgbClr val="B8BFC9"/>
              </a:solidFill>
              <a:prstDash val="solid"/>
            </a:ln>
          </p:spPr>
          <p:txBody>
            <a:bodyPr/>
            <a:lstStyle/>
            <a:p>
              <a:endParaRPr lang="en-DE"/>
            </a:p>
          </p:txBody>
        </p:sp>
        <p:sp>
          <p:nvSpPr>
            <p:cNvPr id="568" name="Shape 63">
              <a:extLst>
                <a:ext uri="{FF2B5EF4-FFF2-40B4-BE49-F238E27FC236}">
                  <a16:creationId xmlns:a16="http://schemas.microsoft.com/office/drawing/2014/main" id="{CAD9C232-EDE6-E8F0-9D33-2F251E184D37}"/>
                </a:ext>
              </a:extLst>
            </p:cNvPr>
            <p:cNvSpPr/>
            <p:nvPr/>
          </p:nvSpPr>
          <p:spPr>
            <a:xfrm rot="5400000">
              <a:off x="2585131" y="4062268"/>
              <a:ext cx="580795" cy="129850"/>
            </a:xfrm>
            <a:prstGeom prst="line">
              <a:avLst/>
            </a:prstGeom>
            <a:noFill/>
            <a:ln w="3175">
              <a:solidFill>
                <a:srgbClr val="B8BFC9"/>
              </a:solidFill>
              <a:prstDash val="solid"/>
            </a:ln>
          </p:spPr>
          <p:txBody>
            <a:bodyPr/>
            <a:lstStyle/>
            <a:p>
              <a:endParaRPr lang="en-DE"/>
            </a:p>
          </p:txBody>
        </p:sp>
        <p:sp>
          <p:nvSpPr>
            <p:cNvPr id="569" name="Shape 64">
              <a:extLst>
                <a:ext uri="{FF2B5EF4-FFF2-40B4-BE49-F238E27FC236}">
                  <a16:creationId xmlns:a16="http://schemas.microsoft.com/office/drawing/2014/main" id="{68EAAD07-6B1C-CCCD-D4CA-4330DE932BC0}"/>
                </a:ext>
              </a:extLst>
            </p:cNvPr>
            <p:cNvSpPr/>
            <p:nvPr/>
          </p:nvSpPr>
          <p:spPr>
            <a:xfrm rot="5400000">
              <a:off x="2455281" y="3932417"/>
              <a:ext cx="580795" cy="389551"/>
            </a:xfrm>
            <a:prstGeom prst="line">
              <a:avLst/>
            </a:prstGeom>
            <a:noFill/>
            <a:ln w="3175">
              <a:solidFill>
                <a:srgbClr val="B8BFC9"/>
              </a:solidFill>
              <a:prstDash val="solid"/>
            </a:ln>
          </p:spPr>
          <p:txBody>
            <a:bodyPr/>
            <a:lstStyle/>
            <a:p>
              <a:endParaRPr lang="en-DE"/>
            </a:p>
          </p:txBody>
        </p:sp>
        <p:sp>
          <p:nvSpPr>
            <p:cNvPr id="570" name="Shape 65">
              <a:extLst>
                <a:ext uri="{FF2B5EF4-FFF2-40B4-BE49-F238E27FC236}">
                  <a16:creationId xmlns:a16="http://schemas.microsoft.com/office/drawing/2014/main" id="{C9AC9044-75D2-8B3B-E35C-531297E0C8F4}"/>
                </a:ext>
              </a:extLst>
            </p:cNvPr>
            <p:cNvSpPr/>
            <p:nvPr/>
          </p:nvSpPr>
          <p:spPr>
            <a:xfrm rot="5400000" flipV="1">
              <a:off x="2844830" y="3672718"/>
              <a:ext cx="580795" cy="908949"/>
            </a:xfrm>
            <a:prstGeom prst="line">
              <a:avLst/>
            </a:prstGeom>
            <a:noFill/>
            <a:ln w="3175">
              <a:solidFill>
                <a:srgbClr val="B8BFC9"/>
              </a:solidFill>
              <a:prstDash val="solid"/>
            </a:ln>
          </p:spPr>
          <p:txBody>
            <a:bodyPr/>
            <a:lstStyle/>
            <a:p>
              <a:endParaRPr lang="en-DE"/>
            </a:p>
          </p:txBody>
        </p:sp>
        <p:sp>
          <p:nvSpPr>
            <p:cNvPr id="571" name="Shape 66">
              <a:extLst>
                <a:ext uri="{FF2B5EF4-FFF2-40B4-BE49-F238E27FC236}">
                  <a16:creationId xmlns:a16="http://schemas.microsoft.com/office/drawing/2014/main" id="{B67EAAB4-D155-A1E4-8055-522436CE8FB9}"/>
                </a:ext>
              </a:extLst>
            </p:cNvPr>
            <p:cNvSpPr/>
            <p:nvPr/>
          </p:nvSpPr>
          <p:spPr>
            <a:xfrm rot="5400000" flipV="1">
              <a:off x="2714980" y="3802568"/>
              <a:ext cx="580795" cy="649249"/>
            </a:xfrm>
            <a:prstGeom prst="line">
              <a:avLst/>
            </a:prstGeom>
            <a:noFill/>
            <a:ln w="3175">
              <a:solidFill>
                <a:srgbClr val="B8BFC9"/>
              </a:solidFill>
              <a:prstDash val="solid"/>
            </a:ln>
          </p:spPr>
          <p:txBody>
            <a:bodyPr/>
            <a:lstStyle/>
            <a:p>
              <a:endParaRPr lang="en-DE"/>
            </a:p>
          </p:txBody>
        </p:sp>
        <p:sp>
          <p:nvSpPr>
            <p:cNvPr id="572" name="Shape 67">
              <a:extLst>
                <a:ext uri="{FF2B5EF4-FFF2-40B4-BE49-F238E27FC236}">
                  <a16:creationId xmlns:a16="http://schemas.microsoft.com/office/drawing/2014/main" id="{D2B1DD4A-54B2-4E34-8D96-A993FD21B0A4}"/>
                </a:ext>
              </a:extLst>
            </p:cNvPr>
            <p:cNvSpPr/>
            <p:nvPr/>
          </p:nvSpPr>
          <p:spPr>
            <a:xfrm rot="5400000" flipV="1">
              <a:off x="2585130" y="3932417"/>
              <a:ext cx="580795" cy="389551"/>
            </a:xfrm>
            <a:prstGeom prst="line">
              <a:avLst/>
            </a:prstGeom>
            <a:noFill/>
            <a:ln w="3175">
              <a:solidFill>
                <a:srgbClr val="B8BFC9"/>
              </a:solidFill>
              <a:prstDash val="solid"/>
            </a:ln>
          </p:spPr>
          <p:txBody>
            <a:bodyPr/>
            <a:lstStyle/>
            <a:p>
              <a:endParaRPr lang="en-DE"/>
            </a:p>
          </p:txBody>
        </p:sp>
        <p:sp>
          <p:nvSpPr>
            <p:cNvPr id="573" name="Shape 68">
              <a:extLst>
                <a:ext uri="{FF2B5EF4-FFF2-40B4-BE49-F238E27FC236}">
                  <a16:creationId xmlns:a16="http://schemas.microsoft.com/office/drawing/2014/main" id="{0089562F-9E1F-B674-DAEB-D51A78548731}"/>
                </a:ext>
              </a:extLst>
            </p:cNvPr>
            <p:cNvSpPr/>
            <p:nvPr/>
          </p:nvSpPr>
          <p:spPr>
            <a:xfrm rot="5400000" flipV="1">
              <a:off x="2455281" y="4062268"/>
              <a:ext cx="580795" cy="129850"/>
            </a:xfrm>
            <a:prstGeom prst="line">
              <a:avLst/>
            </a:prstGeom>
            <a:noFill/>
            <a:ln w="3175">
              <a:solidFill>
                <a:srgbClr val="B8BFC9"/>
              </a:solidFill>
              <a:prstDash val="solid"/>
            </a:ln>
          </p:spPr>
          <p:txBody>
            <a:bodyPr/>
            <a:lstStyle/>
            <a:p>
              <a:endParaRPr lang="en-DE"/>
            </a:p>
          </p:txBody>
        </p:sp>
        <p:sp>
          <p:nvSpPr>
            <p:cNvPr id="574" name="Shape 69">
              <a:extLst>
                <a:ext uri="{FF2B5EF4-FFF2-40B4-BE49-F238E27FC236}">
                  <a16:creationId xmlns:a16="http://schemas.microsoft.com/office/drawing/2014/main" id="{EAF7A08C-BFBF-B2B7-64D1-3B37EDF2ED46}"/>
                </a:ext>
              </a:extLst>
            </p:cNvPr>
            <p:cNvSpPr/>
            <p:nvPr/>
          </p:nvSpPr>
          <p:spPr>
            <a:xfrm rot="5400000">
              <a:off x="2325431" y="4062268"/>
              <a:ext cx="580795" cy="129850"/>
            </a:xfrm>
            <a:prstGeom prst="line">
              <a:avLst/>
            </a:prstGeom>
            <a:noFill/>
            <a:ln w="3175">
              <a:solidFill>
                <a:srgbClr val="B8BFC9"/>
              </a:solidFill>
              <a:prstDash val="solid"/>
            </a:ln>
          </p:spPr>
          <p:txBody>
            <a:bodyPr/>
            <a:lstStyle/>
            <a:p>
              <a:endParaRPr lang="en-DE"/>
            </a:p>
          </p:txBody>
        </p:sp>
        <p:sp>
          <p:nvSpPr>
            <p:cNvPr id="575" name="Shape 70">
              <a:extLst>
                <a:ext uri="{FF2B5EF4-FFF2-40B4-BE49-F238E27FC236}">
                  <a16:creationId xmlns:a16="http://schemas.microsoft.com/office/drawing/2014/main" id="{D66D702B-4A8F-A9B7-8D5C-A8C7D9F9A955}"/>
                </a:ext>
              </a:extLst>
            </p:cNvPr>
            <p:cNvSpPr/>
            <p:nvPr/>
          </p:nvSpPr>
          <p:spPr>
            <a:xfrm rot="5400000" flipV="1">
              <a:off x="2714980" y="3542867"/>
              <a:ext cx="580795" cy="1168649"/>
            </a:xfrm>
            <a:prstGeom prst="line">
              <a:avLst/>
            </a:prstGeom>
            <a:noFill/>
            <a:ln w="3175">
              <a:solidFill>
                <a:srgbClr val="B8BFC9"/>
              </a:solidFill>
              <a:prstDash val="solid"/>
            </a:ln>
          </p:spPr>
          <p:txBody>
            <a:bodyPr/>
            <a:lstStyle/>
            <a:p>
              <a:endParaRPr lang="en-DE"/>
            </a:p>
          </p:txBody>
        </p:sp>
        <p:sp>
          <p:nvSpPr>
            <p:cNvPr id="192" name="Shape 71">
              <a:extLst>
                <a:ext uri="{FF2B5EF4-FFF2-40B4-BE49-F238E27FC236}">
                  <a16:creationId xmlns:a16="http://schemas.microsoft.com/office/drawing/2014/main" id="{D09CEB09-44A7-DF7E-559F-F78E4A454FDB}"/>
                </a:ext>
              </a:extLst>
            </p:cNvPr>
            <p:cNvSpPr/>
            <p:nvPr/>
          </p:nvSpPr>
          <p:spPr>
            <a:xfrm rot="5400000" flipV="1">
              <a:off x="2585131" y="3672718"/>
              <a:ext cx="580795" cy="908949"/>
            </a:xfrm>
            <a:prstGeom prst="line">
              <a:avLst/>
            </a:prstGeom>
            <a:noFill/>
            <a:ln w="3175">
              <a:solidFill>
                <a:srgbClr val="B8BFC9"/>
              </a:solidFill>
              <a:prstDash val="solid"/>
            </a:ln>
          </p:spPr>
          <p:txBody>
            <a:bodyPr/>
            <a:lstStyle/>
            <a:p>
              <a:endParaRPr lang="en-DE"/>
            </a:p>
          </p:txBody>
        </p:sp>
        <p:sp>
          <p:nvSpPr>
            <p:cNvPr id="193" name="Shape 72">
              <a:extLst>
                <a:ext uri="{FF2B5EF4-FFF2-40B4-BE49-F238E27FC236}">
                  <a16:creationId xmlns:a16="http://schemas.microsoft.com/office/drawing/2014/main" id="{3711A1BC-1DDD-2162-E40F-856840F0A409}"/>
                </a:ext>
              </a:extLst>
            </p:cNvPr>
            <p:cNvSpPr/>
            <p:nvPr/>
          </p:nvSpPr>
          <p:spPr>
            <a:xfrm rot="5400000" flipV="1">
              <a:off x="2455282" y="3802568"/>
              <a:ext cx="580795" cy="649249"/>
            </a:xfrm>
            <a:prstGeom prst="line">
              <a:avLst/>
            </a:prstGeom>
            <a:noFill/>
            <a:ln w="3175">
              <a:solidFill>
                <a:srgbClr val="B8BFC9"/>
              </a:solidFill>
              <a:prstDash val="solid"/>
            </a:ln>
          </p:spPr>
          <p:txBody>
            <a:bodyPr/>
            <a:lstStyle/>
            <a:p>
              <a:endParaRPr lang="en-DE"/>
            </a:p>
          </p:txBody>
        </p:sp>
        <p:sp>
          <p:nvSpPr>
            <p:cNvPr id="194" name="Shape 73">
              <a:extLst>
                <a:ext uri="{FF2B5EF4-FFF2-40B4-BE49-F238E27FC236}">
                  <a16:creationId xmlns:a16="http://schemas.microsoft.com/office/drawing/2014/main" id="{14CD29D0-66FC-C5AC-930A-E07C8B78E8AE}"/>
                </a:ext>
              </a:extLst>
            </p:cNvPr>
            <p:cNvSpPr/>
            <p:nvPr/>
          </p:nvSpPr>
          <p:spPr>
            <a:xfrm rot="5400000" flipV="1">
              <a:off x="2325431" y="3932417"/>
              <a:ext cx="580795" cy="389551"/>
            </a:xfrm>
            <a:prstGeom prst="line">
              <a:avLst/>
            </a:prstGeom>
            <a:noFill/>
            <a:ln w="3175">
              <a:solidFill>
                <a:srgbClr val="B8BFC9"/>
              </a:solidFill>
              <a:prstDash val="solid"/>
            </a:ln>
          </p:spPr>
          <p:txBody>
            <a:bodyPr/>
            <a:lstStyle/>
            <a:p>
              <a:endParaRPr lang="en-DE"/>
            </a:p>
          </p:txBody>
        </p:sp>
        <p:sp>
          <p:nvSpPr>
            <p:cNvPr id="195" name="Shape 74">
              <a:extLst>
                <a:ext uri="{FF2B5EF4-FFF2-40B4-BE49-F238E27FC236}">
                  <a16:creationId xmlns:a16="http://schemas.microsoft.com/office/drawing/2014/main" id="{09E55B04-396B-37E8-9860-08EFCCEBC647}"/>
                </a:ext>
              </a:extLst>
            </p:cNvPr>
            <p:cNvSpPr/>
            <p:nvPr/>
          </p:nvSpPr>
          <p:spPr>
            <a:xfrm rot="5400000" flipV="1">
              <a:off x="2195581" y="4062268"/>
              <a:ext cx="580795" cy="129850"/>
            </a:xfrm>
            <a:prstGeom prst="line">
              <a:avLst/>
            </a:prstGeom>
            <a:noFill/>
            <a:ln w="3175">
              <a:solidFill>
                <a:srgbClr val="B8BFC9"/>
              </a:solidFill>
              <a:prstDash val="solid"/>
            </a:ln>
          </p:spPr>
          <p:txBody>
            <a:bodyPr/>
            <a:lstStyle/>
            <a:p>
              <a:endParaRPr lang="en-DE"/>
            </a:p>
          </p:txBody>
        </p:sp>
        <p:sp>
          <p:nvSpPr>
            <p:cNvPr id="196" name="Shape 76">
              <a:extLst>
                <a:ext uri="{FF2B5EF4-FFF2-40B4-BE49-F238E27FC236}">
                  <a16:creationId xmlns:a16="http://schemas.microsoft.com/office/drawing/2014/main" id="{92D601F2-F06C-6972-F321-4627A02F2ED4}"/>
                </a:ext>
              </a:extLst>
            </p:cNvPr>
            <p:cNvSpPr/>
            <p:nvPr/>
          </p:nvSpPr>
          <p:spPr>
            <a:xfrm rot="5400000">
              <a:off x="3039605" y="4448289"/>
              <a:ext cx="580795" cy="519401"/>
            </a:xfrm>
            <a:prstGeom prst="line">
              <a:avLst/>
            </a:prstGeom>
            <a:noFill/>
            <a:ln w="3175">
              <a:solidFill>
                <a:srgbClr val="B8BFC9"/>
              </a:solidFill>
              <a:prstDash val="solid"/>
            </a:ln>
          </p:spPr>
          <p:txBody>
            <a:bodyPr/>
            <a:lstStyle/>
            <a:p>
              <a:endParaRPr lang="en-DE"/>
            </a:p>
          </p:txBody>
        </p:sp>
        <p:sp>
          <p:nvSpPr>
            <p:cNvPr id="197" name="Shape 79">
              <a:extLst>
                <a:ext uri="{FF2B5EF4-FFF2-40B4-BE49-F238E27FC236}">
                  <a16:creationId xmlns:a16="http://schemas.microsoft.com/office/drawing/2014/main" id="{78BE2C34-2F83-D32F-CE5D-57C8245737AE}"/>
                </a:ext>
              </a:extLst>
            </p:cNvPr>
            <p:cNvSpPr/>
            <p:nvPr/>
          </p:nvSpPr>
          <p:spPr>
            <a:xfrm rot="5400000">
              <a:off x="2909755" y="4578139"/>
              <a:ext cx="580795" cy="259700"/>
            </a:xfrm>
            <a:prstGeom prst="line">
              <a:avLst/>
            </a:prstGeom>
            <a:noFill/>
            <a:ln w="3175">
              <a:solidFill>
                <a:srgbClr val="B8BFC9"/>
              </a:solidFill>
              <a:prstDash val="solid"/>
            </a:ln>
          </p:spPr>
          <p:txBody>
            <a:bodyPr/>
            <a:lstStyle/>
            <a:p>
              <a:endParaRPr lang="en-DE"/>
            </a:p>
          </p:txBody>
        </p:sp>
        <p:sp>
          <p:nvSpPr>
            <p:cNvPr id="198" name="Shape 82">
              <a:extLst>
                <a:ext uri="{FF2B5EF4-FFF2-40B4-BE49-F238E27FC236}">
                  <a16:creationId xmlns:a16="http://schemas.microsoft.com/office/drawing/2014/main" id="{A4A03955-1973-11A4-F1DA-0C09A9B1EA09}"/>
                </a:ext>
              </a:extLst>
            </p:cNvPr>
            <p:cNvSpPr/>
            <p:nvPr/>
          </p:nvSpPr>
          <p:spPr>
            <a:xfrm rot="5400000">
              <a:off x="2779905" y="4707989"/>
              <a:ext cx="580795" cy="0"/>
            </a:xfrm>
            <a:prstGeom prst="line">
              <a:avLst/>
            </a:prstGeom>
            <a:noFill/>
            <a:ln w="3175">
              <a:solidFill>
                <a:srgbClr val="B8BFC9"/>
              </a:solidFill>
              <a:prstDash val="solid"/>
            </a:ln>
          </p:spPr>
          <p:txBody>
            <a:bodyPr/>
            <a:lstStyle/>
            <a:p>
              <a:endParaRPr lang="en-DE"/>
            </a:p>
          </p:txBody>
        </p:sp>
        <p:sp>
          <p:nvSpPr>
            <p:cNvPr id="199" name="Shape 85">
              <a:extLst>
                <a:ext uri="{FF2B5EF4-FFF2-40B4-BE49-F238E27FC236}">
                  <a16:creationId xmlns:a16="http://schemas.microsoft.com/office/drawing/2014/main" id="{C78FC248-5554-2BC6-6BC6-E51295454F57}"/>
                </a:ext>
              </a:extLst>
            </p:cNvPr>
            <p:cNvSpPr/>
            <p:nvPr/>
          </p:nvSpPr>
          <p:spPr>
            <a:xfrm rot="5400000" flipV="1">
              <a:off x="2650054" y="4578139"/>
              <a:ext cx="580795" cy="259700"/>
            </a:xfrm>
            <a:prstGeom prst="line">
              <a:avLst/>
            </a:prstGeom>
            <a:noFill/>
            <a:ln w="3175">
              <a:solidFill>
                <a:srgbClr val="B8BFC9"/>
              </a:solidFill>
              <a:prstDash val="solid"/>
            </a:ln>
          </p:spPr>
          <p:txBody>
            <a:bodyPr/>
            <a:lstStyle/>
            <a:p>
              <a:endParaRPr lang="en-DE"/>
            </a:p>
          </p:txBody>
        </p:sp>
        <p:sp>
          <p:nvSpPr>
            <p:cNvPr id="200" name="Shape 88">
              <a:extLst>
                <a:ext uri="{FF2B5EF4-FFF2-40B4-BE49-F238E27FC236}">
                  <a16:creationId xmlns:a16="http://schemas.microsoft.com/office/drawing/2014/main" id="{3D7B7042-B0E6-61AB-EF1F-6BAD8137386F}"/>
                </a:ext>
              </a:extLst>
            </p:cNvPr>
            <p:cNvSpPr/>
            <p:nvPr/>
          </p:nvSpPr>
          <p:spPr>
            <a:xfrm rot="5400000" flipV="1">
              <a:off x="2520204" y="4448289"/>
              <a:ext cx="580795" cy="519401"/>
            </a:xfrm>
            <a:prstGeom prst="line">
              <a:avLst/>
            </a:prstGeom>
            <a:noFill/>
            <a:ln w="3175">
              <a:solidFill>
                <a:srgbClr val="B8BFC9"/>
              </a:solidFill>
              <a:prstDash val="solid"/>
            </a:ln>
          </p:spPr>
          <p:txBody>
            <a:bodyPr/>
            <a:lstStyle/>
            <a:p>
              <a:endParaRPr lang="en-DE"/>
            </a:p>
          </p:txBody>
        </p:sp>
        <p:sp>
          <p:nvSpPr>
            <p:cNvPr id="201" name="Shape 90">
              <a:extLst>
                <a:ext uri="{FF2B5EF4-FFF2-40B4-BE49-F238E27FC236}">
                  <a16:creationId xmlns:a16="http://schemas.microsoft.com/office/drawing/2014/main" id="{18470205-8004-082C-7DEF-57FC94923FDF}"/>
                </a:ext>
              </a:extLst>
            </p:cNvPr>
            <p:cNvSpPr/>
            <p:nvPr/>
          </p:nvSpPr>
          <p:spPr>
            <a:xfrm rot="5400000">
              <a:off x="3259432" y="2604631"/>
              <a:ext cx="141141" cy="141141"/>
            </a:xfrm>
            <a:prstGeom prst="ellipse">
              <a:avLst/>
            </a:prstGeom>
            <a:solidFill>
              <a:srgbClr val="2455DA"/>
            </a:solidFill>
            <a:ln w="12700">
              <a:solidFill>
                <a:srgbClr val="111C38"/>
              </a:solidFill>
              <a:prstDash val="solid"/>
            </a:ln>
          </p:spPr>
          <p:txBody>
            <a:bodyPr/>
            <a:lstStyle/>
            <a:p>
              <a:endParaRPr lang="en-DE"/>
            </a:p>
          </p:txBody>
        </p:sp>
        <p:sp>
          <p:nvSpPr>
            <p:cNvPr id="202" name="Shape 91">
              <a:extLst>
                <a:ext uri="{FF2B5EF4-FFF2-40B4-BE49-F238E27FC236}">
                  <a16:creationId xmlns:a16="http://schemas.microsoft.com/office/drawing/2014/main" id="{7D70D83C-ED62-B4BD-F552-E9FADEC12619}"/>
                </a:ext>
              </a:extLst>
            </p:cNvPr>
            <p:cNvSpPr/>
            <p:nvPr/>
          </p:nvSpPr>
          <p:spPr>
            <a:xfrm rot="5400000">
              <a:off x="2999734" y="2604631"/>
              <a:ext cx="141141" cy="141141"/>
            </a:xfrm>
            <a:prstGeom prst="ellipse">
              <a:avLst/>
            </a:prstGeom>
            <a:solidFill>
              <a:srgbClr val="7FACF3"/>
            </a:solidFill>
            <a:ln w="12700">
              <a:solidFill>
                <a:srgbClr val="111C38"/>
              </a:solidFill>
              <a:prstDash val="solid"/>
            </a:ln>
          </p:spPr>
          <p:txBody>
            <a:bodyPr/>
            <a:lstStyle/>
            <a:p>
              <a:endParaRPr lang="en-DE"/>
            </a:p>
          </p:txBody>
        </p:sp>
        <p:sp>
          <p:nvSpPr>
            <p:cNvPr id="203" name="Shape 92">
              <a:extLst>
                <a:ext uri="{FF2B5EF4-FFF2-40B4-BE49-F238E27FC236}">
                  <a16:creationId xmlns:a16="http://schemas.microsoft.com/office/drawing/2014/main" id="{06DD6713-770C-818F-30A5-13AD943DA854}"/>
                </a:ext>
              </a:extLst>
            </p:cNvPr>
            <p:cNvSpPr/>
            <p:nvPr/>
          </p:nvSpPr>
          <p:spPr>
            <a:xfrm rot="5400000">
              <a:off x="2740033" y="2604631"/>
              <a:ext cx="141141" cy="141141"/>
            </a:xfrm>
            <a:prstGeom prst="ellipse">
              <a:avLst/>
            </a:prstGeom>
            <a:solidFill>
              <a:srgbClr val="3164DF"/>
            </a:solidFill>
            <a:ln w="12700">
              <a:solidFill>
                <a:srgbClr val="111C38"/>
              </a:solidFill>
              <a:prstDash val="solid"/>
            </a:ln>
          </p:spPr>
          <p:txBody>
            <a:bodyPr/>
            <a:lstStyle/>
            <a:p>
              <a:endParaRPr lang="en-DE"/>
            </a:p>
          </p:txBody>
        </p:sp>
        <p:sp>
          <p:nvSpPr>
            <p:cNvPr id="204" name="Shape 93">
              <a:extLst>
                <a:ext uri="{FF2B5EF4-FFF2-40B4-BE49-F238E27FC236}">
                  <a16:creationId xmlns:a16="http://schemas.microsoft.com/office/drawing/2014/main" id="{48E1603C-D055-57F4-E3F8-C99F095DAC30}"/>
                </a:ext>
              </a:extLst>
            </p:cNvPr>
            <p:cNvSpPr/>
            <p:nvPr/>
          </p:nvSpPr>
          <p:spPr>
            <a:xfrm rot="5400000">
              <a:off x="3519132" y="3185427"/>
              <a:ext cx="141141" cy="141141"/>
            </a:xfrm>
            <a:prstGeom prst="ellipse">
              <a:avLst/>
            </a:prstGeom>
            <a:solidFill>
              <a:srgbClr val="2A5DDD"/>
            </a:solidFill>
            <a:ln w="12700">
              <a:solidFill>
                <a:srgbClr val="111C38"/>
              </a:solidFill>
              <a:prstDash val="solid"/>
            </a:ln>
          </p:spPr>
          <p:txBody>
            <a:bodyPr/>
            <a:lstStyle/>
            <a:p>
              <a:endParaRPr lang="en-DE"/>
            </a:p>
          </p:txBody>
        </p:sp>
        <p:sp>
          <p:nvSpPr>
            <p:cNvPr id="205" name="Shape 94">
              <a:extLst>
                <a:ext uri="{FF2B5EF4-FFF2-40B4-BE49-F238E27FC236}">
                  <a16:creationId xmlns:a16="http://schemas.microsoft.com/office/drawing/2014/main" id="{510E56DA-6E4D-E492-93A1-0FC361B0072A}"/>
                </a:ext>
              </a:extLst>
            </p:cNvPr>
            <p:cNvSpPr/>
            <p:nvPr/>
          </p:nvSpPr>
          <p:spPr>
            <a:xfrm rot="5400000">
              <a:off x="3259432" y="3185427"/>
              <a:ext cx="141141" cy="141141"/>
            </a:xfrm>
            <a:prstGeom prst="ellipse">
              <a:avLst/>
            </a:prstGeom>
            <a:solidFill>
              <a:srgbClr val="5389EB"/>
            </a:solidFill>
            <a:ln w="12700">
              <a:solidFill>
                <a:srgbClr val="111C38"/>
              </a:solidFill>
              <a:prstDash val="solid"/>
            </a:ln>
          </p:spPr>
          <p:txBody>
            <a:bodyPr/>
            <a:lstStyle/>
            <a:p>
              <a:endParaRPr lang="en-DE"/>
            </a:p>
          </p:txBody>
        </p:sp>
        <p:sp>
          <p:nvSpPr>
            <p:cNvPr id="206" name="Shape 95">
              <a:extLst>
                <a:ext uri="{FF2B5EF4-FFF2-40B4-BE49-F238E27FC236}">
                  <a16:creationId xmlns:a16="http://schemas.microsoft.com/office/drawing/2014/main" id="{5E16F909-420F-6BEC-7C96-0B77C29952B3}"/>
                </a:ext>
              </a:extLst>
            </p:cNvPr>
            <p:cNvSpPr/>
            <p:nvPr/>
          </p:nvSpPr>
          <p:spPr>
            <a:xfrm rot="5400000">
              <a:off x="2999734" y="3185427"/>
              <a:ext cx="141141" cy="141141"/>
            </a:xfrm>
            <a:prstGeom prst="ellipse">
              <a:avLst/>
            </a:prstGeom>
            <a:solidFill>
              <a:srgbClr val="94BAF6"/>
            </a:solidFill>
            <a:ln w="12700">
              <a:solidFill>
                <a:srgbClr val="111C38"/>
              </a:solidFill>
              <a:prstDash val="solid"/>
            </a:ln>
          </p:spPr>
          <p:txBody>
            <a:bodyPr/>
            <a:lstStyle/>
            <a:p>
              <a:endParaRPr lang="en-DE"/>
            </a:p>
          </p:txBody>
        </p:sp>
        <p:sp>
          <p:nvSpPr>
            <p:cNvPr id="207" name="Shape 96">
              <a:extLst>
                <a:ext uri="{FF2B5EF4-FFF2-40B4-BE49-F238E27FC236}">
                  <a16:creationId xmlns:a16="http://schemas.microsoft.com/office/drawing/2014/main" id="{0CEF31B5-1FEC-7715-287C-1C539AB0635C}"/>
                </a:ext>
              </a:extLst>
            </p:cNvPr>
            <p:cNvSpPr/>
            <p:nvPr/>
          </p:nvSpPr>
          <p:spPr>
            <a:xfrm rot="5400000">
              <a:off x="2740033" y="3185427"/>
              <a:ext cx="141141" cy="141141"/>
            </a:xfrm>
            <a:prstGeom prst="ellipse">
              <a:avLst/>
            </a:prstGeom>
            <a:solidFill>
              <a:srgbClr val="457AE6"/>
            </a:solidFill>
            <a:ln w="12700">
              <a:solidFill>
                <a:srgbClr val="111C38"/>
              </a:solidFill>
              <a:prstDash val="solid"/>
            </a:ln>
          </p:spPr>
          <p:txBody>
            <a:bodyPr/>
            <a:lstStyle/>
            <a:p>
              <a:endParaRPr lang="en-DE"/>
            </a:p>
          </p:txBody>
        </p:sp>
        <p:sp>
          <p:nvSpPr>
            <p:cNvPr id="208" name="Shape 97">
              <a:extLst>
                <a:ext uri="{FF2B5EF4-FFF2-40B4-BE49-F238E27FC236}">
                  <a16:creationId xmlns:a16="http://schemas.microsoft.com/office/drawing/2014/main" id="{F01A7771-42E2-873E-817E-087DC6AD8E23}"/>
                </a:ext>
              </a:extLst>
            </p:cNvPr>
            <p:cNvSpPr/>
            <p:nvPr/>
          </p:nvSpPr>
          <p:spPr>
            <a:xfrm rot="5400000">
              <a:off x="2480333" y="3185427"/>
              <a:ext cx="141141" cy="141141"/>
            </a:xfrm>
            <a:prstGeom prst="ellipse">
              <a:avLst/>
            </a:prstGeom>
            <a:solidFill>
              <a:srgbClr val="5991EE"/>
            </a:solidFill>
            <a:ln w="12700">
              <a:solidFill>
                <a:srgbClr val="111C38"/>
              </a:solidFill>
              <a:prstDash val="solid"/>
            </a:ln>
          </p:spPr>
          <p:txBody>
            <a:bodyPr/>
            <a:lstStyle/>
            <a:p>
              <a:endParaRPr lang="en-DE"/>
            </a:p>
          </p:txBody>
        </p:sp>
        <p:sp>
          <p:nvSpPr>
            <p:cNvPr id="209" name="Shape 98">
              <a:extLst>
                <a:ext uri="{FF2B5EF4-FFF2-40B4-BE49-F238E27FC236}">
                  <a16:creationId xmlns:a16="http://schemas.microsoft.com/office/drawing/2014/main" id="{F61DEC1A-F891-82CE-652B-30A97B36E295}"/>
                </a:ext>
              </a:extLst>
            </p:cNvPr>
            <p:cNvSpPr/>
            <p:nvPr/>
          </p:nvSpPr>
          <p:spPr>
            <a:xfrm rot="5400000">
              <a:off x="3648982" y="3766223"/>
              <a:ext cx="141141" cy="141141"/>
            </a:xfrm>
            <a:prstGeom prst="ellipse">
              <a:avLst/>
            </a:prstGeom>
            <a:solidFill>
              <a:srgbClr val="5991EE"/>
            </a:solidFill>
            <a:ln w="12700">
              <a:solidFill>
                <a:srgbClr val="111C38"/>
              </a:solidFill>
              <a:prstDash val="solid"/>
            </a:ln>
          </p:spPr>
          <p:txBody>
            <a:bodyPr/>
            <a:lstStyle/>
            <a:p>
              <a:endParaRPr lang="en-DE"/>
            </a:p>
          </p:txBody>
        </p:sp>
        <p:sp>
          <p:nvSpPr>
            <p:cNvPr id="210" name="Shape 99">
              <a:extLst>
                <a:ext uri="{FF2B5EF4-FFF2-40B4-BE49-F238E27FC236}">
                  <a16:creationId xmlns:a16="http://schemas.microsoft.com/office/drawing/2014/main" id="{A6C12E56-EF42-51B3-93C9-06FB251526A6}"/>
                </a:ext>
              </a:extLst>
            </p:cNvPr>
            <p:cNvSpPr/>
            <p:nvPr/>
          </p:nvSpPr>
          <p:spPr>
            <a:xfrm rot="5400000">
              <a:off x="3389282" y="3766223"/>
              <a:ext cx="141141" cy="141141"/>
            </a:xfrm>
            <a:prstGeom prst="ellipse">
              <a:avLst/>
            </a:prstGeom>
            <a:solidFill>
              <a:srgbClr val="2455DA"/>
            </a:solidFill>
            <a:ln w="12700">
              <a:solidFill>
                <a:srgbClr val="111C38"/>
              </a:solidFill>
              <a:prstDash val="solid"/>
            </a:ln>
          </p:spPr>
          <p:txBody>
            <a:bodyPr/>
            <a:lstStyle/>
            <a:p>
              <a:endParaRPr lang="en-DE"/>
            </a:p>
          </p:txBody>
        </p:sp>
        <p:sp>
          <p:nvSpPr>
            <p:cNvPr id="211" name="Shape 100">
              <a:extLst>
                <a:ext uri="{FF2B5EF4-FFF2-40B4-BE49-F238E27FC236}">
                  <a16:creationId xmlns:a16="http://schemas.microsoft.com/office/drawing/2014/main" id="{9AF3990F-715D-7C59-68D3-5A0F54751FBA}"/>
                </a:ext>
              </a:extLst>
            </p:cNvPr>
            <p:cNvSpPr/>
            <p:nvPr/>
          </p:nvSpPr>
          <p:spPr>
            <a:xfrm rot="5400000">
              <a:off x="3129581" y="3766223"/>
              <a:ext cx="141141" cy="141141"/>
            </a:xfrm>
            <a:prstGeom prst="ellipse">
              <a:avLst/>
            </a:prstGeom>
            <a:solidFill>
              <a:srgbClr val="89B3F4"/>
            </a:solidFill>
            <a:ln w="12700">
              <a:solidFill>
                <a:srgbClr val="111C38"/>
              </a:solidFill>
              <a:prstDash val="solid"/>
            </a:ln>
          </p:spPr>
          <p:txBody>
            <a:bodyPr/>
            <a:lstStyle/>
            <a:p>
              <a:endParaRPr lang="en-DE"/>
            </a:p>
          </p:txBody>
        </p:sp>
        <p:sp>
          <p:nvSpPr>
            <p:cNvPr id="212" name="Shape 101">
              <a:extLst>
                <a:ext uri="{FF2B5EF4-FFF2-40B4-BE49-F238E27FC236}">
                  <a16:creationId xmlns:a16="http://schemas.microsoft.com/office/drawing/2014/main" id="{D320079C-652E-597E-6E2B-F9DED42FEE76}"/>
                </a:ext>
              </a:extLst>
            </p:cNvPr>
            <p:cNvSpPr/>
            <p:nvPr/>
          </p:nvSpPr>
          <p:spPr>
            <a:xfrm rot="5400000">
              <a:off x="2869882" y="3766223"/>
              <a:ext cx="141141" cy="141141"/>
            </a:xfrm>
            <a:prstGeom prst="ellipse">
              <a:avLst/>
            </a:prstGeom>
            <a:solidFill>
              <a:srgbClr val="7FACF3"/>
            </a:solidFill>
            <a:ln w="12700">
              <a:solidFill>
                <a:srgbClr val="111C38"/>
              </a:solidFill>
              <a:prstDash val="solid"/>
            </a:ln>
          </p:spPr>
          <p:txBody>
            <a:bodyPr/>
            <a:lstStyle/>
            <a:p>
              <a:endParaRPr lang="en-DE"/>
            </a:p>
          </p:txBody>
        </p:sp>
        <p:sp>
          <p:nvSpPr>
            <p:cNvPr id="213" name="Shape 102">
              <a:extLst>
                <a:ext uri="{FF2B5EF4-FFF2-40B4-BE49-F238E27FC236}">
                  <a16:creationId xmlns:a16="http://schemas.microsoft.com/office/drawing/2014/main" id="{B11BEF83-0994-6564-E77C-1BC208F1759F}"/>
                </a:ext>
              </a:extLst>
            </p:cNvPr>
            <p:cNvSpPr/>
            <p:nvPr/>
          </p:nvSpPr>
          <p:spPr>
            <a:xfrm rot="5400000">
              <a:off x="2610183" y="3766223"/>
              <a:ext cx="141141" cy="141141"/>
            </a:xfrm>
            <a:prstGeom prst="ellipse">
              <a:avLst/>
            </a:prstGeom>
            <a:solidFill>
              <a:srgbClr val="6098F0"/>
            </a:solidFill>
            <a:ln w="12700">
              <a:solidFill>
                <a:srgbClr val="111C38"/>
              </a:solidFill>
              <a:prstDash val="solid"/>
            </a:ln>
          </p:spPr>
          <p:txBody>
            <a:bodyPr/>
            <a:lstStyle/>
            <a:p>
              <a:endParaRPr lang="en-DE"/>
            </a:p>
          </p:txBody>
        </p:sp>
        <p:sp>
          <p:nvSpPr>
            <p:cNvPr id="214" name="Shape 103">
              <a:extLst>
                <a:ext uri="{FF2B5EF4-FFF2-40B4-BE49-F238E27FC236}">
                  <a16:creationId xmlns:a16="http://schemas.microsoft.com/office/drawing/2014/main" id="{75A967D7-7B0B-04B1-924D-AF78AA03D50A}"/>
                </a:ext>
              </a:extLst>
            </p:cNvPr>
            <p:cNvSpPr/>
            <p:nvPr/>
          </p:nvSpPr>
          <p:spPr>
            <a:xfrm rot="5400000">
              <a:off x="2350483" y="3766223"/>
              <a:ext cx="141141" cy="141141"/>
            </a:xfrm>
            <a:prstGeom prst="ellipse">
              <a:avLst/>
            </a:prstGeom>
            <a:solidFill>
              <a:srgbClr val="2A5DDD"/>
            </a:solidFill>
            <a:ln w="12700">
              <a:solidFill>
                <a:srgbClr val="111C38"/>
              </a:solidFill>
              <a:prstDash val="solid"/>
            </a:ln>
          </p:spPr>
          <p:txBody>
            <a:bodyPr/>
            <a:lstStyle/>
            <a:p>
              <a:endParaRPr lang="en-DE"/>
            </a:p>
          </p:txBody>
        </p:sp>
        <p:sp>
          <p:nvSpPr>
            <p:cNvPr id="215" name="Shape 104">
              <a:extLst>
                <a:ext uri="{FF2B5EF4-FFF2-40B4-BE49-F238E27FC236}">
                  <a16:creationId xmlns:a16="http://schemas.microsoft.com/office/drawing/2014/main" id="{042B7692-1FA8-8C80-4DE6-45A19A8DE6B4}"/>
                </a:ext>
              </a:extLst>
            </p:cNvPr>
            <p:cNvSpPr/>
            <p:nvPr/>
          </p:nvSpPr>
          <p:spPr>
            <a:xfrm rot="5400000">
              <a:off x="3519132" y="4347021"/>
              <a:ext cx="141141" cy="141141"/>
            </a:xfrm>
            <a:prstGeom prst="ellipse">
              <a:avLst/>
            </a:prstGeom>
            <a:solidFill>
              <a:srgbClr val="386CE2"/>
            </a:solidFill>
            <a:ln w="12700">
              <a:solidFill>
                <a:srgbClr val="111C37"/>
              </a:solidFill>
              <a:prstDash val="solid"/>
            </a:ln>
          </p:spPr>
          <p:txBody>
            <a:bodyPr/>
            <a:lstStyle/>
            <a:p>
              <a:endParaRPr lang="en-DE"/>
            </a:p>
          </p:txBody>
        </p:sp>
        <p:sp>
          <p:nvSpPr>
            <p:cNvPr id="216" name="Shape 105">
              <a:extLst>
                <a:ext uri="{FF2B5EF4-FFF2-40B4-BE49-F238E27FC236}">
                  <a16:creationId xmlns:a16="http://schemas.microsoft.com/office/drawing/2014/main" id="{8F603C68-E419-96D8-DB48-1D6D011B49E3}"/>
                </a:ext>
              </a:extLst>
            </p:cNvPr>
            <p:cNvSpPr/>
            <p:nvPr/>
          </p:nvSpPr>
          <p:spPr>
            <a:xfrm rot="5400000">
              <a:off x="3259432" y="4347021"/>
              <a:ext cx="141141" cy="141141"/>
            </a:xfrm>
            <a:prstGeom prst="ellipse">
              <a:avLst/>
            </a:prstGeom>
            <a:solidFill>
              <a:srgbClr val="6098F0"/>
            </a:solidFill>
            <a:ln w="12700">
              <a:solidFill>
                <a:srgbClr val="111C37"/>
              </a:solidFill>
              <a:prstDash val="solid"/>
            </a:ln>
          </p:spPr>
          <p:txBody>
            <a:bodyPr/>
            <a:lstStyle/>
            <a:p>
              <a:endParaRPr lang="en-DE"/>
            </a:p>
          </p:txBody>
        </p:sp>
        <p:sp>
          <p:nvSpPr>
            <p:cNvPr id="217" name="Shape 106">
              <a:extLst>
                <a:ext uri="{FF2B5EF4-FFF2-40B4-BE49-F238E27FC236}">
                  <a16:creationId xmlns:a16="http://schemas.microsoft.com/office/drawing/2014/main" id="{6B73BDAF-496B-F149-E876-F892AE3C057C}"/>
                </a:ext>
              </a:extLst>
            </p:cNvPr>
            <p:cNvSpPr/>
            <p:nvPr/>
          </p:nvSpPr>
          <p:spPr>
            <a:xfrm rot="5400000">
              <a:off x="2999734" y="4347021"/>
              <a:ext cx="141141" cy="141141"/>
            </a:xfrm>
            <a:prstGeom prst="ellipse">
              <a:avLst/>
            </a:prstGeom>
            <a:solidFill>
              <a:srgbClr val="89B3F4"/>
            </a:solidFill>
            <a:ln w="12700">
              <a:solidFill>
                <a:srgbClr val="111C37"/>
              </a:solidFill>
              <a:prstDash val="solid"/>
            </a:ln>
          </p:spPr>
          <p:txBody>
            <a:bodyPr/>
            <a:lstStyle/>
            <a:p>
              <a:endParaRPr lang="en-DE"/>
            </a:p>
          </p:txBody>
        </p:sp>
        <p:sp>
          <p:nvSpPr>
            <p:cNvPr id="218" name="Shape 107">
              <a:extLst>
                <a:ext uri="{FF2B5EF4-FFF2-40B4-BE49-F238E27FC236}">
                  <a16:creationId xmlns:a16="http://schemas.microsoft.com/office/drawing/2014/main" id="{ACEBDEEB-F2DE-1692-7961-67FFE0C7B508}"/>
                </a:ext>
              </a:extLst>
            </p:cNvPr>
            <p:cNvSpPr/>
            <p:nvPr/>
          </p:nvSpPr>
          <p:spPr>
            <a:xfrm rot="5400000">
              <a:off x="2740033" y="4347021"/>
              <a:ext cx="141141" cy="141141"/>
            </a:xfrm>
            <a:prstGeom prst="ellipse">
              <a:avLst/>
            </a:prstGeom>
            <a:solidFill>
              <a:srgbClr val="3E73E4"/>
            </a:solidFill>
            <a:ln w="12700">
              <a:solidFill>
                <a:srgbClr val="111C37"/>
              </a:solidFill>
              <a:prstDash val="solid"/>
            </a:ln>
          </p:spPr>
          <p:txBody>
            <a:bodyPr/>
            <a:lstStyle/>
            <a:p>
              <a:endParaRPr lang="en-DE"/>
            </a:p>
          </p:txBody>
        </p:sp>
        <p:sp>
          <p:nvSpPr>
            <p:cNvPr id="219" name="Shape 108">
              <a:extLst>
                <a:ext uri="{FF2B5EF4-FFF2-40B4-BE49-F238E27FC236}">
                  <a16:creationId xmlns:a16="http://schemas.microsoft.com/office/drawing/2014/main" id="{DDD510C6-A17A-897A-8D11-9528D8D6CF0B}"/>
                </a:ext>
              </a:extLst>
            </p:cNvPr>
            <p:cNvSpPr/>
            <p:nvPr/>
          </p:nvSpPr>
          <p:spPr>
            <a:xfrm rot="5400000">
              <a:off x="2480333" y="4347021"/>
              <a:ext cx="141141" cy="141141"/>
            </a:xfrm>
            <a:prstGeom prst="ellipse">
              <a:avLst/>
            </a:prstGeom>
            <a:solidFill>
              <a:srgbClr val="75A5F2"/>
            </a:solidFill>
            <a:ln w="12700">
              <a:solidFill>
                <a:srgbClr val="111C37"/>
              </a:solidFill>
              <a:prstDash val="solid"/>
            </a:ln>
          </p:spPr>
          <p:txBody>
            <a:bodyPr/>
            <a:lstStyle/>
            <a:p>
              <a:endParaRPr lang="en-DE"/>
            </a:p>
          </p:txBody>
        </p:sp>
        <p:sp>
          <p:nvSpPr>
            <p:cNvPr id="222" name="Shape 110">
              <a:extLst>
                <a:ext uri="{FF2B5EF4-FFF2-40B4-BE49-F238E27FC236}">
                  <a16:creationId xmlns:a16="http://schemas.microsoft.com/office/drawing/2014/main" id="{8E2E2B84-FF8C-74A8-8EEB-2C951B32EE76}"/>
                </a:ext>
              </a:extLst>
            </p:cNvPr>
            <p:cNvSpPr/>
            <p:nvPr/>
          </p:nvSpPr>
          <p:spPr>
            <a:xfrm rot="5400000">
              <a:off x="2999734" y="4927816"/>
              <a:ext cx="141141" cy="141141"/>
            </a:xfrm>
            <a:prstGeom prst="ellipse">
              <a:avLst/>
            </a:prstGeom>
            <a:solidFill>
              <a:srgbClr val="6A9FF1"/>
            </a:solidFill>
            <a:ln w="12700">
              <a:solidFill>
                <a:srgbClr val="111C37"/>
              </a:solidFill>
              <a:prstDash val="solid"/>
            </a:ln>
          </p:spPr>
          <p:txBody>
            <a:bodyPr/>
            <a:lstStyle/>
            <a:p>
              <a:endParaRPr lang="en-DE"/>
            </a:p>
          </p:txBody>
        </p:sp>
      </p:grpSp>
      <mc:AlternateContent xmlns:mc="http://schemas.openxmlformats.org/markup-compatibility/2006" xmlns:a14="http://schemas.microsoft.com/office/drawing/2010/main">
        <mc:Choice Requires="a14">
          <p:sp>
            <p:nvSpPr>
              <p:cNvPr id="223" name="Textfeld 9875">
                <a:extLst>
                  <a:ext uri="{FF2B5EF4-FFF2-40B4-BE49-F238E27FC236}">
                    <a16:creationId xmlns:a16="http://schemas.microsoft.com/office/drawing/2014/main" id="{8EC113A3-4201-D2A0-BAB7-E8A969CE47ED}"/>
                  </a:ext>
                </a:extLst>
              </p:cNvPr>
              <p:cNvSpPr txBox="1"/>
              <p:nvPr/>
            </p:nvSpPr>
            <p:spPr>
              <a:xfrm>
                <a:off x="7557772" y="1089446"/>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chemeClr val="bg1"/>
                          </a:solidFill>
                          <a:latin typeface="Cambria Math" panose="02040503050406030204" pitchFamily="18" charset="0"/>
                        </a:rPr>
                        <m:t>=</m:t>
                      </m:r>
                      <m:f>
                        <m:fPr>
                          <m:ctrlPr>
                            <a:rPr lang="en-US" sz="2500" b="1" i="1" smtClean="0">
                              <a:solidFill>
                                <a:schemeClr val="bg1"/>
                              </a:solidFill>
                              <a:latin typeface="Cambria Math" panose="02040503050406030204" pitchFamily="18" charset="0"/>
                            </a:rPr>
                          </m:ctrlPr>
                        </m:fPr>
                        <m:num>
                          <m:nary>
                            <m:naryPr>
                              <m:chr m:val="∑"/>
                              <m:limLoc m:val="undOvr"/>
                              <m:supHide m:val="on"/>
                              <m:ctrlPr>
                                <a:rPr lang="en-US" sz="2500" b="1" i="1" smtClean="0">
                                  <a:solidFill>
                                    <a:schemeClr val="bg1"/>
                                  </a:solidFill>
                                  <a:latin typeface="Cambria Math" panose="02040503050406030204" pitchFamily="18" charset="0"/>
                                </a:rPr>
                              </m:ctrlPr>
                            </m:naryPr>
                            <m:sub>
                              <m:r>
                                <a:rPr lang="en-US" sz="2500" b="1" i="1" smtClean="0">
                                  <a:solidFill>
                                    <a:schemeClr val="bg1"/>
                                  </a:solidFill>
                                  <a:latin typeface="Cambria Math" panose="02040503050406030204" pitchFamily="18" charset="0"/>
                                </a:rPr>
                                <m:t>𝒊</m:t>
                              </m:r>
                            </m:sub>
                            <m:sup/>
                            <m:e>
                              <m:sSubSup>
                                <m:sSubSupPr>
                                  <m:ctrlPr>
                                    <a:rPr lang="en-US" sz="2500" b="1" i="1" smtClean="0">
                                      <a:solidFill>
                                        <a:schemeClr val="bg1"/>
                                      </a:solidFill>
                                      <a:latin typeface="Cambria Math" panose="02040503050406030204" pitchFamily="18" charset="0"/>
                                    </a:rPr>
                                  </m:ctrlPr>
                                </m:sSubSupPr>
                                <m:e>
                                  <m:r>
                                    <a:rPr lang="en-US" sz="2500" b="1" i="1" smtClean="0">
                                      <a:solidFill>
                                        <a:schemeClr val="bg1"/>
                                      </a:solidFill>
                                      <a:latin typeface="Cambria Math" panose="02040503050406030204" pitchFamily="18" charset="0"/>
                                    </a:rPr>
                                    <m:t>𝒘</m:t>
                                  </m:r>
                                </m:e>
                                <m:sub>
                                  <m:r>
                                    <a:rPr lang="en-US" sz="2500" b="1" i="1" smtClean="0">
                                      <a:solidFill>
                                        <a:schemeClr val="bg1"/>
                                      </a:solidFill>
                                      <a:latin typeface="Cambria Math" panose="02040503050406030204" pitchFamily="18" charset="0"/>
                                    </a:rPr>
                                    <m:t>𝒊</m:t>
                                  </m:r>
                                </m:sub>
                                <m:sup>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e>
                                  </m:d>
                                </m:sup>
                              </m:sSubSup>
                            </m:e>
                          </m:nary>
                          <m:r>
                            <a:rPr lang="en-US" sz="2500" b="1" i="1" smtClean="0">
                              <a:solidFill>
                                <a:schemeClr val="bg1"/>
                              </a:solidFill>
                              <a:latin typeface="Cambria Math" panose="02040503050406030204" pitchFamily="18" charset="0"/>
                            </a:rPr>
                            <m:t>⋅</m:t>
                          </m:r>
                          <m:d>
                            <m:dPr>
                              <m:begChr m:val="["/>
                              <m:endChr m:val="]"/>
                              <m:ctrlPr>
                                <a:rPr lang="en-US" sz="2500" b="1" i="1" smtClean="0">
                                  <a:solidFill>
                                    <a:schemeClr val="accent6">
                                      <a:lumMod val="40000"/>
                                      <a:lumOff val="60000"/>
                                    </a:schemeClr>
                                  </a:solidFill>
                                  <a:latin typeface="Cambria Math" panose="02040503050406030204" pitchFamily="18" charset="0"/>
                                </a:rPr>
                              </m:ctrlPr>
                            </m:dPr>
                            <m:e>
                              <m:r>
                                <a:rPr lang="en-US" sz="2500" b="1" i="1" smtClean="0">
                                  <a:solidFill>
                                    <a:schemeClr val="accent6">
                                      <a:lumMod val="40000"/>
                                      <a:lumOff val="60000"/>
                                    </a:schemeClr>
                                  </a:solidFill>
                                  <a:latin typeface="Cambria Math" panose="02040503050406030204" pitchFamily="18" charset="0"/>
                                </a:rPr>
                                <m:t>𝒉</m:t>
                              </m:r>
                              <m:d>
                                <m:dPr>
                                  <m:ctrlPr>
                                    <a:rPr lang="en-US" sz="2500" b="1" i="1" smtClean="0">
                                      <a:solidFill>
                                        <a:schemeClr val="accent6">
                                          <a:lumMod val="40000"/>
                                          <a:lumOff val="60000"/>
                                        </a:schemeClr>
                                      </a:solidFill>
                                      <a:latin typeface="Cambria Math" panose="02040503050406030204" pitchFamily="18" charset="0"/>
                                    </a:rPr>
                                  </m:ctrlPr>
                                </m:dPr>
                                <m:e>
                                  <m:r>
                                    <a:rPr lang="en-US" sz="2500" b="1" i="1" smtClean="0">
                                      <a:solidFill>
                                        <a:schemeClr val="accent6">
                                          <a:lumMod val="40000"/>
                                          <a:lumOff val="60000"/>
                                        </a:schemeClr>
                                      </a:solidFill>
                                      <a:latin typeface="Cambria Math" panose="02040503050406030204" pitchFamily="18" charset="0"/>
                                    </a:rPr>
                                    <m:t>𝒗</m:t>
                                  </m:r>
                                  <m:d>
                                    <m:dPr>
                                      <m:ctrlPr>
                                        <a:rPr lang="en-US" sz="2500" b="1" i="1" smtClean="0">
                                          <a:solidFill>
                                            <a:schemeClr val="accent6">
                                              <a:lumMod val="40000"/>
                                              <a:lumOff val="60000"/>
                                            </a:schemeClr>
                                          </a:solidFill>
                                          <a:latin typeface="Cambria Math" panose="02040503050406030204" pitchFamily="18" charset="0"/>
                                        </a:rPr>
                                      </m:ctrlPr>
                                    </m:dPr>
                                    <m:e>
                                      <m:sSub>
                                        <m:sSubPr>
                                          <m:ctrlPr>
                                            <a:rPr lang="en-US" sz="2500" b="1" i="1" smtClean="0">
                                              <a:solidFill>
                                                <a:schemeClr val="accent6">
                                                  <a:lumMod val="40000"/>
                                                  <a:lumOff val="60000"/>
                                                </a:schemeClr>
                                              </a:solidFill>
                                              <a:latin typeface="Cambria Math" panose="02040503050406030204" pitchFamily="18" charset="0"/>
                                            </a:rPr>
                                          </m:ctrlPr>
                                        </m:sSubPr>
                                        <m:e>
                                          <m:r>
                                            <a:rPr lang="en-US" sz="2500" b="1" i="1" smtClean="0">
                                              <a:solidFill>
                                                <a:schemeClr val="accent6">
                                                  <a:lumMod val="40000"/>
                                                  <a:lumOff val="60000"/>
                                                </a:schemeClr>
                                              </a:solidFill>
                                              <a:latin typeface="Cambria Math" panose="02040503050406030204" pitchFamily="18" charset="0"/>
                                            </a:rPr>
                                            <m:t>𝒙</m:t>
                                          </m:r>
                                        </m:e>
                                        <m:sub>
                                          <m:r>
                                            <a:rPr lang="en-US" sz="2500" b="1" i="1" smtClean="0">
                                              <a:solidFill>
                                                <a:schemeClr val="accent6">
                                                  <a:lumMod val="40000"/>
                                                  <a:lumOff val="60000"/>
                                                </a:schemeClr>
                                              </a:solidFill>
                                              <a:latin typeface="Cambria Math" panose="02040503050406030204" pitchFamily="18" charset="0"/>
                                            </a:rPr>
                                            <m:t>𝒊</m:t>
                                          </m:r>
                                        </m:sub>
                                      </m:sSub>
                                    </m:e>
                                  </m:d>
                                </m:e>
                              </m:d>
                              <m:r>
                                <a:rPr lang="en-US" sz="2500" b="1" i="1" smtClean="0">
                                  <a:solidFill>
                                    <a:schemeClr val="accent6">
                                      <a:lumMod val="40000"/>
                                      <a:lumOff val="60000"/>
                                    </a:schemeClr>
                                  </a:solidFill>
                                  <a:latin typeface="Cambria Math" panose="02040503050406030204" pitchFamily="18" charset="0"/>
                                </a:rPr>
                                <m:t>–</m:t>
                              </m:r>
                              <m:r>
                                <a:rPr lang="en-US" sz="2500" b="1" i="1" smtClean="0">
                                  <a:solidFill>
                                    <a:schemeClr val="accent6">
                                      <a:lumMod val="40000"/>
                                      <a:lumOff val="60000"/>
                                    </a:schemeClr>
                                  </a:solidFill>
                                  <a:latin typeface="Cambria Math" panose="02040503050406030204" pitchFamily="18" charset="0"/>
                                </a:rPr>
                                <m:t>𝒉</m:t>
                              </m:r>
                              <m:d>
                                <m:dPr>
                                  <m:ctrlPr>
                                    <a:rPr lang="en-US" sz="2500" b="1" i="1" smtClean="0">
                                      <a:solidFill>
                                        <a:schemeClr val="accent6">
                                          <a:lumMod val="40000"/>
                                          <a:lumOff val="60000"/>
                                        </a:schemeClr>
                                      </a:solidFill>
                                      <a:latin typeface="Cambria Math" panose="02040503050406030204" pitchFamily="18" charset="0"/>
                                    </a:rPr>
                                  </m:ctrlPr>
                                </m:dPr>
                                <m:e>
                                  <m:sSub>
                                    <m:sSubPr>
                                      <m:ctrlPr>
                                        <a:rPr lang="en-US" sz="2500" b="1" i="1" smtClean="0">
                                          <a:solidFill>
                                            <a:schemeClr val="accent6">
                                              <a:lumMod val="40000"/>
                                              <a:lumOff val="60000"/>
                                            </a:schemeClr>
                                          </a:solidFill>
                                          <a:latin typeface="Cambria Math" panose="02040503050406030204" pitchFamily="18" charset="0"/>
                                        </a:rPr>
                                      </m:ctrlPr>
                                    </m:sSubPr>
                                    <m:e>
                                      <m:r>
                                        <a:rPr lang="en-US" sz="2500" b="1" i="1" smtClean="0">
                                          <a:solidFill>
                                            <a:schemeClr val="accent6">
                                              <a:lumMod val="40000"/>
                                              <a:lumOff val="60000"/>
                                            </a:schemeClr>
                                          </a:solidFill>
                                          <a:latin typeface="Cambria Math" panose="02040503050406030204" pitchFamily="18" charset="0"/>
                                        </a:rPr>
                                        <m:t>𝒙</m:t>
                                      </m:r>
                                    </m:e>
                                    <m:sub>
                                      <m:r>
                                        <a:rPr lang="en-US" sz="2500" b="1" i="1" smtClean="0">
                                          <a:solidFill>
                                            <a:schemeClr val="accent6">
                                              <a:lumMod val="40000"/>
                                              <a:lumOff val="60000"/>
                                            </a:schemeClr>
                                          </a:solidFill>
                                          <a:latin typeface="Cambria Math" panose="02040503050406030204" pitchFamily="18" charset="0"/>
                                        </a:rPr>
                                        <m:t>𝒊</m:t>
                                      </m:r>
                                    </m:sub>
                                  </m:sSub>
                                </m:e>
                              </m:d>
                            </m:e>
                          </m:d>
                        </m:num>
                        <m:den>
                          <m:nary>
                            <m:naryPr>
                              <m:chr m:val="∑"/>
                              <m:limLoc m:val="undOvr"/>
                              <m:supHide m:val="on"/>
                              <m:ctrlPr>
                                <a:rPr lang="en-US" sz="2500" b="1" i="1" smtClean="0">
                                  <a:solidFill>
                                    <a:schemeClr val="bg1"/>
                                  </a:solidFill>
                                  <a:latin typeface="Cambria Math" panose="02040503050406030204" pitchFamily="18" charset="0"/>
                                </a:rPr>
                              </m:ctrlPr>
                            </m:naryPr>
                            <m:sub>
                              <m:r>
                                <a:rPr lang="en-US" sz="2500" b="1" i="1" smtClean="0">
                                  <a:solidFill>
                                    <a:schemeClr val="bg1"/>
                                  </a:solidFill>
                                  <a:latin typeface="Cambria Math" panose="02040503050406030204" pitchFamily="18" charset="0"/>
                                </a:rPr>
                                <m:t>𝒊</m:t>
                              </m:r>
                            </m:sub>
                            <m:sup/>
                            <m:e>
                              <m:sSubSup>
                                <m:sSubSupPr>
                                  <m:ctrlPr>
                                    <a:rPr lang="en-US" sz="2500" b="1" i="1" smtClean="0">
                                      <a:solidFill>
                                        <a:schemeClr val="bg1"/>
                                      </a:solidFill>
                                      <a:latin typeface="Cambria Math" panose="02040503050406030204" pitchFamily="18" charset="0"/>
                                    </a:rPr>
                                  </m:ctrlPr>
                                </m:sSubSupPr>
                                <m:e>
                                  <m:r>
                                    <a:rPr lang="en-US" sz="2500" b="1" i="1" smtClean="0">
                                      <a:solidFill>
                                        <a:schemeClr val="bg1"/>
                                      </a:solidFill>
                                      <a:latin typeface="Cambria Math" panose="02040503050406030204" pitchFamily="18" charset="0"/>
                                    </a:rPr>
                                    <m:t>𝒘</m:t>
                                  </m:r>
                                </m:e>
                                <m:sub>
                                  <m:r>
                                    <a:rPr lang="en-US" sz="2500" b="1" i="1" smtClean="0">
                                      <a:solidFill>
                                        <a:schemeClr val="bg1"/>
                                      </a:solidFill>
                                      <a:latin typeface="Cambria Math" panose="02040503050406030204" pitchFamily="18" charset="0"/>
                                    </a:rPr>
                                    <m:t>𝒊</m:t>
                                  </m:r>
                                </m:sub>
                                <m:sup>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223" name="Textfeld 9875">
                <a:extLst>
                  <a:ext uri="{FF2B5EF4-FFF2-40B4-BE49-F238E27FC236}">
                    <a16:creationId xmlns:a16="http://schemas.microsoft.com/office/drawing/2014/main" id="{8EC113A3-4201-D2A0-BAB7-E8A969CE47ED}"/>
                  </a:ext>
                </a:extLst>
              </p:cNvPr>
              <p:cNvSpPr txBox="1">
                <a:spLocks noRot="1" noChangeAspect="1" noMove="1" noResize="1" noEditPoints="1" noAdjustHandles="1" noChangeArrowheads="1" noChangeShapeType="1" noTextEdit="1"/>
              </p:cNvSpPr>
              <p:nvPr/>
            </p:nvSpPr>
            <p:spPr>
              <a:xfrm>
                <a:off x="7557772" y="1089446"/>
                <a:ext cx="4464190" cy="1126975"/>
              </a:xfrm>
              <a:prstGeom prst="rect">
                <a:avLst/>
              </a:prstGeom>
              <a:blipFill>
                <a:blip r:embed="rId3"/>
                <a:stretch>
                  <a:fillRect t="-45556" b="-81111"/>
                </a:stretch>
              </a:blipFill>
            </p:spPr>
            <p:txBody>
              <a:bodyPr/>
              <a:lstStyle/>
              <a:p>
                <a:r>
                  <a:rPr lang="en-DE">
                    <a:noFill/>
                  </a:rPr>
                  <a:t> </a:t>
                </a:r>
              </a:p>
            </p:txBody>
          </p:sp>
        </mc:Fallback>
      </mc:AlternateContent>
      <p:sp>
        <p:nvSpPr>
          <p:cNvPr id="224" name="Rectangle 223">
            <a:extLst>
              <a:ext uri="{FF2B5EF4-FFF2-40B4-BE49-F238E27FC236}">
                <a16:creationId xmlns:a16="http://schemas.microsoft.com/office/drawing/2014/main" id="{ABC226B9-B29D-514E-A356-62DD7E239653}"/>
              </a:ext>
            </a:extLst>
          </p:cNvPr>
          <p:cNvSpPr/>
          <p:nvPr/>
        </p:nvSpPr>
        <p:spPr>
          <a:xfrm>
            <a:off x="3174419" y="3711893"/>
            <a:ext cx="1557498" cy="257211"/>
          </a:xfrm>
          <a:prstGeom prst="rect">
            <a:avLst/>
          </a:prstGeom>
          <a:noFill/>
          <a:ln w="31750">
            <a:solidFill>
              <a:schemeClr val="accent6">
                <a:lumMod val="40000"/>
                <a:lumOff val="60000"/>
              </a:schemeClr>
            </a:solidFill>
            <a:prstDash val="sysDash"/>
            <a:extLst>
              <a:ext uri="{C807C97D-BFC1-408E-A445-0C87EB9F89A2}">
                <ask:lineSketchStyleProps xmlns:ask="http://schemas.microsoft.com/office/drawing/2018/sketchyshapes" sd="2650216993">
                  <a:custGeom>
                    <a:avLst/>
                    <a:gdLst>
                      <a:gd name="csX0" fmla="*/ 0 w 1435714"/>
                      <a:gd name="csY0" fmla="*/ 0 h 257211"/>
                      <a:gd name="csX1" fmla="*/ 1435714 w 1435714"/>
                      <a:gd name="csY1" fmla="*/ 0 h 257211"/>
                      <a:gd name="csX2" fmla="*/ 1435714 w 1435714"/>
                      <a:gd name="csY2" fmla="*/ 257211 h 257211"/>
                      <a:gd name="csX3" fmla="*/ 0 w 1435714"/>
                      <a:gd name="csY3" fmla="*/ 257211 h 257211"/>
                      <a:gd name="csX4" fmla="*/ 0 w 1435714"/>
                      <a:gd name="csY4" fmla="*/ 0 h 257211"/>
                    </a:gdLst>
                    <a:ahLst/>
                    <a:cxnLst>
                      <a:cxn ang="0">
                        <a:pos x="csX0" y="csY0"/>
                      </a:cxn>
                      <a:cxn ang="0">
                        <a:pos x="csX1" y="csY1"/>
                      </a:cxn>
                      <a:cxn ang="0">
                        <a:pos x="csX2" y="csY2"/>
                      </a:cxn>
                      <a:cxn ang="0">
                        <a:pos x="csX3" y="csY3"/>
                      </a:cxn>
                      <a:cxn ang="0">
                        <a:pos x="csX4" y="csY4"/>
                      </a:cxn>
                    </a:cxnLst>
                    <a:rect l="l" t="t" r="r" b="b"/>
                    <a:pathLst>
                      <a:path w="1435714" h="257211" extrusionOk="0">
                        <a:moveTo>
                          <a:pt x="0" y="0"/>
                        </a:moveTo>
                        <a:cubicBezTo>
                          <a:pt x="185296" y="62303"/>
                          <a:pt x="1127056" y="-89059"/>
                          <a:pt x="1435714" y="0"/>
                        </a:cubicBezTo>
                        <a:cubicBezTo>
                          <a:pt x="1437914" y="30297"/>
                          <a:pt x="1434120" y="132925"/>
                          <a:pt x="1435714" y="257211"/>
                        </a:cubicBezTo>
                        <a:cubicBezTo>
                          <a:pt x="836136" y="307862"/>
                          <a:pt x="404996" y="293512"/>
                          <a:pt x="0" y="257211"/>
                        </a:cubicBezTo>
                        <a:cubicBezTo>
                          <a:pt x="-21284" y="180712"/>
                          <a:pt x="16489" y="3302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225" name="!!Curved Connector 7">
            <a:extLst>
              <a:ext uri="{FF2B5EF4-FFF2-40B4-BE49-F238E27FC236}">
                <a16:creationId xmlns:a16="http://schemas.microsoft.com/office/drawing/2014/main" id="{1C5D1C18-FE33-3227-7AB6-DADC5EC8D8B6}"/>
              </a:ext>
            </a:extLst>
          </p:cNvPr>
          <p:cNvCxnSpPr>
            <a:cxnSpLocks/>
          </p:cNvCxnSpPr>
          <p:nvPr/>
        </p:nvCxnSpPr>
        <p:spPr>
          <a:xfrm rot="5400000">
            <a:off x="6860895" y="2811274"/>
            <a:ext cx="1801239" cy="1"/>
          </a:xfrm>
          <a:prstGeom prst="curvedConnector3">
            <a:avLst>
              <a:gd name="adj1" fmla="val 50000"/>
            </a:avLst>
          </a:prstGeom>
          <a:ln w="31750">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4" name="Textfeld 9875">
                <a:extLst>
                  <a:ext uri="{FF2B5EF4-FFF2-40B4-BE49-F238E27FC236}">
                    <a16:creationId xmlns:a16="http://schemas.microsoft.com/office/drawing/2014/main" id="{C6B0CB0B-4FC2-EE7C-430B-57BC7D366E0C}"/>
                  </a:ext>
                </a:extLst>
              </p:cNvPr>
              <p:cNvSpPr txBox="1"/>
              <p:nvPr/>
            </p:nvSpPr>
            <p:spPr>
              <a:xfrm>
                <a:off x="4612174" y="3620335"/>
                <a:ext cx="3458552" cy="439736"/>
              </a:xfrm>
              <a:prstGeom prst="rect">
                <a:avLst/>
              </a:prstGeom>
              <a:noFill/>
            </p:spPr>
            <p:txBody>
              <a:bodyPr wrap="square" rtlCol="0">
                <a:spAutoFit/>
              </a:bodyPr>
              <a:lstStyle/>
              <a:p>
                <a:pPr algn="ctr"/>
                <a14:m>
                  <m:oMath xmlns:m="http://schemas.openxmlformats.org/officeDocument/2006/math">
                    <m:r>
                      <a:rPr lang="en-US" sz="2000" b="1" i="1">
                        <a:solidFill>
                          <a:schemeClr val="bg1"/>
                        </a:solidFill>
                        <a:latin typeface="Cambria Math" panose="02040503050406030204" pitchFamily="18" charset="0"/>
                      </a:rPr>
                      <m:t>𝒉</m:t>
                    </m:r>
                    <m:d>
                      <m:dPr>
                        <m:ctrlPr>
                          <a:rPr lang="en-US" sz="2000" b="1" i="1">
                            <a:solidFill>
                              <a:schemeClr val="bg1"/>
                            </a:solidFill>
                            <a:latin typeface="Cambria Math" panose="02040503050406030204" pitchFamily="18" charset="0"/>
                          </a:rPr>
                        </m:ctrlPr>
                      </m:dPr>
                      <m:e>
                        <m:r>
                          <a:rPr lang="en-US" sz="2000" b="1" i="1">
                            <a:solidFill>
                              <a:schemeClr val="bg1"/>
                            </a:solidFill>
                            <a:latin typeface="Cambria Math" panose="02040503050406030204" pitchFamily="18" charset="0"/>
                          </a:rPr>
                          <m:t>𝒗</m:t>
                        </m:r>
                        <m:d>
                          <m:dPr>
                            <m:ctrlPr>
                              <a:rPr lang="en-US" sz="2000" b="1" i="1">
                                <a:solidFill>
                                  <a:schemeClr val="bg1"/>
                                </a:solidFill>
                                <a:latin typeface="Cambria Math" panose="02040503050406030204" pitchFamily="18" charset="0"/>
                              </a:rPr>
                            </m:ctrlPr>
                          </m:dPr>
                          <m:e>
                            <m:sSub>
                              <m:sSubPr>
                                <m:ctrlPr>
                                  <a:rPr lang="en-US" sz="2000" b="1" i="1">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𝒙</m:t>
                                </m:r>
                              </m:e>
                              <m:sub>
                                <m:r>
                                  <a:rPr lang="en-US" sz="2000" b="1" i="1">
                                    <a:solidFill>
                                      <a:schemeClr val="bg1"/>
                                    </a:solidFill>
                                    <a:latin typeface="Cambria Math" panose="02040503050406030204" pitchFamily="18" charset="0"/>
                                  </a:rPr>
                                  <m:t>𝒊</m:t>
                                </m:r>
                              </m:sub>
                            </m:sSub>
                          </m:e>
                        </m:d>
                      </m:e>
                    </m:d>
                  </m:oMath>
                </a14:m>
                <a:r>
                  <a:rPr lang="en-US" sz="2000" b="1" dirty="0">
                    <a:solidFill>
                      <a:schemeClr val="bg1"/>
                    </a:solidFill>
                  </a:rPr>
                  <a:t> = </a:t>
                </a:r>
                <a14:m>
                  <m:oMath xmlns:m="http://schemas.openxmlformats.org/officeDocument/2006/math">
                    <m:r>
                      <a:rPr lang="en-US" sz="2000" b="1" i="1">
                        <a:solidFill>
                          <a:schemeClr val="bg1"/>
                        </a:solidFill>
                        <a:latin typeface="Cambria Math" panose="02040503050406030204" pitchFamily="18" charset="0"/>
                      </a:rPr>
                      <m:t>𝒉</m:t>
                    </m:r>
                    <m:d>
                      <m:dPr>
                        <m:ctrlPr>
                          <a:rPr lang="en-US" sz="2000" b="1" i="1">
                            <a:solidFill>
                              <a:schemeClr val="bg1"/>
                            </a:solidFill>
                            <a:latin typeface="Cambria Math" panose="02040503050406030204" pitchFamily="18" charset="0"/>
                          </a:rPr>
                        </m:ctrlPr>
                      </m:dPr>
                      <m:e>
                        <m:r>
                          <a:rPr lang="en-US" sz="2000" b="1" i="1">
                            <a:solidFill>
                              <a:schemeClr val="bg1"/>
                            </a:solidFill>
                            <a:latin typeface="Cambria Math" panose="02040503050406030204" pitchFamily="18" charset="0"/>
                          </a:rPr>
                          <m:t>𝒗</m:t>
                        </m:r>
                        <m:d>
                          <m:dPr>
                            <m:ctrlPr>
                              <a:rPr lang="en-US" sz="2000" b="1" i="1">
                                <a:solidFill>
                                  <a:schemeClr val="bg1"/>
                                </a:solidFill>
                                <a:latin typeface="Cambria Math" panose="02040503050406030204" pitchFamily="18" charset="0"/>
                              </a:rPr>
                            </m:ctrlPr>
                          </m:dPr>
                          <m:e>
                            <m:sSub>
                              <m:sSubPr>
                                <m:ctrlPr>
                                  <a:rPr lang="en-US" sz="2000" b="1" i="1">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𝒙</m:t>
                                </m:r>
                              </m:e>
                              <m:sub>
                                <m:r>
                                  <a:rPr lang="en-US" sz="2000" b="1" i="1">
                                    <a:solidFill>
                                      <a:schemeClr val="bg1"/>
                                    </a:solidFill>
                                    <a:latin typeface="Cambria Math" panose="02040503050406030204" pitchFamily="18" charset="0"/>
                                  </a:rPr>
                                  <m:t>𝒊</m:t>
                                </m:r>
                              </m:sub>
                            </m:sSub>
                          </m:e>
                        </m:d>
                      </m:e>
                    </m:d>
                    <m:r>
                      <a:rPr lang="en-US" sz="2000" b="1" i="1" smtClean="0">
                        <a:solidFill>
                          <a:schemeClr val="bg1"/>
                        </a:solidFill>
                        <a:latin typeface="Cambria Math" panose="02040503050406030204" pitchFamily="18" charset="0"/>
                      </a:rPr>
                      <m:t>+</m:t>
                    </m:r>
                  </m:oMath>
                </a14:m>
                <a:r>
                  <a:rPr lang="en-US" sz="2000" b="1" dirty="0">
                    <a:solidFill>
                      <a:schemeClr val="bg1"/>
                    </a:solidFill>
                  </a:rPr>
                  <a:t> </a:t>
                </a:r>
                <a14:m>
                  <m:oMath xmlns:m="http://schemas.openxmlformats.org/officeDocument/2006/math">
                    <m:r>
                      <a:rPr lang="en-US" sz="2000" b="1" i="1" smtClean="0">
                        <a:solidFill>
                          <a:schemeClr val="accent2">
                            <a:lumMod val="60000"/>
                            <a:lumOff val="40000"/>
                          </a:schemeClr>
                        </a:solidFill>
                        <a:latin typeface="Cambria Math" panose="02040503050406030204" pitchFamily="18" charset="0"/>
                      </a:rPr>
                      <m:t>𝛼</m:t>
                    </m:r>
                    <m:r>
                      <a:rPr lang="en-US" sz="2000" b="1" i="1" smtClean="0">
                        <a:solidFill>
                          <a:schemeClr val="bg1"/>
                        </a:solidFill>
                        <a:latin typeface="Cambria Math" panose="02040503050406030204" pitchFamily="18" charset="0"/>
                      </a:rPr>
                      <m:t>⋅</m:t>
                    </m:r>
                    <m:r>
                      <a:rPr lang="en-US" sz="2000" b="1" i="1" smtClean="0">
                        <a:solidFill>
                          <a:schemeClr val="accent6">
                            <a:lumMod val="40000"/>
                            <a:lumOff val="60000"/>
                          </a:schemeClr>
                        </a:solidFill>
                        <a:latin typeface="Cambria Math" panose="02040503050406030204" pitchFamily="18" charset="0"/>
                      </a:rPr>
                      <m:t>𝑠</m:t>
                    </m:r>
                  </m:oMath>
                </a14:m>
                <a:endParaRPr lang="en-US" sz="2000" b="1" i="1" dirty="0">
                  <a:solidFill>
                    <a:schemeClr val="accent6">
                      <a:lumMod val="40000"/>
                      <a:lumOff val="60000"/>
                    </a:schemeClr>
                  </a:solidFill>
                  <a:latin typeface="Arial" panose="020B0604020202020204" pitchFamily="34" charset="0"/>
                </a:endParaRPr>
              </a:p>
            </p:txBody>
          </p:sp>
        </mc:Choice>
        <mc:Fallback xmlns="">
          <p:sp>
            <p:nvSpPr>
              <p:cNvPr id="234" name="Textfeld 9875">
                <a:extLst>
                  <a:ext uri="{FF2B5EF4-FFF2-40B4-BE49-F238E27FC236}">
                    <a16:creationId xmlns:a16="http://schemas.microsoft.com/office/drawing/2014/main" id="{C6B0CB0B-4FC2-EE7C-430B-57BC7D366E0C}"/>
                  </a:ext>
                </a:extLst>
              </p:cNvPr>
              <p:cNvSpPr txBox="1">
                <a:spLocks noRot="1" noChangeAspect="1" noMove="1" noResize="1" noEditPoints="1" noAdjustHandles="1" noChangeArrowheads="1" noChangeShapeType="1" noTextEdit="1"/>
              </p:cNvSpPr>
              <p:nvPr/>
            </p:nvSpPr>
            <p:spPr>
              <a:xfrm>
                <a:off x="4612174" y="3620335"/>
                <a:ext cx="3458552" cy="439736"/>
              </a:xfrm>
              <a:prstGeom prst="rect">
                <a:avLst/>
              </a:prstGeom>
              <a:blipFill>
                <a:blip r:embed="rId4"/>
                <a:stretch>
                  <a:fillRect b="-2285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52621101-7164-49BB-56DC-4390683557F0}"/>
                  </a:ext>
                </a:extLst>
              </p:cNvPr>
              <p:cNvSpPr txBox="1"/>
              <p:nvPr/>
            </p:nvSpPr>
            <p:spPr>
              <a:xfrm>
                <a:off x="7846999" y="4533103"/>
                <a:ext cx="1780080" cy="400110"/>
              </a:xfrm>
              <a:prstGeom prst="rect">
                <a:avLst/>
              </a:prstGeom>
              <a:noFill/>
            </p:spPr>
            <p:txBody>
              <a:bodyPr wrap="square">
                <a:spAutoFit/>
              </a:bodyPr>
              <a:lstStyle/>
              <a:p>
                <a:pPr/>
                <a14:m>
                  <m:oMathPara xmlns:m="http://schemas.openxmlformats.org/officeDocument/2006/math">
                    <m:oMath>
                      <m:r>
                        <a:rPr lang="en-US" sz="2000" b="1" i="1" smtClean="0">
                          <a:solidFill>
                            <a:schemeClr val="accent2">
                              <a:lumMod val="60000"/>
                              <a:lumOff val="40000"/>
                            </a:schemeClr>
                          </a:solidFill>
                          <a:latin typeface="Cambria Math" panose="02040503050406030204" pitchFamily="18" charset="0"/>
                        </a:rPr>
                        <m:t>𝛼</m:t>
                      </m:r>
                      <m:r>
                        <a:rPr lang="en-US" sz="2000" b="1" i="1" smtClean="0">
                          <a:solidFill>
                            <a:schemeClr val="accent2">
                              <a:lumMod val="60000"/>
                              <a:lumOff val="40000"/>
                            </a:schemeClr>
                          </a:solidFill>
                          <a:latin typeface="Cambria Math" panose="02040503050406030204" pitchFamily="18" charset="0"/>
                        </a:rPr>
                        <m:t>∈</m:t>
                      </m:r>
                      <m:d>
                        <m:dPr>
                          <m:begChr m:val="["/>
                          <m:endChr m:val="]"/>
                          <m:ctrlPr>
                            <a:rPr lang="en-US" sz="2000" b="1" i="1" smtClean="0">
                              <a:solidFill>
                                <a:schemeClr val="accent2">
                                  <a:lumMod val="60000"/>
                                  <a:lumOff val="40000"/>
                                </a:schemeClr>
                              </a:solidFill>
                              <a:latin typeface="Cambria Math" panose="02040503050406030204" pitchFamily="18" charset="0"/>
                            </a:rPr>
                          </m:ctrlPr>
                        </m:dPr>
                        <m:e>
                          <m:r>
                            <a:rPr lang="en-US" sz="2000" b="1" i="1" smtClean="0">
                              <a:solidFill>
                                <a:schemeClr val="accent2">
                                  <a:lumMod val="60000"/>
                                  <a:lumOff val="40000"/>
                                </a:schemeClr>
                              </a:solidFill>
                              <a:latin typeface="Cambria Math" panose="02040503050406030204" pitchFamily="18" charset="0"/>
                            </a:rPr>
                            <m:t>−5,…,5</m:t>
                          </m:r>
                        </m:e>
                      </m:d>
                    </m:oMath>
                  </m:oMathPara>
                </a14:m>
                <a:endParaRPr lang="en-US" sz="2000" b="1" dirty="0">
                  <a:solidFill>
                    <a:schemeClr val="accent2">
                      <a:lumMod val="60000"/>
                      <a:lumOff val="40000"/>
                    </a:schemeClr>
                  </a:solidFill>
                </a:endParaRPr>
              </a:p>
            </p:txBody>
          </p:sp>
        </mc:Choice>
        <mc:Fallback xmlns="">
          <p:sp>
            <p:nvSpPr>
              <p:cNvPr id="236" name="TextBox 235">
                <a:extLst>
                  <a:ext uri="{FF2B5EF4-FFF2-40B4-BE49-F238E27FC236}">
                    <a16:creationId xmlns:a16="http://schemas.microsoft.com/office/drawing/2014/main" id="{52621101-7164-49BB-56DC-4390683557F0}"/>
                  </a:ext>
                </a:extLst>
              </p:cNvPr>
              <p:cNvSpPr txBox="1">
                <a:spLocks noRot="1" noChangeAspect="1" noMove="1" noResize="1" noEditPoints="1" noAdjustHandles="1" noChangeArrowheads="1" noChangeShapeType="1" noTextEdit="1"/>
              </p:cNvSpPr>
              <p:nvPr/>
            </p:nvSpPr>
            <p:spPr>
              <a:xfrm>
                <a:off x="7846999" y="4533103"/>
                <a:ext cx="1780080" cy="400110"/>
              </a:xfrm>
              <a:prstGeom prst="rect">
                <a:avLst/>
              </a:prstGeom>
              <a:blipFill>
                <a:blip r:embed="rId5"/>
                <a:stretch>
                  <a:fillRect/>
                </a:stretch>
              </a:blipFill>
            </p:spPr>
            <p:txBody>
              <a:bodyPr/>
              <a:lstStyle/>
              <a:p>
                <a:r>
                  <a:rPr lang="en-DE">
                    <a:noFill/>
                  </a:rPr>
                  <a:t> </a:t>
                </a:r>
              </a:p>
            </p:txBody>
          </p:sp>
        </mc:Fallback>
      </mc:AlternateContent>
      <p:cxnSp>
        <p:nvCxnSpPr>
          <p:cNvPr id="240" name="!!Curved Connector 7">
            <a:extLst>
              <a:ext uri="{FF2B5EF4-FFF2-40B4-BE49-F238E27FC236}">
                <a16:creationId xmlns:a16="http://schemas.microsoft.com/office/drawing/2014/main" id="{8BD4B50F-16ED-91DD-5A9E-BD8FE6A76BEC}"/>
              </a:ext>
            </a:extLst>
          </p:cNvPr>
          <p:cNvCxnSpPr>
            <a:cxnSpLocks/>
            <a:stCxn id="236" idx="1"/>
          </p:cNvCxnSpPr>
          <p:nvPr/>
        </p:nvCxnSpPr>
        <p:spPr>
          <a:xfrm rot="10800000">
            <a:off x="7416351" y="3997466"/>
            <a:ext cx="430649" cy="735693"/>
          </a:xfrm>
          <a:prstGeom prst="curvedConnector2">
            <a:avLst/>
          </a:prstGeom>
          <a:ln w="317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249" name="!!Rectangle 44">
            <a:extLst>
              <a:ext uri="{FF2B5EF4-FFF2-40B4-BE49-F238E27FC236}">
                <a16:creationId xmlns:a16="http://schemas.microsoft.com/office/drawing/2014/main" id="{56377BA4-26C3-B82A-5D04-E2777B32ABD9}"/>
              </a:ext>
            </a:extLst>
          </p:cNvPr>
          <p:cNvSpPr/>
          <p:nvPr/>
        </p:nvSpPr>
        <p:spPr>
          <a:xfrm>
            <a:off x="3521876" y="6683126"/>
            <a:ext cx="920788" cy="73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250" name="Rechteck 96">
            <a:extLst>
              <a:ext uri="{FF2B5EF4-FFF2-40B4-BE49-F238E27FC236}">
                <a16:creationId xmlns:a16="http://schemas.microsoft.com/office/drawing/2014/main" id="{8586E1BF-D82C-B074-8694-05FDF40F97A6}"/>
              </a:ext>
            </a:extLst>
          </p:cNvPr>
          <p:cNvSpPr/>
          <p:nvPr/>
        </p:nvSpPr>
        <p:spPr>
          <a:xfrm>
            <a:off x="3806631" y="5843429"/>
            <a:ext cx="445739" cy="839697"/>
          </a:xfrm>
          <a:prstGeom prst="rect">
            <a:avLst/>
          </a:prstGeom>
          <a:solidFill>
            <a:srgbClr val="F6C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1" name="Textfeld 97">
            <a:extLst>
              <a:ext uri="{FF2B5EF4-FFF2-40B4-BE49-F238E27FC236}">
                <a16:creationId xmlns:a16="http://schemas.microsoft.com/office/drawing/2014/main" id="{4D05671A-1507-7667-5E4B-7F1902DA0CCC}"/>
              </a:ext>
            </a:extLst>
          </p:cNvPr>
          <p:cNvSpPr txBox="1"/>
          <p:nvPr/>
        </p:nvSpPr>
        <p:spPr>
          <a:xfrm rot="16200000">
            <a:off x="2682865" y="5880657"/>
            <a:ext cx="970137" cy="707886"/>
          </a:xfrm>
          <a:prstGeom prst="rect">
            <a:avLst/>
          </a:prstGeom>
          <a:noFill/>
        </p:spPr>
        <p:txBody>
          <a:bodyPr wrap="none" rtlCol="0">
            <a:spAutoFit/>
          </a:bodyPr>
          <a:lstStyle/>
          <a:p>
            <a:r>
              <a:rPr lang="en-US" sz="4000" b="1" dirty="0">
                <a:solidFill>
                  <a:srgbClr val="F6C96B"/>
                </a:solidFill>
                <a:latin typeface="Calibri" panose="020F0502020204030204" pitchFamily="34" charset="0"/>
                <a:cs typeface="Calibri" panose="020F0502020204030204" pitchFamily="34" charset="0"/>
              </a:rPr>
              <a:t>CPS</a:t>
            </a:r>
          </a:p>
        </p:txBody>
      </p:sp>
      <p:sp>
        <p:nvSpPr>
          <p:cNvPr id="252" name="Down Arrow 251">
            <a:extLst>
              <a:ext uri="{FF2B5EF4-FFF2-40B4-BE49-F238E27FC236}">
                <a16:creationId xmlns:a16="http://schemas.microsoft.com/office/drawing/2014/main" id="{E45649E3-B025-7535-DB76-576B4AD96495}"/>
              </a:ext>
            </a:extLst>
          </p:cNvPr>
          <p:cNvSpPr/>
          <p:nvPr/>
        </p:nvSpPr>
        <p:spPr>
          <a:xfrm rot="10800000">
            <a:off x="3485915" y="5653276"/>
            <a:ext cx="179533" cy="1029850"/>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579" name="Rounded Rectangle 578">
            <a:extLst>
              <a:ext uri="{FF2B5EF4-FFF2-40B4-BE49-F238E27FC236}">
                <a16:creationId xmlns:a16="http://schemas.microsoft.com/office/drawing/2014/main" id="{31179E9A-9F2A-98B3-5056-D3B75740C0E1}"/>
              </a:ext>
            </a:extLst>
          </p:cNvPr>
          <p:cNvSpPr/>
          <p:nvPr/>
        </p:nvSpPr>
        <p:spPr>
          <a:xfrm>
            <a:off x="7771636" y="5401284"/>
            <a:ext cx="2818088" cy="1189676"/>
          </a:xfrm>
          <a:custGeom>
            <a:avLst/>
            <a:gdLst>
              <a:gd name="csX0" fmla="*/ 0 w 2818088"/>
              <a:gd name="csY0" fmla="*/ 198283 h 1189676"/>
              <a:gd name="csX1" fmla="*/ 198283 w 2818088"/>
              <a:gd name="csY1" fmla="*/ 0 h 1189676"/>
              <a:gd name="csX2" fmla="*/ 755233 w 2818088"/>
              <a:gd name="csY2" fmla="*/ 0 h 1189676"/>
              <a:gd name="csX3" fmla="*/ 1360614 w 2818088"/>
              <a:gd name="csY3" fmla="*/ 0 h 1189676"/>
              <a:gd name="csX4" fmla="*/ 1917564 w 2818088"/>
              <a:gd name="csY4" fmla="*/ 0 h 1189676"/>
              <a:gd name="csX5" fmla="*/ 2619805 w 2818088"/>
              <a:gd name="csY5" fmla="*/ 0 h 1189676"/>
              <a:gd name="csX6" fmla="*/ 2818088 w 2818088"/>
              <a:gd name="csY6" fmla="*/ 198283 h 1189676"/>
              <a:gd name="csX7" fmla="*/ 2818088 w 2818088"/>
              <a:gd name="csY7" fmla="*/ 594838 h 1189676"/>
              <a:gd name="csX8" fmla="*/ 2818088 w 2818088"/>
              <a:gd name="csY8" fmla="*/ 991393 h 1189676"/>
              <a:gd name="csX9" fmla="*/ 2619805 w 2818088"/>
              <a:gd name="csY9" fmla="*/ 1189676 h 1189676"/>
              <a:gd name="csX10" fmla="*/ 2038640 w 2818088"/>
              <a:gd name="csY10" fmla="*/ 1189676 h 1189676"/>
              <a:gd name="csX11" fmla="*/ 1505905 w 2818088"/>
              <a:gd name="csY11" fmla="*/ 1189676 h 1189676"/>
              <a:gd name="csX12" fmla="*/ 876309 w 2818088"/>
              <a:gd name="csY12" fmla="*/ 1189676 h 1189676"/>
              <a:gd name="csX13" fmla="*/ 198283 w 2818088"/>
              <a:gd name="csY13" fmla="*/ 1189676 h 1189676"/>
              <a:gd name="csX14" fmla="*/ 0 w 2818088"/>
              <a:gd name="csY14" fmla="*/ 991393 h 1189676"/>
              <a:gd name="csX15" fmla="*/ 0 w 2818088"/>
              <a:gd name="csY15" fmla="*/ 578976 h 1189676"/>
              <a:gd name="csX16" fmla="*/ 0 w 2818088"/>
              <a:gd name="csY16" fmla="*/ 198283 h 1189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818088" h="1189676" fill="none" extrusionOk="0">
                <a:moveTo>
                  <a:pt x="0" y="198283"/>
                </a:moveTo>
                <a:cubicBezTo>
                  <a:pt x="-3385" y="94827"/>
                  <a:pt x="92007" y="2403"/>
                  <a:pt x="198283" y="0"/>
                </a:cubicBezTo>
                <a:cubicBezTo>
                  <a:pt x="468522" y="20011"/>
                  <a:pt x="551988" y="-14670"/>
                  <a:pt x="755233" y="0"/>
                </a:cubicBezTo>
                <a:cubicBezTo>
                  <a:pt x="958478" y="14670"/>
                  <a:pt x="1081751" y="-16911"/>
                  <a:pt x="1360614" y="0"/>
                </a:cubicBezTo>
                <a:cubicBezTo>
                  <a:pt x="1639477" y="16911"/>
                  <a:pt x="1701736" y="26621"/>
                  <a:pt x="1917564" y="0"/>
                </a:cubicBezTo>
                <a:cubicBezTo>
                  <a:pt x="2133392" y="-26621"/>
                  <a:pt x="2333606" y="-17884"/>
                  <a:pt x="2619805" y="0"/>
                </a:cubicBezTo>
                <a:cubicBezTo>
                  <a:pt x="2703564" y="-1457"/>
                  <a:pt x="2835584" y="103837"/>
                  <a:pt x="2818088" y="198283"/>
                </a:cubicBezTo>
                <a:cubicBezTo>
                  <a:pt x="2804790" y="355684"/>
                  <a:pt x="2813609" y="476805"/>
                  <a:pt x="2818088" y="594838"/>
                </a:cubicBezTo>
                <a:cubicBezTo>
                  <a:pt x="2822567" y="712871"/>
                  <a:pt x="2812769" y="847530"/>
                  <a:pt x="2818088" y="991393"/>
                </a:cubicBezTo>
                <a:cubicBezTo>
                  <a:pt x="2817597" y="1090704"/>
                  <a:pt x="2745419" y="1199822"/>
                  <a:pt x="2619805" y="1189676"/>
                </a:cubicBezTo>
                <a:cubicBezTo>
                  <a:pt x="2331510" y="1194202"/>
                  <a:pt x="2165097" y="1175042"/>
                  <a:pt x="2038640" y="1189676"/>
                </a:cubicBezTo>
                <a:cubicBezTo>
                  <a:pt x="1912184" y="1204310"/>
                  <a:pt x="1675857" y="1203444"/>
                  <a:pt x="1505905" y="1189676"/>
                </a:cubicBezTo>
                <a:cubicBezTo>
                  <a:pt x="1335954" y="1175908"/>
                  <a:pt x="1124678" y="1200592"/>
                  <a:pt x="876309" y="1189676"/>
                </a:cubicBezTo>
                <a:cubicBezTo>
                  <a:pt x="627940" y="1178760"/>
                  <a:pt x="536906" y="1164156"/>
                  <a:pt x="198283" y="1189676"/>
                </a:cubicBezTo>
                <a:cubicBezTo>
                  <a:pt x="77423" y="1196041"/>
                  <a:pt x="1735" y="1105602"/>
                  <a:pt x="0" y="991393"/>
                </a:cubicBezTo>
                <a:cubicBezTo>
                  <a:pt x="17484" y="888899"/>
                  <a:pt x="-4797" y="665260"/>
                  <a:pt x="0" y="578976"/>
                </a:cubicBezTo>
                <a:cubicBezTo>
                  <a:pt x="4797" y="492692"/>
                  <a:pt x="1419" y="375104"/>
                  <a:pt x="0" y="198283"/>
                </a:cubicBezTo>
                <a:close/>
              </a:path>
              <a:path w="2818088" h="1189676" stroke="0" extrusionOk="0">
                <a:moveTo>
                  <a:pt x="0" y="198283"/>
                </a:moveTo>
                <a:cubicBezTo>
                  <a:pt x="-2764" y="87069"/>
                  <a:pt x="75552" y="4962"/>
                  <a:pt x="198283" y="0"/>
                </a:cubicBezTo>
                <a:cubicBezTo>
                  <a:pt x="352218" y="-31660"/>
                  <a:pt x="712433" y="17708"/>
                  <a:pt x="852094" y="0"/>
                </a:cubicBezTo>
                <a:cubicBezTo>
                  <a:pt x="991755" y="-17708"/>
                  <a:pt x="1150162" y="-2537"/>
                  <a:pt x="1433259" y="0"/>
                </a:cubicBezTo>
                <a:cubicBezTo>
                  <a:pt x="1716357" y="2537"/>
                  <a:pt x="1875129" y="-198"/>
                  <a:pt x="1990209" y="0"/>
                </a:cubicBezTo>
                <a:cubicBezTo>
                  <a:pt x="2105289" y="198"/>
                  <a:pt x="2349526" y="21634"/>
                  <a:pt x="2619805" y="0"/>
                </a:cubicBezTo>
                <a:cubicBezTo>
                  <a:pt x="2737369" y="-16578"/>
                  <a:pt x="2800158" y="86028"/>
                  <a:pt x="2818088" y="198283"/>
                </a:cubicBezTo>
                <a:cubicBezTo>
                  <a:pt x="2799554" y="375183"/>
                  <a:pt x="2819948" y="437964"/>
                  <a:pt x="2818088" y="594838"/>
                </a:cubicBezTo>
                <a:cubicBezTo>
                  <a:pt x="2816228" y="751712"/>
                  <a:pt x="2828304" y="856229"/>
                  <a:pt x="2818088" y="991393"/>
                </a:cubicBezTo>
                <a:cubicBezTo>
                  <a:pt x="2820537" y="1101491"/>
                  <a:pt x="2705795" y="1185872"/>
                  <a:pt x="2619805" y="1189676"/>
                </a:cubicBezTo>
                <a:cubicBezTo>
                  <a:pt x="2434086" y="1203414"/>
                  <a:pt x="2187506" y="1174595"/>
                  <a:pt x="2014425" y="1189676"/>
                </a:cubicBezTo>
                <a:cubicBezTo>
                  <a:pt x="1841344" y="1204757"/>
                  <a:pt x="1601968" y="1169288"/>
                  <a:pt x="1433259" y="1189676"/>
                </a:cubicBezTo>
                <a:cubicBezTo>
                  <a:pt x="1264550" y="1210064"/>
                  <a:pt x="944925" y="1216782"/>
                  <a:pt x="779448" y="1189676"/>
                </a:cubicBezTo>
                <a:cubicBezTo>
                  <a:pt x="613971" y="1162570"/>
                  <a:pt x="426803" y="1204817"/>
                  <a:pt x="198283" y="1189676"/>
                </a:cubicBezTo>
                <a:cubicBezTo>
                  <a:pt x="73378" y="1192204"/>
                  <a:pt x="-2332" y="1099293"/>
                  <a:pt x="0" y="991393"/>
                </a:cubicBezTo>
                <a:cubicBezTo>
                  <a:pt x="-16917" y="845279"/>
                  <a:pt x="-18648" y="692864"/>
                  <a:pt x="0" y="586907"/>
                </a:cubicBezTo>
                <a:cubicBezTo>
                  <a:pt x="18648" y="480950"/>
                  <a:pt x="12460" y="375919"/>
                  <a:pt x="0" y="198283"/>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580" name="TextBox 579">
                <a:extLst>
                  <a:ext uri="{FF2B5EF4-FFF2-40B4-BE49-F238E27FC236}">
                    <a16:creationId xmlns:a16="http://schemas.microsoft.com/office/drawing/2014/main" id="{1F9FF5C6-9979-7D7E-2D2B-5E855B73D7DF}"/>
                  </a:ext>
                </a:extLst>
              </p:cNvPr>
              <p:cNvSpPr txBox="1"/>
              <p:nvPr/>
            </p:nvSpPr>
            <p:spPr>
              <a:xfrm>
                <a:off x="7595282" y="5463985"/>
                <a:ext cx="3170796" cy="1015663"/>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Steering parameter </a:t>
                </a:r>
                <a14:m>
                  <m:oMath xmlns:m="http://schemas.openxmlformats.org/officeDocument/2006/math">
                    <m:r>
                      <a:rPr lang="en-US" sz="2000" b="1" i="1">
                        <a:solidFill>
                          <a:schemeClr val="accent2">
                            <a:lumMod val="60000"/>
                            <a:lumOff val="40000"/>
                          </a:schemeClr>
                        </a:solidFill>
                        <a:latin typeface="Cambria Math" panose="02040503050406030204" pitchFamily="18" charset="0"/>
                      </a:rPr>
                      <m:t>𝛼</m:t>
                    </m:r>
                  </m:oMath>
                </a14:m>
                <a:r>
                  <a:rPr lang="en-US" sz="2000" b="1" dirty="0">
                    <a:solidFill>
                      <a:schemeClr val="bg1"/>
                    </a:solidFill>
                    <a:latin typeface="Calibri" panose="020F0502020204030204" pitchFamily="34" charset="0"/>
                    <a:cs typeface="Calibri" panose="020F0502020204030204" pitchFamily="34" charset="0"/>
                  </a:rPr>
                  <a:t> controls direction and strength</a:t>
                </a:r>
              </a:p>
            </p:txBody>
          </p:sp>
        </mc:Choice>
        <mc:Fallback xmlns="">
          <p:sp>
            <p:nvSpPr>
              <p:cNvPr id="580" name="TextBox 579">
                <a:extLst>
                  <a:ext uri="{FF2B5EF4-FFF2-40B4-BE49-F238E27FC236}">
                    <a16:creationId xmlns:a16="http://schemas.microsoft.com/office/drawing/2014/main" id="{1F9FF5C6-9979-7D7E-2D2B-5E855B73D7DF}"/>
                  </a:ext>
                </a:extLst>
              </p:cNvPr>
              <p:cNvSpPr txBox="1">
                <a:spLocks noRot="1" noChangeAspect="1" noMove="1" noResize="1" noEditPoints="1" noAdjustHandles="1" noChangeArrowheads="1" noChangeShapeType="1" noTextEdit="1"/>
              </p:cNvSpPr>
              <p:nvPr/>
            </p:nvSpPr>
            <p:spPr>
              <a:xfrm>
                <a:off x="7595282" y="5463985"/>
                <a:ext cx="3170796" cy="1015663"/>
              </a:xfrm>
              <a:prstGeom prst="rect">
                <a:avLst/>
              </a:prstGeom>
              <a:blipFill>
                <a:blip r:embed="rId6"/>
                <a:stretch>
                  <a:fillRect t="-3704" b="-8642"/>
                </a:stretch>
              </a:blipFill>
            </p:spPr>
            <p:txBody>
              <a:bodyPr/>
              <a:lstStyle/>
              <a:p>
                <a:r>
                  <a:rPr lang="en-DE">
                    <a:noFill/>
                  </a:rPr>
                  <a:t> </a:t>
                </a:r>
              </a:p>
            </p:txBody>
          </p:sp>
        </mc:Fallback>
      </mc:AlternateContent>
      <p:sp>
        <p:nvSpPr>
          <p:cNvPr id="4" name="!!Textfeld 98">
            <a:extLst>
              <a:ext uri="{FF2B5EF4-FFF2-40B4-BE49-F238E27FC236}">
                <a16:creationId xmlns:a16="http://schemas.microsoft.com/office/drawing/2014/main" id="{8838C83B-B9E6-C208-9B92-73F6913847F8}"/>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15988997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49"/>
                                        </p:tgtEl>
                                        <p:attrNameLst>
                                          <p:attrName>style.visibility</p:attrName>
                                        </p:attrNameLst>
                                      </p:cBhvr>
                                      <p:to>
                                        <p:strVal val="visible"/>
                                      </p:to>
                                    </p:set>
                                    <p:animEffect transition="in" filter="fade">
                                      <p:cBhvr>
                                        <p:cTn id="7" dur="500"/>
                                        <p:tgtEl>
                                          <p:spTgt spid="24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50"/>
                                        </p:tgtEl>
                                        <p:attrNameLst>
                                          <p:attrName>style.visibility</p:attrName>
                                        </p:attrNameLst>
                                      </p:cBhvr>
                                      <p:to>
                                        <p:strVal val="visible"/>
                                      </p:to>
                                    </p:set>
                                    <p:animEffect transition="in" filter="fade">
                                      <p:cBhvr>
                                        <p:cTn id="10" dur="500"/>
                                        <p:tgtEl>
                                          <p:spTgt spid="25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51"/>
                                        </p:tgtEl>
                                        <p:attrNameLst>
                                          <p:attrName>style.visibility</p:attrName>
                                        </p:attrNameLst>
                                      </p:cBhvr>
                                      <p:to>
                                        <p:strVal val="visible"/>
                                      </p:to>
                                    </p:set>
                                    <p:animEffect transition="in" filter="fade">
                                      <p:cBhvr>
                                        <p:cTn id="13" dur="500"/>
                                        <p:tgtEl>
                                          <p:spTgt spid="251"/>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52"/>
                                        </p:tgtEl>
                                        <p:attrNameLst>
                                          <p:attrName>style.visibility</p:attrName>
                                        </p:attrNameLst>
                                      </p:cBhvr>
                                      <p:to>
                                        <p:strVal val="visible"/>
                                      </p:to>
                                    </p:set>
                                    <p:animEffect transition="in" filter="fade">
                                      <p:cBhvr>
                                        <p:cTn id="16" dur="500"/>
                                        <p:tgtEl>
                                          <p:spTgt spid="252"/>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224"/>
                                        </p:tgtEl>
                                        <p:attrNameLst>
                                          <p:attrName>style.visibility</p:attrName>
                                        </p:attrNameLst>
                                      </p:cBhvr>
                                      <p:to>
                                        <p:strVal val="visible"/>
                                      </p:to>
                                    </p:set>
                                    <p:animEffect transition="in" filter="fade">
                                      <p:cBhvr>
                                        <p:cTn id="21" dur="500"/>
                                        <p:tgtEl>
                                          <p:spTgt spid="224"/>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234"/>
                                        </p:tgtEl>
                                        <p:attrNameLst>
                                          <p:attrName>style.visibility</p:attrName>
                                        </p:attrNameLst>
                                      </p:cBhvr>
                                      <p:to>
                                        <p:strVal val="visible"/>
                                      </p:to>
                                    </p:set>
                                    <p:animEffect transition="in" filter="fade">
                                      <p:cBhvr>
                                        <p:cTn id="24" dur="500"/>
                                        <p:tgtEl>
                                          <p:spTgt spid="234"/>
                                        </p:tgtEl>
                                      </p:cBhvr>
                                    </p:animEffect>
                                  </p:childTnLst>
                                </p:cTn>
                              </p:par>
                              <p:par>
                                <p:cTn id="25" presetID="10" presetClass="entr" presetSubtype="0" fill="hold" nodeType="withEffect">
                                  <p:stCondLst>
                                    <p:cond delay="0"/>
                                  </p:stCondLst>
                                  <p:childTnLst>
                                    <p:set>
                                      <p:cBhvr>
                                        <p:cTn id="26" dur="1" fill="hold">
                                          <p:stCondLst>
                                            <p:cond delay="0"/>
                                          </p:stCondLst>
                                        </p:cTn>
                                        <p:tgtEl>
                                          <p:spTgt spid="225"/>
                                        </p:tgtEl>
                                        <p:attrNameLst>
                                          <p:attrName>style.visibility</p:attrName>
                                        </p:attrNameLst>
                                      </p:cBhvr>
                                      <p:to>
                                        <p:strVal val="visible"/>
                                      </p:to>
                                    </p:set>
                                    <p:animEffect transition="in" filter="fade">
                                      <p:cBhvr>
                                        <p:cTn id="27" dur="500"/>
                                        <p:tgtEl>
                                          <p:spTgt spid="225"/>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240"/>
                                        </p:tgtEl>
                                        <p:attrNameLst>
                                          <p:attrName>style.visibility</p:attrName>
                                        </p:attrNameLst>
                                      </p:cBhvr>
                                      <p:to>
                                        <p:strVal val="visible"/>
                                      </p:to>
                                    </p:set>
                                    <p:animEffect transition="in" filter="fade">
                                      <p:cBhvr>
                                        <p:cTn id="32" dur="500"/>
                                        <p:tgtEl>
                                          <p:spTgt spid="240"/>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236"/>
                                        </p:tgtEl>
                                        <p:attrNameLst>
                                          <p:attrName>style.visibility</p:attrName>
                                        </p:attrNameLst>
                                      </p:cBhvr>
                                      <p:to>
                                        <p:strVal val="visible"/>
                                      </p:to>
                                    </p:set>
                                    <p:animEffect transition="in" filter="fade">
                                      <p:cBhvr>
                                        <p:cTn id="35" dur="500"/>
                                        <p:tgtEl>
                                          <p:spTgt spid="236"/>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80"/>
                                        </p:tgtEl>
                                        <p:attrNameLst>
                                          <p:attrName>style.visibility</p:attrName>
                                        </p:attrNameLst>
                                      </p:cBhvr>
                                      <p:to>
                                        <p:strVal val="visible"/>
                                      </p:to>
                                    </p:set>
                                    <p:animEffect transition="in" filter="fade">
                                      <p:cBhvr>
                                        <p:cTn id="38" dur="500"/>
                                        <p:tgtEl>
                                          <p:spTgt spid="58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579"/>
                                        </p:tgtEl>
                                        <p:attrNameLst>
                                          <p:attrName>style.visibility</p:attrName>
                                        </p:attrNameLst>
                                      </p:cBhvr>
                                      <p:to>
                                        <p:strVal val="visible"/>
                                      </p:to>
                                    </p:set>
                                    <p:animEffect transition="in" filter="fade">
                                      <p:cBhvr>
                                        <p:cTn id="41" dur="500"/>
                                        <p:tgtEl>
                                          <p:spTgt spid="5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4" grpId="0" animBg="1"/>
      <p:bldP spid="234" grpId="0"/>
      <p:bldP spid="236" grpId="0"/>
      <p:bldP spid="249" grpId="0" animBg="1"/>
      <p:bldP spid="250" grpId="0" animBg="1"/>
      <p:bldP spid="251" grpId="0"/>
      <p:bldP spid="252" grpId="0" animBg="1"/>
      <p:bldP spid="579" grpId="0" animBg="1"/>
      <p:bldP spid="580"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AC31E782-6135-1C12-1162-000AE3956A4C}"/>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Textfeld 9875">
                <a:extLst>
                  <a:ext uri="{FF2B5EF4-FFF2-40B4-BE49-F238E27FC236}">
                    <a16:creationId xmlns:a16="http://schemas.microsoft.com/office/drawing/2014/main" id="{38068DC0-DA21-00FF-B11F-D9E92EE3A49A}"/>
                  </a:ext>
                </a:extLst>
              </p:cNvPr>
              <p:cNvSpPr txBox="1"/>
              <p:nvPr/>
            </p:nvSpPr>
            <p:spPr>
              <a:xfrm>
                <a:off x="7557772" y="1089446"/>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rgbClr val="111C37"/>
                          </a:solidFill>
                          <a:latin typeface="Cambria Math" panose="02040503050406030204" pitchFamily="18" charset="0"/>
                        </a:rPr>
                        <m:t>=</m:t>
                      </m:r>
                      <m:f>
                        <m:fPr>
                          <m:ctrlPr>
                            <a:rPr lang="en-US" sz="2500" b="1" i="1" smtClean="0">
                              <a:solidFill>
                                <a:srgbClr val="111C37"/>
                              </a:solidFill>
                              <a:latin typeface="Cambria Math" panose="02040503050406030204" pitchFamily="18" charset="0"/>
                            </a:rPr>
                          </m:ctrlPr>
                        </m:fPr>
                        <m:num>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r>
                            <a:rPr lang="en-US" sz="2500" b="1" i="1" smtClean="0">
                              <a:solidFill>
                                <a:srgbClr val="111C37"/>
                              </a:solidFill>
                              <a:latin typeface="Cambria Math" panose="02040503050406030204" pitchFamily="18" charset="0"/>
                            </a:rPr>
                            <m:t>⋅</m:t>
                          </m:r>
                          <m:d>
                            <m:dPr>
                              <m:begChr m:val="["/>
                              <m:endChr m:val="]"/>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r>
                                <a:rPr lang="en-US" sz="2500" b="1" i="1" smtClean="0">
                                  <a:solidFill>
                                    <a:srgbClr val="111C37"/>
                                  </a:solidFill>
                                  <a:latin typeface="Cambria Math" panose="02040503050406030204" pitchFamily="18" charset="0"/>
                                </a:rPr>
                                <m:t>–</m:t>
                              </m:r>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num>
                        <m:den>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4" name="Textfeld 9875">
                <a:extLst>
                  <a:ext uri="{FF2B5EF4-FFF2-40B4-BE49-F238E27FC236}">
                    <a16:creationId xmlns:a16="http://schemas.microsoft.com/office/drawing/2014/main" id="{38068DC0-DA21-00FF-B11F-D9E92EE3A49A}"/>
                  </a:ext>
                </a:extLst>
              </p:cNvPr>
              <p:cNvSpPr txBox="1">
                <a:spLocks noRot="1" noChangeAspect="1" noMove="1" noResize="1" noEditPoints="1" noAdjustHandles="1" noChangeArrowheads="1" noChangeShapeType="1" noTextEdit="1"/>
              </p:cNvSpPr>
              <p:nvPr/>
            </p:nvSpPr>
            <p:spPr>
              <a:xfrm>
                <a:off x="7557772" y="1089446"/>
                <a:ext cx="4464190" cy="1126975"/>
              </a:xfrm>
              <a:prstGeom prst="rect">
                <a:avLst/>
              </a:prstGeom>
              <a:blipFill>
                <a:blip r:embed="rId3"/>
                <a:stretch>
                  <a:fillRect t="-45556" b="-81111"/>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 name="Textfeld 9875">
                <a:extLst>
                  <a:ext uri="{FF2B5EF4-FFF2-40B4-BE49-F238E27FC236}">
                    <a16:creationId xmlns:a16="http://schemas.microsoft.com/office/drawing/2014/main" id="{240A25CD-2F45-B093-122C-418996C06302}"/>
                  </a:ext>
                </a:extLst>
              </p:cNvPr>
              <p:cNvSpPr txBox="1"/>
              <p:nvPr/>
            </p:nvSpPr>
            <p:spPr>
              <a:xfrm>
                <a:off x="7557772" y="1089446"/>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rgbClr val="111C37"/>
                          </a:solidFill>
                          <a:latin typeface="Cambria Math" panose="02040503050406030204" pitchFamily="18" charset="0"/>
                        </a:rPr>
                        <m:t>=</m:t>
                      </m:r>
                      <m:f>
                        <m:fPr>
                          <m:ctrlPr>
                            <a:rPr lang="en-US" sz="2500" b="1" i="1" smtClean="0">
                              <a:solidFill>
                                <a:srgbClr val="111C37"/>
                              </a:solidFill>
                              <a:latin typeface="Cambria Math" panose="02040503050406030204" pitchFamily="18" charset="0"/>
                            </a:rPr>
                          </m:ctrlPr>
                        </m:fPr>
                        <m:num>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r>
                            <a:rPr lang="en-US" sz="2500" b="1" i="1" smtClean="0">
                              <a:solidFill>
                                <a:srgbClr val="111C37"/>
                              </a:solidFill>
                              <a:latin typeface="Cambria Math" panose="02040503050406030204" pitchFamily="18" charset="0"/>
                            </a:rPr>
                            <m:t>⋅</m:t>
                          </m:r>
                          <m:d>
                            <m:dPr>
                              <m:begChr m:val="["/>
                              <m:endChr m:val="]"/>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r>
                                <a:rPr lang="en-US" sz="2500" b="1" i="1" smtClean="0">
                                  <a:solidFill>
                                    <a:srgbClr val="111C37"/>
                                  </a:solidFill>
                                  <a:latin typeface="Cambria Math" panose="02040503050406030204" pitchFamily="18" charset="0"/>
                                </a:rPr>
                                <m:t>–</m:t>
                              </m:r>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num>
                        <m:den>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3" name="Textfeld 9875">
                <a:extLst>
                  <a:ext uri="{FF2B5EF4-FFF2-40B4-BE49-F238E27FC236}">
                    <a16:creationId xmlns:a16="http://schemas.microsoft.com/office/drawing/2014/main" id="{240A25CD-2F45-B093-122C-418996C06302}"/>
                  </a:ext>
                </a:extLst>
              </p:cNvPr>
              <p:cNvSpPr txBox="1">
                <a:spLocks noRot="1" noChangeAspect="1" noMove="1" noResize="1" noEditPoints="1" noAdjustHandles="1" noChangeArrowheads="1" noChangeShapeType="1" noTextEdit="1"/>
              </p:cNvSpPr>
              <p:nvPr/>
            </p:nvSpPr>
            <p:spPr>
              <a:xfrm>
                <a:off x="7557772" y="1089446"/>
                <a:ext cx="4464190" cy="1126975"/>
              </a:xfrm>
              <a:prstGeom prst="rect">
                <a:avLst/>
              </a:prstGeom>
              <a:blipFill>
                <a:blip r:embed="rId3"/>
                <a:stretch>
                  <a:fillRect t="-45556" b="-81111"/>
                </a:stretch>
              </a:blipFill>
            </p:spPr>
            <p:txBody>
              <a:bodyPr/>
              <a:lstStyle/>
              <a:p>
                <a:r>
                  <a:rPr lang="en-DE">
                    <a:noFill/>
                  </a:rPr>
                  <a:t> </a:t>
                </a:r>
              </a:p>
            </p:txBody>
          </p:sp>
        </mc:Fallback>
      </mc:AlternateContent>
      <p:sp>
        <p:nvSpPr>
          <p:cNvPr id="7" name="Slide Number Placeholder 1">
            <a:extLst>
              <a:ext uri="{FF2B5EF4-FFF2-40B4-BE49-F238E27FC236}">
                <a16:creationId xmlns:a16="http://schemas.microsoft.com/office/drawing/2014/main" id="{58276536-7ACE-B6F8-85DF-D2BAFE6F5325}"/>
              </a:ext>
            </a:extLst>
          </p:cNvPr>
          <p:cNvSpPr>
            <a:spLocks noGrp="1"/>
          </p:cNvSpPr>
          <p:nvPr>
            <p:ph type="sldNum" sz="quarter" idx="4"/>
          </p:nvPr>
        </p:nvSpPr>
        <p:spPr>
          <a:xfrm>
            <a:off x="8610600" y="6356350"/>
            <a:ext cx="2743200" cy="365125"/>
          </a:xfrm>
        </p:spPr>
        <p:txBody>
          <a:bodyPr/>
          <a:lstStyle/>
          <a:p>
            <a:fld id="{F8325A8C-A62D-5E4B-8AAC-68DD587E4A7D}" type="slidenum">
              <a:rPr lang="de-DE" smtClean="0"/>
              <a:t>33</a:t>
            </a:fld>
            <a:endParaRPr lang="de-DE" dirty="0"/>
          </a:p>
        </p:txBody>
      </p:sp>
      <p:sp>
        <p:nvSpPr>
          <p:cNvPr id="2" name="Textfeld 66">
            <a:extLst>
              <a:ext uri="{FF2B5EF4-FFF2-40B4-BE49-F238E27FC236}">
                <a16:creationId xmlns:a16="http://schemas.microsoft.com/office/drawing/2014/main" id="{BAC61343-9A75-6C6E-BCAE-B89717DFE8C1}"/>
              </a:ext>
            </a:extLst>
          </p:cNvPr>
          <p:cNvSpPr txBox="1"/>
          <p:nvPr/>
        </p:nvSpPr>
        <p:spPr>
          <a:xfrm>
            <a:off x="303642" y="1264324"/>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D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cxnSp>
        <p:nvCxnSpPr>
          <p:cNvPr id="6" name="Straight Arrow Connector 5">
            <a:extLst>
              <a:ext uri="{FF2B5EF4-FFF2-40B4-BE49-F238E27FC236}">
                <a16:creationId xmlns:a16="http://schemas.microsoft.com/office/drawing/2014/main" id="{DDDD28CA-80CD-EA42-8957-8D49C2478A7E}"/>
              </a:ext>
            </a:extLst>
          </p:cNvPr>
          <p:cNvCxnSpPr>
            <a:cxnSpLocks/>
          </p:cNvCxnSpPr>
          <p:nvPr/>
        </p:nvCxnSpPr>
        <p:spPr>
          <a:xfrm>
            <a:off x="3953168" y="1777259"/>
            <a:ext cx="0" cy="720000"/>
          </a:xfrm>
          <a:prstGeom prst="straightConnector1">
            <a:avLst/>
          </a:prstGeom>
          <a:ln w="127000">
            <a:solidFill>
              <a:srgbClr val="C1E5F5"/>
            </a:solidFill>
            <a:tailEnd type="triangle"/>
          </a:ln>
        </p:spPr>
        <p:style>
          <a:lnRef idx="2">
            <a:schemeClr val="accent1"/>
          </a:lnRef>
          <a:fillRef idx="0">
            <a:schemeClr val="accent1"/>
          </a:fillRef>
          <a:effectRef idx="1">
            <a:schemeClr val="accent1"/>
          </a:effectRef>
          <a:fontRef idx="minor">
            <a:schemeClr val="tx1"/>
          </a:fontRef>
        </p:style>
      </p:cxnSp>
      <p:grpSp>
        <p:nvGrpSpPr>
          <p:cNvPr id="13" name="Group 12">
            <a:extLst>
              <a:ext uri="{FF2B5EF4-FFF2-40B4-BE49-F238E27FC236}">
                <a16:creationId xmlns:a16="http://schemas.microsoft.com/office/drawing/2014/main" id="{40A14DAF-F597-5BF7-747D-640FC435C276}"/>
              </a:ext>
            </a:extLst>
          </p:cNvPr>
          <p:cNvGrpSpPr/>
          <p:nvPr/>
        </p:nvGrpSpPr>
        <p:grpSpPr>
          <a:xfrm>
            <a:off x="3233348" y="2604631"/>
            <a:ext cx="1439640" cy="2464326"/>
            <a:chOff x="2350483" y="2604631"/>
            <a:chExt cx="1439640" cy="2464326"/>
          </a:xfrm>
        </p:grpSpPr>
        <p:sp>
          <p:nvSpPr>
            <p:cNvPr id="14" name="Shape 0">
              <a:extLst>
                <a:ext uri="{FF2B5EF4-FFF2-40B4-BE49-F238E27FC236}">
                  <a16:creationId xmlns:a16="http://schemas.microsoft.com/office/drawing/2014/main" id="{B2945036-74A6-C295-2213-38D535FC8030}"/>
                </a:ext>
              </a:extLst>
            </p:cNvPr>
            <p:cNvSpPr/>
            <p:nvPr/>
          </p:nvSpPr>
          <p:spPr>
            <a:xfrm rot="5400000" flipV="1">
              <a:off x="3169455" y="2835750"/>
              <a:ext cx="580795" cy="259700"/>
            </a:xfrm>
            <a:prstGeom prst="line">
              <a:avLst/>
            </a:prstGeom>
            <a:noFill/>
            <a:ln w="3175">
              <a:solidFill>
                <a:srgbClr val="B8BFC9"/>
              </a:solidFill>
              <a:prstDash val="solid"/>
            </a:ln>
          </p:spPr>
          <p:txBody>
            <a:bodyPr/>
            <a:lstStyle/>
            <a:p>
              <a:endParaRPr lang="en-DE"/>
            </a:p>
          </p:txBody>
        </p:sp>
        <p:sp>
          <p:nvSpPr>
            <p:cNvPr id="15" name="Shape 1">
              <a:extLst>
                <a:ext uri="{FF2B5EF4-FFF2-40B4-BE49-F238E27FC236}">
                  <a16:creationId xmlns:a16="http://schemas.microsoft.com/office/drawing/2014/main" id="{CF2B8ED7-292C-72FF-F25D-679738C5F802}"/>
                </a:ext>
              </a:extLst>
            </p:cNvPr>
            <p:cNvSpPr/>
            <p:nvPr/>
          </p:nvSpPr>
          <p:spPr>
            <a:xfrm rot="5400000">
              <a:off x="3039605" y="2965600"/>
              <a:ext cx="580795" cy="0"/>
            </a:xfrm>
            <a:prstGeom prst="line">
              <a:avLst/>
            </a:prstGeom>
            <a:noFill/>
            <a:ln w="3175">
              <a:solidFill>
                <a:srgbClr val="B8BFC9"/>
              </a:solidFill>
              <a:prstDash val="solid"/>
            </a:ln>
          </p:spPr>
          <p:txBody>
            <a:bodyPr/>
            <a:lstStyle/>
            <a:p>
              <a:endParaRPr lang="en-DE"/>
            </a:p>
          </p:txBody>
        </p:sp>
        <p:sp>
          <p:nvSpPr>
            <p:cNvPr id="58" name="Shape 2">
              <a:extLst>
                <a:ext uri="{FF2B5EF4-FFF2-40B4-BE49-F238E27FC236}">
                  <a16:creationId xmlns:a16="http://schemas.microsoft.com/office/drawing/2014/main" id="{569C5B97-08C4-CF36-70C4-B216864F0A7B}"/>
                </a:ext>
              </a:extLst>
            </p:cNvPr>
            <p:cNvSpPr/>
            <p:nvPr/>
          </p:nvSpPr>
          <p:spPr>
            <a:xfrm rot="5400000">
              <a:off x="2909755" y="2835750"/>
              <a:ext cx="580795" cy="259700"/>
            </a:xfrm>
            <a:prstGeom prst="line">
              <a:avLst/>
            </a:prstGeom>
            <a:noFill/>
            <a:ln w="3175">
              <a:solidFill>
                <a:srgbClr val="B8BFC9"/>
              </a:solidFill>
              <a:prstDash val="solid"/>
            </a:ln>
          </p:spPr>
          <p:txBody>
            <a:bodyPr/>
            <a:lstStyle/>
            <a:p>
              <a:endParaRPr lang="en-DE"/>
            </a:p>
          </p:txBody>
        </p:sp>
        <p:sp>
          <p:nvSpPr>
            <p:cNvPr id="59" name="Shape 3">
              <a:extLst>
                <a:ext uri="{FF2B5EF4-FFF2-40B4-BE49-F238E27FC236}">
                  <a16:creationId xmlns:a16="http://schemas.microsoft.com/office/drawing/2014/main" id="{37F7A454-9401-3DBD-C2B1-DE8B23549190}"/>
                </a:ext>
              </a:extLst>
            </p:cNvPr>
            <p:cNvSpPr/>
            <p:nvPr/>
          </p:nvSpPr>
          <p:spPr>
            <a:xfrm rot="5400000">
              <a:off x="2779905" y="2705900"/>
              <a:ext cx="580795" cy="519401"/>
            </a:xfrm>
            <a:prstGeom prst="line">
              <a:avLst/>
            </a:prstGeom>
            <a:noFill/>
            <a:ln w="3175">
              <a:solidFill>
                <a:srgbClr val="B8BFC9"/>
              </a:solidFill>
              <a:prstDash val="solid"/>
            </a:ln>
          </p:spPr>
          <p:txBody>
            <a:bodyPr/>
            <a:lstStyle/>
            <a:p>
              <a:endParaRPr lang="en-DE"/>
            </a:p>
          </p:txBody>
        </p:sp>
        <p:sp>
          <p:nvSpPr>
            <p:cNvPr id="60" name="Shape 4">
              <a:extLst>
                <a:ext uri="{FF2B5EF4-FFF2-40B4-BE49-F238E27FC236}">
                  <a16:creationId xmlns:a16="http://schemas.microsoft.com/office/drawing/2014/main" id="{C7B87C18-8495-0986-E157-034FB662244B}"/>
                </a:ext>
              </a:extLst>
            </p:cNvPr>
            <p:cNvSpPr/>
            <p:nvPr/>
          </p:nvSpPr>
          <p:spPr>
            <a:xfrm rot="5400000">
              <a:off x="2650054" y="2576050"/>
              <a:ext cx="580795" cy="779100"/>
            </a:xfrm>
            <a:prstGeom prst="line">
              <a:avLst/>
            </a:prstGeom>
            <a:noFill/>
            <a:ln w="3175">
              <a:solidFill>
                <a:srgbClr val="B8BFC9"/>
              </a:solidFill>
              <a:prstDash val="solid"/>
            </a:ln>
          </p:spPr>
          <p:txBody>
            <a:bodyPr/>
            <a:lstStyle/>
            <a:p>
              <a:endParaRPr lang="en-DE"/>
            </a:p>
          </p:txBody>
        </p:sp>
        <p:sp>
          <p:nvSpPr>
            <p:cNvPr id="61" name="Shape 5">
              <a:extLst>
                <a:ext uri="{FF2B5EF4-FFF2-40B4-BE49-F238E27FC236}">
                  <a16:creationId xmlns:a16="http://schemas.microsoft.com/office/drawing/2014/main" id="{F85149A3-4071-1E4B-43E4-A475338CCA9E}"/>
                </a:ext>
              </a:extLst>
            </p:cNvPr>
            <p:cNvSpPr/>
            <p:nvPr/>
          </p:nvSpPr>
          <p:spPr>
            <a:xfrm rot="5400000" flipV="1">
              <a:off x="3039605" y="2705900"/>
              <a:ext cx="580795" cy="519401"/>
            </a:xfrm>
            <a:prstGeom prst="line">
              <a:avLst/>
            </a:prstGeom>
            <a:noFill/>
            <a:ln w="3175">
              <a:solidFill>
                <a:srgbClr val="B8BFC9"/>
              </a:solidFill>
              <a:prstDash val="solid"/>
            </a:ln>
          </p:spPr>
          <p:txBody>
            <a:bodyPr/>
            <a:lstStyle/>
            <a:p>
              <a:endParaRPr lang="en-DE"/>
            </a:p>
          </p:txBody>
        </p:sp>
        <p:sp>
          <p:nvSpPr>
            <p:cNvPr id="62" name="Shape 6">
              <a:extLst>
                <a:ext uri="{FF2B5EF4-FFF2-40B4-BE49-F238E27FC236}">
                  <a16:creationId xmlns:a16="http://schemas.microsoft.com/office/drawing/2014/main" id="{C312DC89-ACE9-28F4-78FF-B37B53039F60}"/>
                </a:ext>
              </a:extLst>
            </p:cNvPr>
            <p:cNvSpPr/>
            <p:nvPr/>
          </p:nvSpPr>
          <p:spPr>
            <a:xfrm rot="5400000" flipV="1">
              <a:off x="2909755" y="2835750"/>
              <a:ext cx="580795" cy="259700"/>
            </a:xfrm>
            <a:prstGeom prst="line">
              <a:avLst/>
            </a:prstGeom>
            <a:noFill/>
            <a:ln w="3175">
              <a:solidFill>
                <a:srgbClr val="B8BFC9"/>
              </a:solidFill>
              <a:prstDash val="solid"/>
            </a:ln>
          </p:spPr>
          <p:txBody>
            <a:bodyPr/>
            <a:lstStyle/>
            <a:p>
              <a:endParaRPr lang="en-DE"/>
            </a:p>
          </p:txBody>
        </p:sp>
        <p:sp>
          <p:nvSpPr>
            <p:cNvPr id="63" name="Shape 7">
              <a:extLst>
                <a:ext uri="{FF2B5EF4-FFF2-40B4-BE49-F238E27FC236}">
                  <a16:creationId xmlns:a16="http://schemas.microsoft.com/office/drawing/2014/main" id="{B0AF325E-B94C-45B2-FA00-361E8275858F}"/>
                </a:ext>
              </a:extLst>
            </p:cNvPr>
            <p:cNvSpPr/>
            <p:nvPr/>
          </p:nvSpPr>
          <p:spPr>
            <a:xfrm rot="5400000">
              <a:off x="2779905" y="2965600"/>
              <a:ext cx="580795" cy="0"/>
            </a:xfrm>
            <a:prstGeom prst="line">
              <a:avLst/>
            </a:prstGeom>
            <a:noFill/>
            <a:ln w="3175">
              <a:solidFill>
                <a:srgbClr val="B8BFC9"/>
              </a:solidFill>
              <a:prstDash val="solid"/>
            </a:ln>
          </p:spPr>
          <p:txBody>
            <a:bodyPr/>
            <a:lstStyle/>
            <a:p>
              <a:endParaRPr lang="en-DE"/>
            </a:p>
          </p:txBody>
        </p:sp>
        <p:sp>
          <p:nvSpPr>
            <p:cNvPr id="512" name="Shape 8">
              <a:extLst>
                <a:ext uri="{FF2B5EF4-FFF2-40B4-BE49-F238E27FC236}">
                  <a16:creationId xmlns:a16="http://schemas.microsoft.com/office/drawing/2014/main" id="{62774D9E-9201-F357-5CF8-86A2E9A1EA3C}"/>
                </a:ext>
              </a:extLst>
            </p:cNvPr>
            <p:cNvSpPr/>
            <p:nvPr/>
          </p:nvSpPr>
          <p:spPr>
            <a:xfrm rot="5400000">
              <a:off x="2650054" y="2835750"/>
              <a:ext cx="580795" cy="259700"/>
            </a:xfrm>
            <a:prstGeom prst="line">
              <a:avLst/>
            </a:prstGeom>
            <a:noFill/>
            <a:ln w="3175">
              <a:solidFill>
                <a:srgbClr val="B8BFC9"/>
              </a:solidFill>
              <a:prstDash val="solid"/>
            </a:ln>
          </p:spPr>
          <p:txBody>
            <a:bodyPr/>
            <a:lstStyle/>
            <a:p>
              <a:endParaRPr lang="en-DE"/>
            </a:p>
          </p:txBody>
        </p:sp>
        <p:sp>
          <p:nvSpPr>
            <p:cNvPr id="513" name="Shape 9">
              <a:extLst>
                <a:ext uri="{FF2B5EF4-FFF2-40B4-BE49-F238E27FC236}">
                  <a16:creationId xmlns:a16="http://schemas.microsoft.com/office/drawing/2014/main" id="{42F2ED7C-9384-9BFF-F851-52F975BA911A}"/>
                </a:ext>
              </a:extLst>
            </p:cNvPr>
            <p:cNvSpPr/>
            <p:nvPr/>
          </p:nvSpPr>
          <p:spPr>
            <a:xfrm rot="5400000">
              <a:off x="2520204" y="2705900"/>
              <a:ext cx="580795" cy="519401"/>
            </a:xfrm>
            <a:prstGeom prst="line">
              <a:avLst/>
            </a:prstGeom>
            <a:noFill/>
            <a:ln w="3175">
              <a:solidFill>
                <a:srgbClr val="B8BFC9"/>
              </a:solidFill>
              <a:prstDash val="solid"/>
            </a:ln>
          </p:spPr>
          <p:txBody>
            <a:bodyPr/>
            <a:lstStyle/>
            <a:p>
              <a:endParaRPr lang="en-DE"/>
            </a:p>
          </p:txBody>
        </p:sp>
        <p:sp>
          <p:nvSpPr>
            <p:cNvPr id="514" name="Shape 10">
              <a:extLst>
                <a:ext uri="{FF2B5EF4-FFF2-40B4-BE49-F238E27FC236}">
                  <a16:creationId xmlns:a16="http://schemas.microsoft.com/office/drawing/2014/main" id="{27DE77D4-04A6-5B25-5A1B-C1AFC3771B10}"/>
                </a:ext>
              </a:extLst>
            </p:cNvPr>
            <p:cNvSpPr/>
            <p:nvPr/>
          </p:nvSpPr>
          <p:spPr>
            <a:xfrm rot="5400000" flipV="1">
              <a:off x="2909755" y="2576050"/>
              <a:ext cx="580795" cy="779100"/>
            </a:xfrm>
            <a:prstGeom prst="line">
              <a:avLst/>
            </a:prstGeom>
            <a:noFill/>
            <a:ln w="3175">
              <a:solidFill>
                <a:srgbClr val="B8BFC9"/>
              </a:solidFill>
              <a:prstDash val="solid"/>
            </a:ln>
          </p:spPr>
          <p:txBody>
            <a:bodyPr/>
            <a:lstStyle/>
            <a:p>
              <a:endParaRPr lang="en-DE"/>
            </a:p>
          </p:txBody>
        </p:sp>
        <p:sp>
          <p:nvSpPr>
            <p:cNvPr id="515" name="Shape 11">
              <a:extLst>
                <a:ext uri="{FF2B5EF4-FFF2-40B4-BE49-F238E27FC236}">
                  <a16:creationId xmlns:a16="http://schemas.microsoft.com/office/drawing/2014/main" id="{290EF291-2809-DD05-2462-9DDBD017CD3F}"/>
                </a:ext>
              </a:extLst>
            </p:cNvPr>
            <p:cNvSpPr/>
            <p:nvPr/>
          </p:nvSpPr>
          <p:spPr>
            <a:xfrm rot="5400000" flipV="1">
              <a:off x="2779905" y="2705900"/>
              <a:ext cx="580795" cy="519401"/>
            </a:xfrm>
            <a:prstGeom prst="line">
              <a:avLst/>
            </a:prstGeom>
            <a:noFill/>
            <a:ln w="3175">
              <a:solidFill>
                <a:srgbClr val="B8BFC9"/>
              </a:solidFill>
              <a:prstDash val="solid"/>
            </a:ln>
          </p:spPr>
          <p:txBody>
            <a:bodyPr/>
            <a:lstStyle/>
            <a:p>
              <a:endParaRPr lang="en-DE"/>
            </a:p>
          </p:txBody>
        </p:sp>
        <p:sp>
          <p:nvSpPr>
            <p:cNvPr id="516" name="Shape 12">
              <a:extLst>
                <a:ext uri="{FF2B5EF4-FFF2-40B4-BE49-F238E27FC236}">
                  <a16:creationId xmlns:a16="http://schemas.microsoft.com/office/drawing/2014/main" id="{B4E15E03-A695-9C6B-1456-ACFFAD7E9481}"/>
                </a:ext>
              </a:extLst>
            </p:cNvPr>
            <p:cNvSpPr/>
            <p:nvPr/>
          </p:nvSpPr>
          <p:spPr>
            <a:xfrm rot="5400000" flipV="1">
              <a:off x="2650054" y="2835750"/>
              <a:ext cx="580795" cy="259700"/>
            </a:xfrm>
            <a:prstGeom prst="line">
              <a:avLst/>
            </a:prstGeom>
            <a:noFill/>
            <a:ln w="3175">
              <a:solidFill>
                <a:srgbClr val="B8BFC9"/>
              </a:solidFill>
              <a:prstDash val="solid"/>
            </a:ln>
          </p:spPr>
          <p:txBody>
            <a:bodyPr/>
            <a:lstStyle/>
            <a:p>
              <a:endParaRPr lang="en-DE"/>
            </a:p>
          </p:txBody>
        </p:sp>
        <p:sp>
          <p:nvSpPr>
            <p:cNvPr id="517" name="Shape 13">
              <a:extLst>
                <a:ext uri="{FF2B5EF4-FFF2-40B4-BE49-F238E27FC236}">
                  <a16:creationId xmlns:a16="http://schemas.microsoft.com/office/drawing/2014/main" id="{C5D218F5-C3C8-2BC8-370C-6B2E1DC71AD0}"/>
                </a:ext>
              </a:extLst>
            </p:cNvPr>
            <p:cNvSpPr/>
            <p:nvPr/>
          </p:nvSpPr>
          <p:spPr>
            <a:xfrm rot="5400000">
              <a:off x="2520206" y="2965600"/>
              <a:ext cx="580795" cy="0"/>
            </a:xfrm>
            <a:prstGeom prst="line">
              <a:avLst/>
            </a:prstGeom>
            <a:noFill/>
            <a:ln w="3175">
              <a:solidFill>
                <a:srgbClr val="B8BFC9"/>
              </a:solidFill>
              <a:prstDash val="solid"/>
            </a:ln>
          </p:spPr>
          <p:txBody>
            <a:bodyPr/>
            <a:lstStyle/>
            <a:p>
              <a:endParaRPr lang="en-DE"/>
            </a:p>
          </p:txBody>
        </p:sp>
        <p:sp>
          <p:nvSpPr>
            <p:cNvPr id="518" name="Shape 14">
              <a:extLst>
                <a:ext uri="{FF2B5EF4-FFF2-40B4-BE49-F238E27FC236}">
                  <a16:creationId xmlns:a16="http://schemas.microsoft.com/office/drawing/2014/main" id="{C12CCD18-5A0E-9C49-2D67-A79EE82945AD}"/>
                </a:ext>
              </a:extLst>
            </p:cNvPr>
            <p:cNvSpPr/>
            <p:nvPr/>
          </p:nvSpPr>
          <p:spPr>
            <a:xfrm rot="5400000">
              <a:off x="2390355" y="2835750"/>
              <a:ext cx="580795" cy="259700"/>
            </a:xfrm>
            <a:prstGeom prst="line">
              <a:avLst/>
            </a:prstGeom>
            <a:noFill/>
            <a:ln w="3175">
              <a:solidFill>
                <a:srgbClr val="B8BFC9"/>
              </a:solidFill>
              <a:prstDash val="solid"/>
            </a:ln>
          </p:spPr>
          <p:txBody>
            <a:bodyPr/>
            <a:lstStyle/>
            <a:p>
              <a:endParaRPr lang="en-DE"/>
            </a:p>
          </p:txBody>
        </p:sp>
        <p:sp>
          <p:nvSpPr>
            <p:cNvPr id="519" name="Shape 15">
              <a:extLst>
                <a:ext uri="{FF2B5EF4-FFF2-40B4-BE49-F238E27FC236}">
                  <a16:creationId xmlns:a16="http://schemas.microsoft.com/office/drawing/2014/main" id="{6B1D1239-CCAD-7427-530A-67D341B41774}"/>
                </a:ext>
              </a:extLst>
            </p:cNvPr>
            <p:cNvSpPr/>
            <p:nvPr/>
          </p:nvSpPr>
          <p:spPr>
            <a:xfrm rot="5400000" flipV="1">
              <a:off x="3364230" y="3481470"/>
              <a:ext cx="580795" cy="129850"/>
            </a:xfrm>
            <a:prstGeom prst="line">
              <a:avLst/>
            </a:prstGeom>
            <a:noFill/>
            <a:ln w="3175">
              <a:solidFill>
                <a:srgbClr val="B8BFC9"/>
              </a:solidFill>
              <a:prstDash val="solid"/>
            </a:ln>
          </p:spPr>
          <p:txBody>
            <a:bodyPr/>
            <a:lstStyle/>
            <a:p>
              <a:endParaRPr lang="en-DE"/>
            </a:p>
          </p:txBody>
        </p:sp>
        <p:sp>
          <p:nvSpPr>
            <p:cNvPr id="520" name="Shape 16">
              <a:extLst>
                <a:ext uri="{FF2B5EF4-FFF2-40B4-BE49-F238E27FC236}">
                  <a16:creationId xmlns:a16="http://schemas.microsoft.com/office/drawing/2014/main" id="{C6916110-1048-1877-5BCA-C5D75B7CEF50}"/>
                </a:ext>
              </a:extLst>
            </p:cNvPr>
            <p:cNvSpPr/>
            <p:nvPr/>
          </p:nvSpPr>
          <p:spPr>
            <a:xfrm rot="5400000">
              <a:off x="3234380" y="3481470"/>
              <a:ext cx="580795" cy="129850"/>
            </a:xfrm>
            <a:prstGeom prst="line">
              <a:avLst/>
            </a:prstGeom>
            <a:noFill/>
            <a:ln w="3175">
              <a:solidFill>
                <a:srgbClr val="B8BFC9"/>
              </a:solidFill>
              <a:prstDash val="solid"/>
            </a:ln>
          </p:spPr>
          <p:txBody>
            <a:bodyPr/>
            <a:lstStyle/>
            <a:p>
              <a:endParaRPr lang="en-DE"/>
            </a:p>
          </p:txBody>
        </p:sp>
        <p:sp>
          <p:nvSpPr>
            <p:cNvPr id="521" name="Shape 17">
              <a:extLst>
                <a:ext uri="{FF2B5EF4-FFF2-40B4-BE49-F238E27FC236}">
                  <a16:creationId xmlns:a16="http://schemas.microsoft.com/office/drawing/2014/main" id="{14085F46-1990-36CD-FC31-263D10F1A53B}"/>
                </a:ext>
              </a:extLst>
            </p:cNvPr>
            <p:cNvSpPr/>
            <p:nvPr/>
          </p:nvSpPr>
          <p:spPr>
            <a:xfrm rot="5400000">
              <a:off x="3104530" y="3351621"/>
              <a:ext cx="580795" cy="389551"/>
            </a:xfrm>
            <a:prstGeom prst="line">
              <a:avLst/>
            </a:prstGeom>
            <a:noFill/>
            <a:ln w="3175">
              <a:solidFill>
                <a:srgbClr val="B8BFC9"/>
              </a:solidFill>
              <a:prstDash val="solid"/>
            </a:ln>
          </p:spPr>
          <p:txBody>
            <a:bodyPr/>
            <a:lstStyle/>
            <a:p>
              <a:endParaRPr lang="en-DE"/>
            </a:p>
          </p:txBody>
        </p:sp>
        <p:sp>
          <p:nvSpPr>
            <p:cNvPr id="523" name="Shape 18">
              <a:extLst>
                <a:ext uri="{FF2B5EF4-FFF2-40B4-BE49-F238E27FC236}">
                  <a16:creationId xmlns:a16="http://schemas.microsoft.com/office/drawing/2014/main" id="{22E38512-727D-3F4D-A573-F69D0B49769B}"/>
                </a:ext>
              </a:extLst>
            </p:cNvPr>
            <p:cNvSpPr/>
            <p:nvPr/>
          </p:nvSpPr>
          <p:spPr>
            <a:xfrm rot="5400000">
              <a:off x="2974680" y="3221771"/>
              <a:ext cx="580795" cy="649249"/>
            </a:xfrm>
            <a:prstGeom prst="line">
              <a:avLst/>
            </a:prstGeom>
            <a:noFill/>
            <a:ln w="3175">
              <a:solidFill>
                <a:srgbClr val="B8BFC9"/>
              </a:solidFill>
              <a:prstDash val="solid"/>
            </a:ln>
          </p:spPr>
          <p:txBody>
            <a:bodyPr/>
            <a:lstStyle/>
            <a:p>
              <a:endParaRPr lang="en-DE"/>
            </a:p>
          </p:txBody>
        </p:sp>
        <p:sp>
          <p:nvSpPr>
            <p:cNvPr id="524" name="Shape 19">
              <a:extLst>
                <a:ext uri="{FF2B5EF4-FFF2-40B4-BE49-F238E27FC236}">
                  <a16:creationId xmlns:a16="http://schemas.microsoft.com/office/drawing/2014/main" id="{E1368298-D82E-5F1B-DA64-4E4AF14D5EF3}"/>
                </a:ext>
              </a:extLst>
            </p:cNvPr>
            <p:cNvSpPr/>
            <p:nvPr/>
          </p:nvSpPr>
          <p:spPr>
            <a:xfrm rot="5400000">
              <a:off x="2844830" y="3091921"/>
              <a:ext cx="580795" cy="908949"/>
            </a:xfrm>
            <a:prstGeom prst="line">
              <a:avLst/>
            </a:prstGeom>
            <a:noFill/>
            <a:ln w="3175">
              <a:solidFill>
                <a:srgbClr val="B8BFC9"/>
              </a:solidFill>
              <a:prstDash val="solid"/>
            </a:ln>
          </p:spPr>
          <p:txBody>
            <a:bodyPr/>
            <a:lstStyle/>
            <a:p>
              <a:endParaRPr lang="en-DE"/>
            </a:p>
          </p:txBody>
        </p:sp>
        <p:sp>
          <p:nvSpPr>
            <p:cNvPr id="525" name="Shape 20">
              <a:extLst>
                <a:ext uri="{FF2B5EF4-FFF2-40B4-BE49-F238E27FC236}">
                  <a16:creationId xmlns:a16="http://schemas.microsoft.com/office/drawing/2014/main" id="{F7D998F2-5814-4740-C97D-AB2A4B3B9024}"/>
                </a:ext>
              </a:extLst>
            </p:cNvPr>
            <p:cNvSpPr/>
            <p:nvPr/>
          </p:nvSpPr>
          <p:spPr>
            <a:xfrm rot="5400000">
              <a:off x="2714980" y="2962071"/>
              <a:ext cx="580795" cy="1168649"/>
            </a:xfrm>
            <a:prstGeom prst="line">
              <a:avLst/>
            </a:prstGeom>
            <a:noFill/>
            <a:ln w="3175">
              <a:solidFill>
                <a:srgbClr val="B8BFC9"/>
              </a:solidFill>
              <a:prstDash val="solid"/>
            </a:ln>
          </p:spPr>
          <p:txBody>
            <a:bodyPr/>
            <a:lstStyle/>
            <a:p>
              <a:endParaRPr lang="en-DE"/>
            </a:p>
          </p:txBody>
        </p:sp>
        <p:sp>
          <p:nvSpPr>
            <p:cNvPr id="526" name="Shape 21">
              <a:extLst>
                <a:ext uri="{FF2B5EF4-FFF2-40B4-BE49-F238E27FC236}">
                  <a16:creationId xmlns:a16="http://schemas.microsoft.com/office/drawing/2014/main" id="{7B4A0816-C7A0-530E-B805-0C696E564F39}"/>
                </a:ext>
              </a:extLst>
            </p:cNvPr>
            <p:cNvSpPr/>
            <p:nvPr/>
          </p:nvSpPr>
          <p:spPr>
            <a:xfrm rot="5400000" flipV="1">
              <a:off x="3234380" y="3351621"/>
              <a:ext cx="580795" cy="389551"/>
            </a:xfrm>
            <a:prstGeom prst="line">
              <a:avLst/>
            </a:prstGeom>
            <a:noFill/>
            <a:ln w="3175">
              <a:solidFill>
                <a:srgbClr val="B8BFC9"/>
              </a:solidFill>
              <a:prstDash val="solid"/>
            </a:ln>
          </p:spPr>
          <p:txBody>
            <a:bodyPr/>
            <a:lstStyle/>
            <a:p>
              <a:endParaRPr lang="en-DE"/>
            </a:p>
          </p:txBody>
        </p:sp>
        <p:sp>
          <p:nvSpPr>
            <p:cNvPr id="527" name="Shape 22">
              <a:extLst>
                <a:ext uri="{FF2B5EF4-FFF2-40B4-BE49-F238E27FC236}">
                  <a16:creationId xmlns:a16="http://schemas.microsoft.com/office/drawing/2014/main" id="{D237C73E-019E-F9BE-0385-E02499FA945E}"/>
                </a:ext>
              </a:extLst>
            </p:cNvPr>
            <p:cNvSpPr/>
            <p:nvPr/>
          </p:nvSpPr>
          <p:spPr>
            <a:xfrm rot="5400000" flipV="1">
              <a:off x="3104530" y="3481470"/>
              <a:ext cx="580795" cy="129850"/>
            </a:xfrm>
            <a:prstGeom prst="line">
              <a:avLst/>
            </a:prstGeom>
            <a:noFill/>
            <a:ln w="3175">
              <a:solidFill>
                <a:srgbClr val="B8BFC9"/>
              </a:solidFill>
              <a:prstDash val="solid"/>
            </a:ln>
          </p:spPr>
          <p:txBody>
            <a:bodyPr/>
            <a:lstStyle/>
            <a:p>
              <a:endParaRPr lang="en-DE"/>
            </a:p>
          </p:txBody>
        </p:sp>
        <p:sp>
          <p:nvSpPr>
            <p:cNvPr id="528" name="Shape 23">
              <a:extLst>
                <a:ext uri="{FF2B5EF4-FFF2-40B4-BE49-F238E27FC236}">
                  <a16:creationId xmlns:a16="http://schemas.microsoft.com/office/drawing/2014/main" id="{F701C208-D372-576D-230C-E1898E534A1A}"/>
                </a:ext>
              </a:extLst>
            </p:cNvPr>
            <p:cNvSpPr/>
            <p:nvPr/>
          </p:nvSpPr>
          <p:spPr>
            <a:xfrm rot="5400000">
              <a:off x="2974679" y="3481470"/>
              <a:ext cx="580795" cy="129850"/>
            </a:xfrm>
            <a:prstGeom prst="line">
              <a:avLst/>
            </a:prstGeom>
            <a:noFill/>
            <a:ln w="3175">
              <a:solidFill>
                <a:srgbClr val="B8BFC9"/>
              </a:solidFill>
              <a:prstDash val="solid"/>
            </a:ln>
          </p:spPr>
          <p:txBody>
            <a:bodyPr/>
            <a:lstStyle/>
            <a:p>
              <a:endParaRPr lang="en-DE"/>
            </a:p>
          </p:txBody>
        </p:sp>
        <p:sp>
          <p:nvSpPr>
            <p:cNvPr id="529" name="Shape 24">
              <a:extLst>
                <a:ext uri="{FF2B5EF4-FFF2-40B4-BE49-F238E27FC236}">
                  <a16:creationId xmlns:a16="http://schemas.microsoft.com/office/drawing/2014/main" id="{00C1B22F-8B47-7DE6-4691-C6A2068538CA}"/>
                </a:ext>
              </a:extLst>
            </p:cNvPr>
            <p:cNvSpPr/>
            <p:nvPr/>
          </p:nvSpPr>
          <p:spPr>
            <a:xfrm rot="5400000">
              <a:off x="2844829" y="3351621"/>
              <a:ext cx="580795" cy="389551"/>
            </a:xfrm>
            <a:prstGeom prst="line">
              <a:avLst/>
            </a:prstGeom>
            <a:noFill/>
            <a:ln w="3175">
              <a:solidFill>
                <a:srgbClr val="B8BFC9"/>
              </a:solidFill>
              <a:prstDash val="solid"/>
            </a:ln>
          </p:spPr>
          <p:txBody>
            <a:bodyPr/>
            <a:lstStyle/>
            <a:p>
              <a:endParaRPr lang="en-DE"/>
            </a:p>
          </p:txBody>
        </p:sp>
        <p:sp>
          <p:nvSpPr>
            <p:cNvPr id="530" name="Shape 25">
              <a:extLst>
                <a:ext uri="{FF2B5EF4-FFF2-40B4-BE49-F238E27FC236}">
                  <a16:creationId xmlns:a16="http://schemas.microsoft.com/office/drawing/2014/main" id="{65FFCA09-3BF3-285D-B370-7943DDFD3B15}"/>
                </a:ext>
              </a:extLst>
            </p:cNvPr>
            <p:cNvSpPr/>
            <p:nvPr/>
          </p:nvSpPr>
          <p:spPr>
            <a:xfrm rot="5400000">
              <a:off x="2714980" y="3221771"/>
              <a:ext cx="580795" cy="649249"/>
            </a:xfrm>
            <a:prstGeom prst="line">
              <a:avLst/>
            </a:prstGeom>
            <a:noFill/>
            <a:ln w="3175">
              <a:solidFill>
                <a:srgbClr val="B8BFC9"/>
              </a:solidFill>
              <a:prstDash val="solid"/>
            </a:ln>
          </p:spPr>
          <p:txBody>
            <a:bodyPr/>
            <a:lstStyle/>
            <a:p>
              <a:endParaRPr lang="en-DE"/>
            </a:p>
          </p:txBody>
        </p:sp>
        <p:sp>
          <p:nvSpPr>
            <p:cNvPr id="531" name="Shape 26">
              <a:extLst>
                <a:ext uri="{FF2B5EF4-FFF2-40B4-BE49-F238E27FC236}">
                  <a16:creationId xmlns:a16="http://schemas.microsoft.com/office/drawing/2014/main" id="{88F9C878-14C2-82A9-F98A-E9E05D614ED7}"/>
                </a:ext>
              </a:extLst>
            </p:cNvPr>
            <p:cNvSpPr/>
            <p:nvPr/>
          </p:nvSpPr>
          <p:spPr>
            <a:xfrm rot="5400000">
              <a:off x="2585131" y="3091921"/>
              <a:ext cx="580795" cy="908949"/>
            </a:xfrm>
            <a:prstGeom prst="line">
              <a:avLst/>
            </a:prstGeom>
            <a:noFill/>
            <a:ln w="3175">
              <a:solidFill>
                <a:srgbClr val="B8BFC9"/>
              </a:solidFill>
              <a:prstDash val="solid"/>
            </a:ln>
          </p:spPr>
          <p:txBody>
            <a:bodyPr/>
            <a:lstStyle/>
            <a:p>
              <a:endParaRPr lang="en-DE"/>
            </a:p>
          </p:txBody>
        </p:sp>
        <p:sp>
          <p:nvSpPr>
            <p:cNvPr id="532" name="Shape 27">
              <a:extLst>
                <a:ext uri="{FF2B5EF4-FFF2-40B4-BE49-F238E27FC236}">
                  <a16:creationId xmlns:a16="http://schemas.microsoft.com/office/drawing/2014/main" id="{10BA703A-35A7-1DD6-12C1-ADD13F36F896}"/>
                </a:ext>
              </a:extLst>
            </p:cNvPr>
            <p:cNvSpPr/>
            <p:nvPr/>
          </p:nvSpPr>
          <p:spPr>
            <a:xfrm rot="5400000" flipV="1">
              <a:off x="3104530" y="3221771"/>
              <a:ext cx="580795" cy="649249"/>
            </a:xfrm>
            <a:prstGeom prst="line">
              <a:avLst/>
            </a:prstGeom>
            <a:noFill/>
            <a:ln w="3175">
              <a:solidFill>
                <a:srgbClr val="B8BFC9"/>
              </a:solidFill>
              <a:prstDash val="solid"/>
            </a:ln>
          </p:spPr>
          <p:txBody>
            <a:bodyPr/>
            <a:lstStyle/>
            <a:p>
              <a:endParaRPr lang="en-DE"/>
            </a:p>
          </p:txBody>
        </p:sp>
        <p:sp>
          <p:nvSpPr>
            <p:cNvPr id="533" name="Shape 28">
              <a:extLst>
                <a:ext uri="{FF2B5EF4-FFF2-40B4-BE49-F238E27FC236}">
                  <a16:creationId xmlns:a16="http://schemas.microsoft.com/office/drawing/2014/main" id="{9AF64B24-2265-C6CC-E649-125A477D349C}"/>
                </a:ext>
              </a:extLst>
            </p:cNvPr>
            <p:cNvSpPr/>
            <p:nvPr/>
          </p:nvSpPr>
          <p:spPr>
            <a:xfrm rot="5400000" flipV="1">
              <a:off x="2974679" y="3351621"/>
              <a:ext cx="580795" cy="389551"/>
            </a:xfrm>
            <a:prstGeom prst="line">
              <a:avLst/>
            </a:prstGeom>
            <a:noFill/>
            <a:ln w="3175">
              <a:solidFill>
                <a:srgbClr val="B8BFC9"/>
              </a:solidFill>
              <a:prstDash val="solid"/>
            </a:ln>
          </p:spPr>
          <p:txBody>
            <a:bodyPr/>
            <a:lstStyle/>
            <a:p>
              <a:endParaRPr lang="en-DE"/>
            </a:p>
          </p:txBody>
        </p:sp>
        <p:sp>
          <p:nvSpPr>
            <p:cNvPr id="534" name="Shape 29">
              <a:extLst>
                <a:ext uri="{FF2B5EF4-FFF2-40B4-BE49-F238E27FC236}">
                  <a16:creationId xmlns:a16="http://schemas.microsoft.com/office/drawing/2014/main" id="{3DF9E004-A8D2-F89A-2059-E74C850C7913}"/>
                </a:ext>
              </a:extLst>
            </p:cNvPr>
            <p:cNvSpPr/>
            <p:nvPr/>
          </p:nvSpPr>
          <p:spPr>
            <a:xfrm rot="5400000" flipV="1">
              <a:off x="2844829" y="3481470"/>
              <a:ext cx="580795" cy="129850"/>
            </a:xfrm>
            <a:prstGeom prst="line">
              <a:avLst/>
            </a:prstGeom>
            <a:noFill/>
            <a:ln w="3175">
              <a:solidFill>
                <a:srgbClr val="B8BFC9"/>
              </a:solidFill>
              <a:prstDash val="solid"/>
            </a:ln>
          </p:spPr>
          <p:txBody>
            <a:bodyPr/>
            <a:lstStyle/>
            <a:p>
              <a:endParaRPr lang="en-DE"/>
            </a:p>
          </p:txBody>
        </p:sp>
        <p:sp>
          <p:nvSpPr>
            <p:cNvPr id="535" name="Shape 30">
              <a:extLst>
                <a:ext uri="{FF2B5EF4-FFF2-40B4-BE49-F238E27FC236}">
                  <a16:creationId xmlns:a16="http://schemas.microsoft.com/office/drawing/2014/main" id="{DE96B730-35DB-F68D-E68B-2DE3CAE2B650}"/>
                </a:ext>
              </a:extLst>
            </p:cNvPr>
            <p:cNvSpPr/>
            <p:nvPr/>
          </p:nvSpPr>
          <p:spPr>
            <a:xfrm rot="5400000">
              <a:off x="2714979" y="3481470"/>
              <a:ext cx="580795" cy="129850"/>
            </a:xfrm>
            <a:prstGeom prst="line">
              <a:avLst/>
            </a:prstGeom>
            <a:noFill/>
            <a:ln w="3175">
              <a:solidFill>
                <a:srgbClr val="B8BFC9"/>
              </a:solidFill>
              <a:prstDash val="solid"/>
            </a:ln>
          </p:spPr>
          <p:txBody>
            <a:bodyPr/>
            <a:lstStyle/>
            <a:p>
              <a:endParaRPr lang="en-DE"/>
            </a:p>
          </p:txBody>
        </p:sp>
        <p:sp>
          <p:nvSpPr>
            <p:cNvPr id="536" name="Shape 31">
              <a:extLst>
                <a:ext uri="{FF2B5EF4-FFF2-40B4-BE49-F238E27FC236}">
                  <a16:creationId xmlns:a16="http://schemas.microsoft.com/office/drawing/2014/main" id="{5090F1E8-BF74-E2C7-3A20-933055EB7F78}"/>
                </a:ext>
              </a:extLst>
            </p:cNvPr>
            <p:cNvSpPr/>
            <p:nvPr/>
          </p:nvSpPr>
          <p:spPr>
            <a:xfrm rot="5400000">
              <a:off x="2585130" y="3351621"/>
              <a:ext cx="580795" cy="389551"/>
            </a:xfrm>
            <a:prstGeom prst="line">
              <a:avLst/>
            </a:prstGeom>
            <a:noFill/>
            <a:ln w="3175">
              <a:solidFill>
                <a:srgbClr val="B8BFC9"/>
              </a:solidFill>
              <a:prstDash val="solid"/>
            </a:ln>
          </p:spPr>
          <p:txBody>
            <a:bodyPr/>
            <a:lstStyle/>
            <a:p>
              <a:endParaRPr lang="en-DE"/>
            </a:p>
          </p:txBody>
        </p:sp>
        <p:sp>
          <p:nvSpPr>
            <p:cNvPr id="537" name="Shape 32">
              <a:extLst>
                <a:ext uri="{FF2B5EF4-FFF2-40B4-BE49-F238E27FC236}">
                  <a16:creationId xmlns:a16="http://schemas.microsoft.com/office/drawing/2014/main" id="{9040C2CB-0637-014B-0379-C142B607BBFB}"/>
                </a:ext>
              </a:extLst>
            </p:cNvPr>
            <p:cNvSpPr/>
            <p:nvPr/>
          </p:nvSpPr>
          <p:spPr>
            <a:xfrm rot="5400000">
              <a:off x="2455282" y="3221771"/>
              <a:ext cx="580795" cy="649249"/>
            </a:xfrm>
            <a:prstGeom prst="line">
              <a:avLst/>
            </a:prstGeom>
            <a:noFill/>
            <a:ln w="3175">
              <a:solidFill>
                <a:srgbClr val="B8BFC9"/>
              </a:solidFill>
              <a:prstDash val="solid"/>
            </a:ln>
          </p:spPr>
          <p:txBody>
            <a:bodyPr/>
            <a:lstStyle/>
            <a:p>
              <a:endParaRPr lang="en-DE"/>
            </a:p>
          </p:txBody>
        </p:sp>
        <p:sp>
          <p:nvSpPr>
            <p:cNvPr id="538" name="Shape 33">
              <a:extLst>
                <a:ext uri="{FF2B5EF4-FFF2-40B4-BE49-F238E27FC236}">
                  <a16:creationId xmlns:a16="http://schemas.microsoft.com/office/drawing/2014/main" id="{D09A97AB-1255-8172-305D-DBD2DD3F9960}"/>
                </a:ext>
              </a:extLst>
            </p:cNvPr>
            <p:cNvSpPr/>
            <p:nvPr/>
          </p:nvSpPr>
          <p:spPr>
            <a:xfrm rot="5400000" flipV="1">
              <a:off x="2974680" y="3091921"/>
              <a:ext cx="580795" cy="908949"/>
            </a:xfrm>
            <a:prstGeom prst="line">
              <a:avLst/>
            </a:prstGeom>
            <a:noFill/>
            <a:ln w="3175">
              <a:solidFill>
                <a:srgbClr val="B8BFC9"/>
              </a:solidFill>
              <a:prstDash val="solid"/>
            </a:ln>
          </p:spPr>
          <p:txBody>
            <a:bodyPr/>
            <a:lstStyle/>
            <a:p>
              <a:endParaRPr lang="en-DE"/>
            </a:p>
          </p:txBody>
        </p:sp>
        <p:sp>
          <p:nvSpPr>
            <p:cNvPr id="539" name="Shape 34">
              <a:extLst>
                <a:ext uri="{FF2B5EF4-FFF2-40B4-BE49-F238E27FC236}">
                  <a16:creationId xmlns:a16="http://schemas.microsoft.com/office/drawing/2014/main" id="{5539892A-7ACD-D843-46C6-5D7E22D3D25D}"/>
                </a:ext>
              </a:extLst>
            </p:cNvPr>
            <p:cNvSpPr/>
            <p:nvPr/>
          </p:nvSpPr>
          <p:spPr>
            <a:xfrm rot="5400000" flipV="1">
              <a:off x="2844830" y="3221771"/>
              <a:ext cx="580795" cy="649249"/>
            </a:xfrm>
            <a:prstGeom prst="line">
              <a:avLst/>
            </a:prstGeom>
            <a:noFill/>
            <a:ln w="3175">
              <a:solidFill>
                <a:srgbClr val="B8BFC9"/>
              </a:solidFill>
              <a:prstDash val="solid"/>
            </a:ln>
          </p:spPr>
          <p:txBody>
            <a:bodyPr/>
            <a:lstStyle/>
            <a:p>
              <a:endParaRPr lang="en-DE"/>
            </a:p>
          </p:txBody>
        </p:sp>
        <p:sp>
          <p:nvSpPr>
            <p:cNvPr id="540" name="Shape 35">
              <a:extLst>
                <a:ext uri="{FF2B5EF4-FFF2-40B4-BE49-F238E27FC236}">
                  <a16:creationId xmlns:a16="http://schemas.microsoft.com/office/drawing/2014/main" id="{878ED54A-0E7A-617E-2A1D-3402F98709C9}"/>
                </a:ext>
              </a:extLst>
            </p:cNvPr>
            <p:cNvSpPr/>
            <p:nvPr/>
          </p:nvSpPr>
          <p:spPr>
            <a:xfrm rot="5400000" flipV="1">
              <a:off x="2714979" y="3351621"/>
              <a:ext cx="580795" cy="389551"/>
            </a:xfrm>
            <a:prstGeom prst="line">
              <a:avLst/>
            </a:prstGeom>
            <a:noFill/>
            <a:ln w="3175">
              <a:solidFill>
                <a:srgbClr val="B8BFC9"/>
              </a:solidFill>
              <a:prstDash val="solid"/>
            </a:ln>
          </p:spPr>
          <p:txBody>
            <a:bodyPr/>
            <a:lstStyle/>
            <a:p>
              <a:endParaRPr lang="en-DE"/>
            </a:p>
          </p:txBody>
        </p:sp>
        <p:sp>
          <p:nvSpPr>
            <p:cNvPr id="541" name="Shape 36">
              <a:extLst>
                <a:ext uri="{FF2B5EF4-FFF2-40B4-BE49-F238E27FC236}">
                  <a16:creationId xmlns:a16="http://schemas.microsoft.com/office/drawing/2014/main" id="{DAB96D0A-2AD8-3BE3-6E54-F5B3E9D24CEF}"/>
                </a:ext>
              </a:extLst>
            </p:cNvPr>
            <p:cNvSpPr/>
            <p:nvPr/>
          </p:nvSpPr>
          <p:spPr>
            <a:xfrm rot="5400000" flipV="1">
              <a:off x="2585131" y="3481470"/>
              <a:ext cx="580795" cy="129850"/>
            </a:xfrm>
            <a:prstGeom prst="line">
              <a:avLst/>
            </a:prstGeom>
            <a:noFill/>
            <a:ln w="3175">
              <a:solidFill>
                <a:srgbClr val="B8BFC9"/>
              </a:solidFill>
              <a:prstDash val="solid"/>
            </a:ln>
          </p:spPr>
          <p:txBody>
            <a:bodyPr/>
            <a:lstStyle/>
            <a:p>
              <a:endParaRPr lang="en-DE"/>
            </a:p>
          </p:txBody>
        </p:sp>
        <p:sp>
          <p:nvSpPr>
            <p:cNvPr id="542" name="Shape 37">
              <a:extLst>
                <a:ext uri="{FF2B5EF4-FFF2-40B4-BE49-F238E27FC236}">
                  <a16:creationId xmlns:a16="http://schemas.microsoft.com/office/drawing/2014/main" id="{77882331-C5F3-7EE8-23E6-3DE946B36BA0}"/>
                </a:ext>
              </a:extLst>
            </p:cNvPr>
            <p:cNvSpPr/>
            <p:nvPr/>
          </p:nvSpPr>
          <p:spPr>
            <a:xfrm rot="5400000">
              <a:off x="2455281" y="3481470"/>
              <a:ext cx="580795" cy="129850"/>
            </a:xfrm>
            <a:prstGeom prst="line">
              <a:avLst/>
            </a:prstGeom>
            <a:noFill/>
            <a:ln w="3175">
              <a:solidFill>
                <a:srgbClr val="B8BFC9"/>
              </a:solidFill>
              <a:prstDash val="solid"/>
            </a:ln>
          </p:spPr>
          <p:txBody>
            <a:bodyPr/>
            <a:lstStyle/>
            <a:p>
              <a:endParaRPr lang="en-DE"/>
            </a:p>
          </p:txBody>
        </p:sp>
        <p:sp>
          <p:nvSpPr>
            <p:cNvPr id="543" name="Shape 38">
              <a:extLst>
                <a:ext uri="{FF2B5EF4-FFF2-40B4-BE49-F238E27FC236}">
                  <a16:creationId xmlns:a16="http://schemas.microsoft.com/office/drawing/2014/main" id="{BA635BD7-A47C-6EB8-EAB3-82B0108AABE5}"/>
                </a:ext>
              </a:extLst>
            </p:cNvPr>
            <p:cNvSpPr/>
            <p:nvPr/>
          </p:nvSpPr>
          <p:spPr>
            <a:xfrm rot="5400000">
              <a:off x="2325431" y="3351621"/>
              <a:ext cx="580795" cy="389551"/>
            </a:xfrm>
            <a:prstGeom prst="line">
              <a:avLst/>
            </a:prstGeom>
            <a:noFill/>
            <a:ln w="3175">
              <a:solidFill>
                <a:srgbClr val="B8BFC9"/>
              </a:solidFill>
              <a:prstDash val="solid"/>
            </a:ln>
          </p:spPr>
          <p:txBody>
            <a:bodyPr/>
            <a:lstStyle/>
            <a:p>
              <a:endParaRPr lang="en-DE"/>
            </a:p>
          </p:txBody>
        </p:sp>
        <p:sp>
          <p:nvSpPr>
            <p:cNvPr id="544" name="Shape 39">
              <a:extLst>
                <a:ext uri="{FF2B5EF4-FFF2-40B4-BE49-F238E27FC236}">
                  <a16:creationId xmlns:a16="http://schemas.microsoft.com/office/drawing/2014/main" id="{63BFF46A-F1B7-79AB-C1EF-06E2174C4552}"/>
                </a:ext>
              </a:extLst>
            </p:cNvPr>
            <p:cNvSpPr/>
            <p:nvPr/>
          </p:nvSpPr>
          <p:spPr>
            <a:xfrm rot="5400000" flipV="1">
              <a:off x="2844830" y="2962071"/>
              <a:ext cx="580795" cy="1168649"/>
            </a:xfrm>
            <a:prstGeom prst="line">
              <a:avLst/>
            </a:prstGeom>
            <a:noFill/>
            <a:ln w="3175">
              <a:solidFill>
                <a:srgbClr val="B8BFC9"/>
              </a:solidFill>
              <a:prstDash val="solid"/>
            </a:ln>
          </p:spPr>
          <p:txBody>
            <a:bodyPr/>
            <a:lstStyle/>
            <a:p>
              <a:endParaRPr lang="en-DE"/>
            </a:p>
          </p:txBody>
        </p:sp>
        <p:sp>
          <p:nvSpPr>
            <p:cNvPr id="545" name="Shape 40">
              <a:extLst>
                <a:ext uri="{FF2B5EF4-FFF2-40B4-BE49-F238E27FC236}">
                  <a16:creationId xmlns:a16="http://schemas.microsoft.com/office/drawing/2014/main" id="{BF578300-7B04-A4C3-EF2E-DF6D1B8C93E5}"/>
                </a:ext>
              </a:extLst>
            </p:cNvPr>
            <p:cNvSpPr/>
            <p:nvPr/>
          </p:nvSpPr>
          <p:spPr>
            <a:xfrm rot="5400000" flipV="1">
              <a:off x="2714980" y="3091921"/>
              <a:ext cx="580795" cy="908949"/>
            </a:xfrm>
            <a:prstGeom prst="line">
              <a:avLst/>
            </a:prstGeom>
            <a:noFill/>
            <a:ln w="3175">
              <a:solidFill>
                <a:srgbClr val="B8BFC9"/>
              </a:solidFill>
              <a:prstDash val="solid"/>
            </a:ln>
          </p:spPr>
          <p:txBody>
            <a:bodyPr/>
            <a:lstStyle/>
            <a:p>
              <a:endParaRPr lang="en-DE"/>
            </a:p>
          </p:txBody>
        </p:sp>
        <p:sp>
          <p:nvSpPr>
            <p:cNvPr id="546" name="Shape 41">
              <a:extLst>
                <a:ext uri="{FF2B5EF4-FFF2-40B4-BE49-F238E27FC236}">
                  <a16:creationId xmlns:a16="http://schemas.microsoft.com/office/drawing/2014/main" id="{E192998C-5E19-5446-EFA9-1B16DD1C5636}"/>
                </a:ext>
              </a:extLst>
            </p:cNvPr>
            <p:cNvSpPr/>
            <p:nvPr/>
          </p:nvSpPr>
          <p:spPr>
            <a:xfrm rot="5400000" flipV="1">
              <a:off x="2585131" y="3221771"/>
              <a:ext cx="580795" cy="649249"/>
            </a:xfrm>
            <a:prstGeom prst="line">
              <a:avLst/>
            </a:prstGeom>
            <a:noFill/>
            <a:ln w="3175">
              <a:solidFill>
                <a:srgbClr val="B8BFC9"/>
              </a:solidFill>
              <a:prstDash val="solid"/>
            </a:ln>
          </p:spPr>
          <p:txBody>
            <a:bodyPr/>
            <a:lstStyle/>
            <a:p>
              <a:endParaRPr lang="en-DE"/>
            </a:p>
          </p:txBody>
        </p:sp>
        <p:sp>
          <p:nvSpPr>
            <p:cNvPr id="547" name="Shape 42">
              <a:extLst>
                <a:ext uri="{FF2B5EF4-FFF2-40B4-BE49-F238E27FC236}">
                  <a16:creationId xmlns:a16="http://schemas.microsoft.com/office/drawing/2014/main" id="{65163F82-4C65-D117-BDFF-899E12E8A641}"/>
                </a:ext>
              </a:extLst>
            </p:cNvPr>
            <p:cNvSpPr/>
            <p:nvPr/>
          </p:nvSpPr>
          <p:spPr>
            <a:xfrm rot="5400000" flipV="1">
              <a:off x="2455281" y="3351621"/>
              <a:ext cx="580795" cy="389551"/>
            </a:xfrm>
            <a:prstGeom prst="line">
              <a:avLst/>
            </a:prstGeom>
            <a:noFill/>
            <a:ln w="3175">
              <a:solidFill>
                <a:srgbClr val="B8BFC9"/>
              </a:solidFill>
              <a:prstDash val="solid"/>
            </a:ln>
          </p:spPr>
          <p:txBody>
            <a:bodyPr/>
            <a:lstStyle/>
            <a:p>
              <a:endParaRPr lang="en-DE"/>
            </a:p>
          </p:txBody>
        </p:sp>
        <p:sp>
          <p:nvSpPr>
            <p:cNvPr id="548" name="Shape 43">
              <a:extLst>
                <a:ext uri="{FF2B5EF4-FFF2-40B4-BE49-F238E27FC236}">
                  <a16:creationId xmlns:a16="http://schemas.microsoft.com/office/drawing/2014/main" id="{9540C84E-D547-1384-AF29-BA5B35DB2544}"/>
                </a:ext>
              </a:extLst>
            </p:cNvPr>
            <p:cNvSpPr/>
            <p:nvPr/>
          </p:nvSpPr>
          <p:spPr>
            <a:xfrm rot="5400000" flipV="1">
              <a:off x="2325431" y="3481470"/>
              <a:ext cx="580795" cy="129850"/>
            </a:xfrm>
            <a:prstGeom prst="line">
              <a:avLst/>
            </a:prstGeom>
            <a:noFill/>
            <a:ln w="3175">
              <a:solidFill>
                <a:srgbClr val="B8BFC9"/>
              </a:solidFill>
              <a:prstDash val="solid"/>
            </a:ln>
          </p:spPr>
          <p:txBody>
            <a:bodyPr/>
            <a:lstStyle/>
            <a:p>
              <a:endParaRPr lang="en-DE"/>
            </a:p>
          </p:txBody>
        </p:sp>
        <p:sp>
          <p:nvSpPr>
            <p:cNvPr id="549" name="Shape 44">
              <a:extLst>
                <a:ext uri="{FF2B5EF4-FFF2-40B4-BE49-F238E27FC236}">
                  <a16:creationId xmlns:a16="http://schemas.microsoft.com/office/drawing/2014/main" id="{1FEF9C31-8A50-764C-E3F7-6431BD368F1D}"/>
                </a:ext>
              </a:extLst>
            </p:cNvPr>
            <p:cNvSpPr/>
            <p:nvPr/>
          </p:nvSpPr>
          <p:spPr>
            <a:xfrm rot="5400000">
              <a:off x="2195581" y="3481470"/>
              <a:ext cx="580795" cy="129850"/>
            </a:xfrm>
            <a:prstGeom prst="line">
              <a:avLst/>
            </a:prstGeom>
            <a:noFill/>
            <a:ln w="3175">
              <a:solidFill>
                <a:srgbClr val="B8BFC9"/>
              </a:solidFill>
              <a:prstDash val="solid"/>
            </a:ln>
          </p:spPr>
          <p:txBody>
            <a:bodyPr/>
            <a:lstStyle/>
            <a:p>
              <a:endParaRPr lang="en-DE"/>
            </a:p>
          </p:txBody>
        </p:sp>
        <p:sp>
          <p:nvSpPr>
            <p:cNvPr id="550" name="Shape 45">
              <a:extLst>
                <a:ext uri="{FF2B5EF4-FFF2-40B4-BE49-F238E27FC236}">
                  <a16:creationId xmlns:a16="http://schemas.microsoft.com/office/drawing/2014/main" id="{44FA20F3-588B-4FA0-0DA0-D886CA4879A7}"/>
                </a:ext>
              </a:extLst>
            </p:cNvPr>
            <p:cNvSpPr/>
            <p:nvPr/>
          </p:nvSpPr>
          <p:spPr>
            <a:xfrm rot="5400000">
              <a:off x="3364230" y="4062268"/>
              <a:ext cx="580795" cy="129850"/>
            </a:xfrm>
            <a:prstGeom prst="line">
              <a:avLst/>
            </a:prstGeom>
            <a:noFill/>
            <a:ln w="3175">
              <a:solidFill>
                <a:srgbClr val="B8BFC9"/>
              </a:solidFill>
              <a:prstDash val="solid"/>
            </a:ln>
          </p:spPr>
          <p:txBody>
            <a:bodyPr/>
            <a:lstStyle/>
            <a:p>
              <a:endParaRPr lang="en-DE"/>
            </a:p>
          </p:txBody>
        </p:sp>
        <p:sp>
          <p:nvSpPr>
            <p:cNvPr id="551" name="Shape 46">
              <a:extLst>
                <a:ext uri="{FF2B5EF4-FFF2-40B4-BE49-F238E27FC236}">
                  <a16:creationId xmlns:a16="http://schemas.microsoft.com/office/drawing/2014/main" id="{BDA74A7C-D3DC-F853-5E61-C7BA0D20E107}"/>
                </a:ext>
              </a:extLst>
            </p:cNvPr>
            <p:cNvSpPr/>
            <p:nvPr/>
          </p:nvSpPr>
          <p:spPr>
            <a:xfrm rot="5400000">
              <a:off x="3234380" y="3932417"/>
              <a:ext cx="580795" cy="389551"/>
            </a:xfrm>
            <a:prstGeom prst="line">
              <a:avLst/>
            </a:prstGeom>
            <a:noFill/>
            <a:ln w="3175">
              <a:solidFill>
                <a:srgbClr val="B8BFC9"/>
              </a:solidFill>
              <a:prstDash val="solid"/>
            </a:ln>
          </p:spPr>
          <p:txBody>
            <a:bodyPr/>
            <a:lstStyle/>
            <a:p>
              <a:endParaRPr lang="en-DE"/>
            </a:p>
          </p:txBody>
        </p:sp>
        <p:sp>
          <p:nvSpPr>
            <p:cNvPr id="552" name="Shape 47">
              <a:extLst>
                <a:ext uri="{FF2B5EF4-FFF2-40B4-BE49-F238E27FC236}">
                  <a16:creationId xmlns:a16="http://schemas.microsoft.com/office/drawing/2014/main" id="{740AC4F9-2494-6A71-A248-3ADE71B9F7A9}"/>
                </a:ext>
              </a:extLst>
            </p:cNvPr>
            <p:cNvSpPr/>
            <p:nvPr/>
          </p:nvSpPr>
          <p:spPr>
            <a:xfrm rot="5400000">
              <a:off x="3104530" y="3802568"/>
              <a:ext cx="580795" cy="649249"/>
            </a:xfrm>
            <a:prstGeom prst="line">
              <a:avLst/>
            </a:prstGeom>
            <a:noFill/>
            <a:ln w="3175">
              <a:solidFill>
                <a:srgbClr val="B8BFC9"/>
              </a:solidFill>
              <a:prstDash val="solid"/>
            </a:ln>
          </p:spPr>
          <p:txBody>
            <a:bodyPr/>
            <a:lstStyle/>
            <a:p>
              <a:endParaRPr lang="en-DE"/>
            </a:p>
          </p:txBody>
        </p:sp>
        <p:sp>
          <p:nvSpPr>
            <p:cNvPr id="553" name="Shape 48">
              <a:extLst>
                <a:ext uri="{FF2B5EF4-FFF2-40B4-BE49-F238E27FC236}">
                  <a16:creationId xmlns:a16="http://schemas.microsoft.com/office/drawing/2014/main" id="{E0A74A1C-68A6-A726-4A70-FBD8D5569C13}"/>
                </a:ext>
              </a:extLst>
            </p:cNvPr>
            <p:cNvSpPr/>
            <p:nvPr/>
          </p:nvSpPr>
          <p:spPr>
            <a:xfrm rot="5400000">
              <a:off x="2974680" y="3672718"/>
              <a:ext cx="580795" cy="908949"/>
            </a:xfrm>
            <a:prstGeom prst="line">
              <a:avLst/>
            </a:prstGeom>
            <a:noFill/>
            <a:ln w="3175">
              <a:solidFill>
                <a:srgbClr val="B8BFC9"/>
              </a:solidFill>
              <a:prstDash val="solid"/>
            </a:ln>
          </p:spPr>
          <p:txBody>
            <a:bodyPr/>
            <a:lstStyle/>
            <a:p>
              <a:endParaRPr lang="en-DE"/>
            </a:p>
          </p:txBody>
        </p:sp>
        <p:sp>
          <p:nvSpPr>
            <p:cNvPr id="554" name="Shape 49">
              <a:extLst>
                <a:ext uri="{FF2B5EF4-FFF2-40B4-BE49-F238E27FC236}">
                  <a16:creationId xmlns:a16="http://schemas.microsoft.com/office/drawing/2014/main" id="{42C482C3-D109-DA7B-AC6F-A391BA6BC2EE}"/>
                </a:ext>
              </a:extLst>
            </p:cNvPr>
            <p:cNvSpPr/>
            <p:nvPr/>
          </p:nvSpPr>
          <p:spPr>
            <a:xfrm rot="5400000">
              <a:off x="2844830" y="3542867"/>
              <a:ext cx="580795" cy="1168649"/>
            </a:xfrm>
            <a:prstGeom prst="line">
              <a:avLst/>
            </a:prstGeom>
            <a:noFill/>
            <a:ln w="3175">
              <a:solidFill>
                <a:srgbClr val="B8BFC9"/>
              </a:solidFill>
              <a:prstDash val="solid"/>
            </a:ln>
          </p:spPr>
          <p:txBody>
            <a:bodyPr/>
            <a:lstStyle/>
            <a:p>
              <a:endParaRPr lang="en-DE"/>
            </a:p>
          </p:txBody>
        </p:sp>
        <p:sp>
          <p:nvSpPr>
            <p:cNvPr id="555" name="Shape 50">
              <a:extLst>
                <a:ext uri="{FF2B5EF4-FFF2-40B4-BE49-F238E27FC236}">
                  <a16:creationId xmlns:a16="http://schemas.microsoft.com/office/drawing/2014/main" id="{7D12AB9F-628D-3C72-483F-0841BEC5F9E1}"/>
                </a:ext>
              </a:extLst>
            </p:cNvPr>
            <p:cNvSpPr/>
            <p:nvPr/>
          </p:nvSpPr>
          <p:spPr>
            <a:xfrm rot="5400000" flipV="1">
              <a:off x="3234380" y="4062268"/>
              <a:ext cx="580795" cy="129850"/>
            </a:xfrm>
            <a:prstGeom prst="line">
              <a:avLst/>
            </a:prstGeom>
            <a:noFill/>
            <a:ln w="3175">
              <a:solidFill>
                <a:srgbClr val="B8BFC9"/>
              </a:solidFill>
              <a:prstDash val="solid"/>
            </a:ln>
          </p:spPr>
          <p:txBody>
            <a:bodyPr/>
            <a:lstStyle/>
            <a:p>
              <a:endParaRPr lang="en-DE"/>
            </a:p>
          </p:txBody>
        </p:sp>
        <p:sp>
          <p:nvSpPr>
            <p:cNvPr id="556" name="Shape 51">
              <a:extLst>
                <a:ext uri="{FF2B5EF4-FFF2-40B4-BE49-F238E27FC236}">
                  <a16:creationId xmlns:a16="http://schemas.microsoft.com/office/drawing/2014/main" id="{38958FA6-2AD6-C469-2985-BD7F6DAC5652}"/>
                </a:ext>
              </a:extLst>
            </p:cNvPr>
            <p:cNvSpPr/>
            <p:nvPr/>
          </p:nvSpPr>
          <p:spPr>
            <a:xfrm rot="5400000">
              <a:off x="3104530" y="4062268"/>
              <a:ext cx="580795" cy="129850"/>
            </a:xfrm>
            <a:prstGeom prst="line">
              <a:avLst/>
            </a:prstGeom>
            <a:noFill/>
            <a:ln w="3175">
              <a:solidFill>
                <a:srgbClr val="B8BFC9"/>
              </a:solidFill>
              <a:prstDash val="solid"/>
            </a:ln>
          </p:spPr>
          <p:txBody>
            <a:bodyPr/>
            <a:lstStyle/>
            <a:p>
              <a:endParaRPr lang="en-DE"/>
            </a:p>
          </p:txBody>
        </p:sp>
        <p:sp>
          <p:nvSpPr>
            <p:cNvPr id="557" name="Shape 52">
              <a:extLst>
                <a:ext uri="{FF2B5EF4-FFF2-40B4-BE49-F238E27FC236}">
                  <a16:creationId xmlns:a16="http://schemas.microsoft.com/office/drawing/2014/main" id="{91D07666-75CD-E508-D497-F0C6C634DBB4}"/>
                </a:ext>
              </a:extLst>
            </p:cNvPr>
            <p:cNvSpPr/>
            <p:nvPr/>
          </p:nvSpPr>
          <p:spPr>
            <a:xfrm rot="5400000">
              <a:off x="2974679" y="3932417"/>
              <a:ext cx="580795" cy="389551"/>
            </a:xfrm>
            <a:prstGeom prst="line">
              <a:avLst/>
            </a:prstGeom>
            <a:noFill/>
            <a:ln w="3175">
              <a:solidFill>
                <a:srgbClr val="B8BFC9"/>
              </a:solidFill>
              <a:prstDash val="solid"/>
            </a:ln>
          </p:spPr>
          <p:txBody>
            <a:bodyPr/>
            <a:lstStyle/>
            <a:p>
              <a:endParaRPr lang="en-DE"/>
            </a:p>
          </p:txBody>
        </p:sp>
        <p:sp>
          <p:nvSpPr>
            <p:cNvPr id="558" name="Shape 53">
              <a:extLst>
                <a:ext uri="{FF2B5EF4-FFF2-40B4-BE49-F238E27FC236}">
                  <a16:creationId xmlns:a16="http://schemas.microsoft.com/office/drawing/2014/main" id="{C30425AC-AB6C-A5F9-5DF8-60C38E92668E}"/>
                </a:ext>
              </a:extLst>
            </p:cNvPr>
            <p:cNvSpPr/>
            <p:nvPr/>
          </p:nvSpPr>
          <p:spPr>
            <a:xfrm rot="5400000">
              <a:off x="2844830" y="3802568"/>
              <a:ext cx="580795" cy="649249"/>
            </a:xfrm>
            <a:prstGeom prst="line">
              <a:avLst/>
            </a:prstGeom>
            <a:noFill/>
            <a:ln w="3175">
              <a:solidFill>
                <a:srgbClr val="B8BFC9"/>
              </a:solidFill>
              <a:prstDash val="solid"/>
            </a:ln>
          </p:spPr>
          <p:txBody>
            <a:bodyPr/>
            <a:lstStyle/>
            <a:p>
              <a:endParaRPr lang="en-DE"/>
            </a:p>
          </p:txBody>
        </p:sp>
        <p:sp>
          <p:nvSpPr>
            <p:cNvPr id="559" name="Shape 54">
              <a:extLst>
                <a:ext uri="{FF2B5EF4-FFF2-40B4-BE49-F238E27FC236}">
                  <a16:creationId xmlns:a16="http://schemas.microsoft.com/office/drawing/2014/main" id="{5CE11D21-35BE-D339-E4A2-E8937952B9C2}"/>
                </a:ext>
              </a:extLst>
            </p:cNvPr>
            <p:cNvSpPr/>
            <p:nvPr/>
          </p:nvSpPr>
          <p:spPr>
            <a:xfrm rot="5400000">
              <a:off x="2714980" y="3672718"/>
              <a:ext cx="580795" cy="908949"/>
            </a:xfrm>
            <a:prstGeom prst="line">
              <a:avLst/>
            </a:prstGeom>
            <a:noFill/>
            <a:ln w="3175">
              <a:solidFill>
                <a:srgbClr val="B8BFC9"/>
              </a:solidFill>
              <a:prstDash val="solid"/>
            </a:ln>
          </p:spPr>
          <p:txBody>
            <a:bodyPr/>
            <a:lstStyle/>
            <a:p>
              <a:endParaRPr lang="en-DE"/>
            </a:p>
          </p:txBody>
        </p:sp>
        <p:sp>
          <p:nvSpPr>
            <p:cNvPr id="560" name="Shape 55">
              <a:extLst>
                <a:ext uri="{FF2B5EF4-FFF2-40B4-BE49-F238E27FC236}">
                  <a16:creationId xmlns:a16="http://schemas.microsoft.com/office/drawing/2014/main" id="{6222378A-871F-7BE6-6385-A76874505A2F}"/>
                </a:ext>
              </a:extLst>
            </p:cNvPr>
            <p:cNvSpPr/>
            <p:nvPr/>
          </p:nvSpPr>
          <p:spPr>
            <a:xfrm rot="5400000" flipV="1">
              <a:off x="3104530" y="3932417"/>
              <a:ext cx="580795" cy="389551"/>
            </a:xfrm>
            <a:prstGeom prst="line">
              <a:avLst/>
            </a:prstGeom>
            <a:noFill/>
            <a:ln w="3175">
              <a:solidFill>
                <a:srgbClr val="B8BFC9"/>
              </a:solidFill>
              <a:prstDash val="solid"/>
            </a:ln>
          </p:spPr>
          <p:txBody>
            <a:bodyPr/>
            <a:lstStyle/>
            <a:p>
              <a:endParaRPr lang="en-DE"/>
            </a:p>
          </p:txBody>
        </p:sp>
        <p:sp>
          <p:nvSpPr>
            <p:cNvPr id="561" name="Shape 56">
              <a:extLst>
                <a:ext uri="{FF2B5EF4-FFF2-40B4-BE49-F238E27FC236}">
                  <a16:creationId xmlns:a16="http://schemas.microsoft.com/office/drawing/2014/main" id="{AE058CAB-A36F-8771-B5ED-40E31B8F6256}"/>
                </a:ext>
              </a:extLst>
            </p:cNvPr>
            <p:cNvSpPr/>
            <p:nvPr/>
          </p:nvSpPr>
          <p:spPr>
            <a:xfrm rot="5400000" flipV="1">
              <a:off x="2974679" y="4062268"/>
              <a:ext cx="580795" cy="129850"/>
            </a:xfrm>
            <a:prstGeom prst="line">
              <a:avLst/>
            </a:prstGeom>
            <a:noFill/>
            <a:ln w="3175">
              <a:solidFill>
                <a:srgbClr val="B8BFC9"/>
              </a:solidFill>
              <a:prstDash val="solid"/>
            </a:ln>
          </p:spPr>
          <p:txBody>
            <a:bodyPr/>
            <a:lstStyle/>
            <a:p>
              <a:endParaRPr lang="en-DE"/>
            </a:p>
          </p:txBody>
        </p:sp>
        <p:sp>
          <p:nvSpPr>
            <p:cNvPr id="562" name="Shape 57">
              <a:extLst>
                <a:ext uri="{FF2B5EF4-FFF2-40B4-BE49-F238E27FC236}">
                  <a16:creationId xmlns:a16="http://schemas.microsoft.com/office/drawing/2014/main" id="{6F87B86C-5B0B-9D5B-AA78-88B4E7461941}"/>
                </a:ext>
              </a:extLst>
            </p:cNvPr>
            <p:cNvSpPr/>
            <p:nvPr/>
          </p:nvSpPr>
          <p:spPr>
            <a:xfrm rot="5400000">
              <a:off x="2844829" y="4062268"/>
              <a:ext cx="580795" cy="129850"/>
            </a:xfrm>
            <a:prstGeom prst="line">
              <a:avLst/>
            </a:prstGeom>
            <a:noFill/>
            <a:ln w="3175">
              <a:solidFill>
                <a:srgbClr val="B8BFC9"/>
              </a:solidFill>
              <a:prstDash val="solid"/>
            </a:ln>
          </p:spPr>
          <p:txBody>
            <a:bodyPr/>
            <a:lstStyle/>
            <a:p>
              <a:endParaRPr lang="en-DE"/>
            </a:p>
          </p:txBody>
        </p:sp>
        <p:sp>
          <p:nvSpPr>
            <p:cNvPr id="563" name="Shape 58">
              <a:extLst>
                <a:ext uri="{FF2B5EF4-FFF2-40B4-BE49-F238E27FC236}">
                  <a16:creationId xmlns:a16="http://schemas.microsoft.com/office/drawing/2014/main" id="{15F53147-F892-AF70-2A3B-D847C7B15EAC}"/>
                </a:ext>
              </a:extLst>
            </p:cNvPr>
            <p:cNvSpPr/>
            <p:nvPr/>
          </p:nvSpPr>
          <p:spPr>
            <a:xfrm rot="5400000">
              <a:off x="2714979" y="3932417"/>
              <a:ext cx="580795" cy="389551"/>
            </a:xfrm>
            <a:prstGeom prst="line">
              <a:avLst/>
            </a:prstGeom>
            <a:noFill/>
            <a:ln w="3175">
              <a:solidFill>
                <a:srgbClr val="B8BFC9"/>
              </a:solidFill>
              <a:prstDash val="solid"/>
            </a:ln>
          </p:spPr>
          <p:txBody>
            <a:bodyPr/>
            <a:lstStyle/>
            <a:p>
              <a:endParaRPr lang="en-DE"/>
            </a:p>
          </p:txBody>
        </p:sp>
        <p:sp>
          <p:nvSpPr>
            <p:cNvPr id="564" name="Shape 59">
              <a:extLst>
                <a:ext uri="{FF2B5EF4-FFF2-40B4-BE49-F238E27FC236}">
                  <a16:creationId xmlns:a16="http://schemas.microsoft.com/office/drawing/2014/main" id="{93BBD641-AD89-1FD4-2A36-438FD360BF36}"/>
                </a:ext>
              </a:extLst>
            </p:cNvPr>
            <p:cNvSpPr/>
            <p:nvPr/>
          </p:nvSpPr>
          <p:spPr>
            <a:xfrm rot="5400000">
              <a:off x="2585131" y="3802568"/>
              <a:ext cx="580795" cy="649249"/>
            </a:xfrm>
            <a:prstGeom prst="line">
              <a:avLst/>
            </a:prstGeom>
            <a:noFill/>
            <a:ln w="3175">
              <a:solidFill>
                <a:srgbClr val="B8BFC9"/>
              </a:solidFill>
              <a:prstDash val="solid"/>
            </a:ln>
          </p:spPr>
          <p:txBody>
            <a:bodyPr/>
            <a:lstStyle/>
            <a:p>
              <a:endParaRPr lang="en-DE"/>
            </a:p>
          </p:txBody>
        </p:sp>
        <p:sp>
          <p:nvSpPr>
            <p:cNvPr id="565" name="Shape 60">
              <a:extLst>
                <a:ext uri="{FF2B5EF4-FFF2-40B4-BE49-F238E27FC236}">
                  <a16:creationId xmlns:a16="http://schemas.microsoft.com/office/drawing/2014/main" id="{4CDBB97D-6935-95A5-E3CB-F75F3981F6B9}"/>
                </a:ext>
              </a:extLst>
            </p:cNvPr>
            <p:cNvSpPr/>
            <p:nvPr/>
          </p:nvSpPr>
          <p:spPr>
            <a:xfrm rot="5400000" flipV="1">
              <a:off x="2974680" y="3802568"/>
              <a:ext cx="580795" cy="649249"/>
            </a:xfrm>
            <a:prstGeom prst="line">
              <a:avLst/>
            </a:prstGeom>
            <a:noFill/>
            <a:ln w="3175">
              <a:solidFill>
                <a:srgbClr val="B8BFC9"/>
              </a:solidFill>
              <a:prstDash val="solid"/>
            </a:ln>
          </p:spPr>
          <p:txBody>
            <a:bodyPr/>
            <a:lstStyle/>
            <a:p>
              <a:endParaRPr lang="en-DE"/>
            </a:p>
          </p:txBody>
        </p:sp>
        <p:sp>
          <p:nvSpPr>
            <p:cNvPr id="566" name="Shape 61">
              <a:extLst>
                <a:ext uri="{FF2B5EF4-FFF2-40B4-BE49-F238E27FC236}">
                  <a16:creationId xmlns:a16="http://schemas.microsoft.com/office/drawing/2014/main" id="{980D67EA-AF52-E02F-E26B-8415AC4B0D65}"/>
                </a:ext>
              </a:extLst>
            </p:cNvPr>
            <p:cNvSpPr/>
            <p:nvPr/>
          </p:nvSpPr>
          <p:spPr>
            <a:xfrm rot="5400000" flipV="1">
              <a:off x="2844829" y="3932417"/>
              <a:ext cx="580795" cy="389551"/>
            </a:xfrm>
            <a:prstGeom prst="line">
              <a:avLst/>
            </a:prstGeom>
            <a:noFill/>
            <a:ln w="3175">
              <a:solidFill>
                <a:srgbClr val="B8BFC9"/>
              </a:solidFill>
              <a:prstDash val="solid"/>
            </a:ln>
          </p:spPr>
          <p:txBody>
            <a:bodyPr/>
            <a:lstStyle/>
            <a:p>
              <a:endParaRPr lang="en-DE"/>
            </a:p>
          </p:txBody>
        </p:sp>
        <p:sp>
          <p:nvSpPr>
            <p:cNvPr id="567" name="Shape 62">
              <a:extLst>
                <a:ext uri="{FF2B5EF4-FFF2-40B4-BE49-F238E27FC236}">
                  <a16:creationId xmlns:a16="http://schemas.microsoft.com/office/drawing/2014/main" id="{FB8E4120-D788-ED09-6B95-6EB07DC1A4B3}"/>
                </a:ext>
              </a:extLst>
            </p:cNvPr>
            <p:cNvSpPr/>
            <p:nvPr/>
          </p:nvSpPr>
          <p:spPr>
            <a:xfrm rot="5400000" flipV="1">
              <a:off x="2714979" y="4062268"/>
              <a:ext cx="580795" cy="129850"/>
            </a:xfrm>
            <a:prstGeom prst="line">
              <a:avLst/>
            </a:prstGeom>
            <a:noFill/>
            <a:ln w="3175">
              <a:solidFill>
                <a:srgbClr val="B8BFC9"/>
              </a:solidFill>
              <a:prstDash val="solid"/>
            </a:ln>
          </p:spPr>
          <p:txBody>
            <a:bodyPr/>
            <a:lstStyle/>
            <a:p>
              <a:endParaRPr lang="en-DE"/>
            </a:p>
          </p:txBody>
        </p:sp>
        <p:sp>
          <p:nvSpPr>
            <p:cNvPr id="568" name="Shape 63">
              <a:extLst>
                <a:ext uri="{FF2B5EF4-FFF2-40B4-BE49-F238E27FC236}">
                  <a16:creationId xmlns:a16="http://schemas.microsoft.com/office/drawing/2014/main" id="{7F9893DF-C6AD-3AFC-F6FF-880C10517130}"/>
                </a:ext>
              </a:extLst>
            </p:cNvPr>
            <p:cNvSpPr/>
            <p:nvPr/>
          </p:nvSpPr>
          <p:spPr>
            <a:xfrm rot="5400000">
              <a:off x="2585131" y="4062268"/>
              <a:ext cx="580795" cy="129850"/>
            </a:xfrm>
            <a:prstGeom prst="line">
              <a:avLst/>
            </a:prstGeom>
            <a:noFill/>
            <a:ln w="3175">
              <a:solidFill>
                <a:srgbClr val="B8BFC9"/>
              </a:solidFill>
              <a:prstDash val="solid"/>
            </a:ln>
          </p:spPr>
          <p:txBody>
            <a:bodyPr/>
            <a:lstStyle/>
            <a:p>
              <a:endParaRPr lang="en-DE"/>
            </a:p>
          </p:txBody>
        </p:sp>
        <p:sp>
          <p:nvSpPr>
            <p:cNvPr id="569" name="Shape 64">
              <a:extLst>
                <a:ext uri="{FF2B5EF4-FFF2-40B4-BE49-F238E27FC236}">
                  <a16:creationId xmlns:a16="http://schemas.microsoft.com/office/drawing/2014/main" id="{AD8EAB04-0148-4330-E327-7BAE1B0D4E6C}"/>
                </a:ext>
              </a:extLst>
            </p:cNvPr>
            <p:cNvSpPr/>
            <p:nvPr/>
          </p:nvSpPr>
          <p:spPr>
            <a:xfrm rot="5400000">
              <a:off x="2455281" y="3932417"/>
              <a:ext cx="580795" cy="389551"/>
            </a:xfrm>
            <a:prstGeom prst="line">
              <a:avLst/>
            </a:prstGeom>
            <a:noFill/>
            <a:ln w="3175">
              <a:solidFill>
                <a:srgbClr val="B8BFC9"/>
              </a:solidFill>
              <a:prstDash val="solid"/>
            </a:ln>
          </p:spPr>
          <p:txBody>
            <a:bodyPr/>
            <a:lstStyle/>
            <a:p>
              <a:endParaRPr lang="en-DE"/>
            </a:p>
          </p:txBody>
        </p:sp>
        <p:sp>
          <p:nvSpPr>
            <p:cNvPr id="570" name="Shape 65">
              <a:extLst>
                <a:ext uri="{FF2B5EF4-FFF2-40B4-BE49-F238E27FC236}">
                  <a16:creationId xmlns:a16="http://schemas.microsoft.com/office/drawing/2014/main" id="{86EB0CF3-555E-9364-1461-94431A1FEE78}"/>
                </a:ext>
              </a:extLst>
            </p:cNvPr>
            <p:cNvSpPr/>
            <p:nvPr/>
          </p:nvSpPr>
          <p:spPr>
            <a:xfrm rot="5400000" flipV="1">
              <a:off x="2844830" y="3672718"/>
              <a:ext cx="580795" cy="908949"/>
            </a:xfrm>
            <a:prstGeom prst="line">
              <a:avLst/>
            </a:prstGeom>
            <a:noFill/>
            <a:ln w="3175">
              <a:solidFill>
                <a:srgbClr val="B8BFC9"/>
              </a:solidFill>
              <a:prstDash val="solid"/>
            </a:ln>
          </p:spPr>
          <p:txBody>
            <a:bodyPr/>
            <a:lstStyle/>
            <a:p>
              <a:endParaRPr lang="en-DE"/>
            </a:p>
          </p:txBody>
        </p:sp>
        <p:sp>
          <p:nvSpPr>
            <p:cNvPr id="571" name="Shape 66">
              <a:extLst>
                <a:ext uri="{FF2B5EF4-FFF2-40B4-BE49-F238E27FC236}">
                  <a16:creationId xmlns:a16="http://schemas.microsoft.com/office/drawing/2014/main" id="{1AA572D4-B50F-B260-C99F-19E6DA59C5BF}"/>
                </a:ext>
              </a:extLst>
            </p:cNvPr>
            <p:cNvSpPr/>
            <p:nvPr/>
          </p:nvSpPr>
          <p:spPr>
            <a:xfrm rot="5400000" flipV="1">
              <a:off x="2714980" y="3802568"/>
              <a:ext cx="580795" cy="649249"/>
            </a:xfrm>
            <a:prstGeom prst="line">
              <a:avLst/>
            </a:prstGeom>
            <a:noFill/>
            <a:ln w="3175">
              <a:solidFill>
                <a:srgbClr val="B8BFC9"/>
              </a:solidFill>
              <a:prstDash val="solid"/>
            </a:ln>
          </p:spPr>
          <p:txBody>
            <a:bodyPr/>
            <a:lstStyle/>
            <a:p>
              <a:endParaRPr lang="en-DE"/>
            </a:p>
          </p:txBody>
        </p:sp>
        <p:sp>
          <p:nvSpPr>
            <p:cNvPr id="572" name="Shape 67">
              <a:extLst>
                <a:ext uri="{FF2B5EF4-FFF2-40B4-BE49-F238E27FC236}">
                  <a16:creationId xmlns:a16="http://schemas.microsoft.com/office/drawing/2014/main" id="{7AAA92DC-C027-B8C0-7673-9152B9449AD5}"/>
                </a:ext>
              </a:extLst>
            </p:cNvPr>
            <p:cNvSpPr/>
            <p:nvPr/>
          </p:nvSpPr>
          <p:spPr>
            <a:xfrm rot="5400000" flipV="1">
              <a:off x="2585130" y="3932417"/>
              <a:ext cx="580795" cy="389551"/>
            </a:xfrm>
            <a:prstGeom prst="line">
              <a:avLst/>
            </a:prstGeom>
            <a:noFill/>
            <a:ln w="3175">
              <a:solidFill>
                <a:srgbClr val="B8BFC9"/>
              </a:solidFill>
              <a:prstDash val="solid"/>
            </a:ln>
          </p:spPr>
          <p:txBody>
            <a:bodyPr/>
            <a:lstStyle/>
            <a:p>
              <a:endParaRPr lang="en-DE"/>
            </a:p>
          </p:txBody>
        </p:sp>
        <p:sp>
          <p:nvSpPr>
            <p:cNvPr id="573" name="Shape 68">
              <a:extLst>
                <a:ext uri="{FF2B5EF4-FFF2-40B4-BE49-F238E27FC236}">
                  <a16:creationId xmlns:a16="http://schemas.microsoft.com/office/drawing/2014/main" id="{B2509C79-2AFE-6990-761F-47CBFAFF53CC}"/>
                </a:ext>
              </a:extLst>
            </p:cNvPr>
            <p:cNvSpPr/>
            <p:nvPr/>
          </p:nvSpPr>
          <p:spPr>
            <a:xfrm rot="5400000" flipV="1">
              <a:off x="2455281" y="4062268"/>
              <a:ext cx="580795" cy="129850"/>
            </a:xfrm>
            <a:prstGeom prst="line">
              <a:avLst/>
            </a:prstGeom>
            <a:noFill/>
            <a:ln w="3175">
              <a:solidFill>
                <a:srgbClr val="B8BFC9"/>
              </a:solidFill>
              <a:prstDash val="solid"/>
            </a:ln>
          </p:spPr>
          <p:txBody>
            <a:bodyPr/>
            <a:lstStyle/>
            <a:p>
              <a:endParaRPr lang="en-DE"/>
            </a:p>
          </p:txBody>
        </p:sp>
        <p:sp>
          <p:nvSpPr>
            <p:cNvPr id="574" name="Shape 69">
              <a:extLst>
                <a:ext uri="{FF2B5EF4-FFF2-40B4-BE49-F238E27FC236}">
                  <a16:creationId xmlns:a16="http://schemas.microsoft.com/office/drawing/2014/main" id="{E8FBBC23-5FBC-BA64-15CA-A57F7E4B0EF5}"/>
                </a:ext>
              </a:extLst>
            </p:cNvPr>
            <p:cNvSpPr/>
            <p:nvPr/>
          </p:nvSpPr>
          <p:spPr>
            <a:xfrm rot="5400000">
              <a:off x="2325431" y="4062268"/>
              <a:ext cx="580795" cy="129850"/>
            </a:xfrm>
            <a:prstGeom prst="line">
              <a:avLst/>
            </a:prstGeom>
            <a:noFill/>
            <a:ln w="3175">
              <a:solidFill>
                <a:srgbClr val="B8BFC9"/>
              </a:solidFill>
              <a:prstDash val="solid"/>
            </a:ln>
          </p:spPr>
          <p:txBody>
            <a:bodyPr/>
            <a:lstStyle/>
            <a:p>
              <a:endParaRPr lang="en-DE"/>
            </a:p>
          </p:txBody>
        </p:sp>
        <p:sp>
          <p:nvSpPr>
            <p:cNvPr id="575" name="Shape 70">
              <a:extLst>
                <a:ext uri="{FF2B5EF4-FFF2-40B4-BE49-F238E27FC236}">
                  <a16:creationId xmlns:a16="http://schemas.microsoft.com/office/drawing/2014/main" id="{7BF4F019-1D06-3E06-216B-A0DF6D36EE2B}"/>
                </a:ext>
              </a:extLst>
            </p:cNvPr>
            <p:cNvSpPr/>
            <p:nvPr/>
          </p:nvSpPr>
          <p:spPr>
            <a:xfrm rot="5400000" flipV="1">
              <a:off x="2714980" y="3542867"/>
              <a:ext cx="580795" cy="1168649"/>
            </a:xfrm>
            <a:prstGeom prst="line">
              <a:avLst/>
            </a:prstGeom>
            <a:noFill/>
            <a:ln w="3175">
              <a:solidFill>
                <a:srgbClr val="B8BFC9"/>
              </a:solidFill>
              <a:prstDash val="solid"/>
            </a:ln>
          </p:spPr>
          <p:txBody>
            <a:bodyPr/>
            <a:lstStyle/>
            <a:p>
              <a:endParaRPr lang="en-DE"/>
            </a:p>
          </p:txBody>
        </p:sp>
        <p:sp>
          <p:nvSpPr>
            <p:cNvPr id="192" name="Shape 71">
              <a:extLst>
                <a:ext uri="{FF2B5EF4-FFF2-40B4-BE49-F238E27FC236}">
                  <a16:creationId xmlns:a16="http://schemas.microsoft.com/office/drawing/2014/main" id="{D9952283-4415-C957-87A1-0B7D3680ADCA}"/>
                </a:ext>
              </a:extLst>
            </p:cNvPr>
            <p:cNvSpPr/>
            <p:nvPr/>
          </p:nvSpPr>
          <p:spPr>
            <a:xfrm rot="5400000" flipV="1">
              <a:off x="2585131" y="3672718"/>
              <a:ext cx="580795" cy="908949"/>
            </a:xfrm>
            <a:prstGeom prst="line">
              <a:avLst/>
            </a:prstGeom>
            <a:noFill/>
            <a:ln w="3175">
              <a:solidFill>
                <a:srgbClr val="B8BFC9"/>
              </a:solidFill>
              <a:prstDash val="solid"/>
            </a:ln>
          </p:spPr>
          <p:txBody>
            <a:bodyPr/>
            <a:lstStyle/>
            <a:p>
              <a:endParaRPr lang="en-DE"/>
            </a:p>
          </p:txBody>
        </p:sp>
        <p:sp>
          <p:nvSpPr>
            <p:cNvPr id="193" name="Shape 72">
              <a:extLst>
                <a:ext uri="{FF2B5EF4-FFF2-40B4-BE49-F238E27FC236}">
                  <a16:creationId xmlns:a16="http://schemas.microsoft.com/office/drawing/2014/main" id="{D9AD1A73-8BAB-09C9-DA20-980C155D4EFE}"/>
                </a:ext>
              </a:extLst>
            </p:cNvPr>
            <p:cNvSpPr/>
            <p:nvPr/>
          </p:nvSpPr>
          <p:spPr>
            <a:xfrm rot="5400000" flipV="1">
              <a:off x="2455282" y="3802568"/>
              <a:ext cx="580795" cy="649249"/>
            </a:xfrm>
            <a:prstGeom prst="line">
              <a:avLst/>
            </a:prstGeom>
            <a:noFill/>
            <a:ln w="3175">
              <a:solidFill>
                <a:srgbClr val="B8BFC9"/>
              </a:solidFill>
              <a:prstDash val="solid"/>
            </a:ln>
          </p:spPr>
          <p:txBody>
            <a:bodyPr/>
            <a:lstStyle/>
            <a:p>
              <a:endParaRPr lang="en-DE"/>
            </a:p>
          </p:txBody>
        </p:sp>
        <p:sp>
          <p:nvSpPr>
            <p:cNvPr id="194" name="Shape 73">
              <a:extLst>
                <a:ext uri="{FF2B5EF4-FFF2-40B4-BE49-F238E27FC236}">
                  <a16:creationId xmlns:a16="http://schemas.microsoft.com/office/drawing/2014/main" id="{25A35B70-3AA5-5061-94A4-7307BBE21F3B}"/>
                </a:ext>
              </a:extLst>
            </p:cNvPr>
            <p:cNvSpPr/>
            <p:nvPr/>
          </p:nvSpPr>
          <p:spPr>
            <a:xfrm rot="5400000" flipV="1">
              <a:off x="2325431" y="3932417"/>
              <a:ext cx="580795" cy="389551"/>
            </a:xfrm>
            <a:prstGeom prst="line">
              <a:avLst/>
            </a:prstGeom>
            <a:noFill/>
            <a:ln w="3175">
              <a:solidFill>
                <a:srgbClr val="B8BFC9"/>
              </a:solidFill>
              <a:prstDash val="solid"/>
            </a:ln>
          </p:spPr>
          <p:txBody>
            <a:bodyPr/>
            <a:lstStyle/>
            <a:p>
              <a:endParaRPr lang="en-DE"/>
            </a:p>
          </p:txBody>
        </p:sp>
        <p:sp>
          <p:nvSpPr>
            <p:cNvPr id="195" name="Shape 74">
              <a:extLst>
                <a:ext uri="{FF2B5EF4-FFF2-40B4-BE49-F238E27FC236}">
                  <a16:creationId xmlns:a16="http://schemas.microsoft.com/office/drawing/2014/main" id="{7D23F4D5-FB5F-BB5B-49C8-4ECAAA5618EA}"/>
                </a:ext>
              </a:extLst>
            </p:cNvPr>
            <p:cNvSpPr/>
            <p:nvPr/>
          </p:nvSpPr>
          <p:spPr>
            <a:xfrm rot="5400000" flipV="1">
              <a:off x="2195581" y="4062268"/>
              <a:ext cx="580795" cy="129850"/>
            </a:xfrm>
            <a:prstGeom prst="line">
              <a:avLst/>
            </a:prstGeom>
            <a:noFill/>
            <a:ln w="3175">
              <a:solidFill>
                <a:srgbClr val="B8BFC9"/>
              </a:solidFill>
              <a:prstDash val="solid"/>
            </a:ln>
          </p:spPr>
          <p:txBody>
            <a:bodyPr/>
            <a:lstStyle/>
            <a:p>
              <a:endParaRPr lang="en-DE"/>
            </a:p>
          </p:txBody>
        </p:sp>
        <p:sp>
          <p:nvSpPr>
            <p:cNvPr id="196" name="Shape 76">
              <a:extLst>
                <a:ext uri="{FF2B5EF4-FFF2-40B4-BE49-F238E27FC236}">
                  <a16:creationId xmlns:a16="http://schemas.microsoft.com/office/drawing/2014/main" id="{A4B76A0D-9BAA-801C-AF85-058B6AA14692}"/>
                </a:ext>
              </a:extLst>
            </p:cNvPr>
            <p:cNvSpPr/>
            <p:nvPr/>
          </p:nvSpPr>
          <p:spPr>
            <a:xfrm rot="5400000">
              <a:off x="3039605" y="4448289"/>
              <a:ext cx="580795" cy="519401"/>
            </a:xfrm>
            <a:prstGeom prst="line">
              <a:avLst/>
            </a:prstGeom>
            <a:noFill/>
            <a:ln w="3175">
              <a:solidFill>
                <a:srgbClr val="B8BFC9"/>
              </a:solidFill>
              <a:prstDash val="solid"/>
            </a:ln>
          </p:spPr>
          <p:txBody>
            <a:bodyPr/>
            <a:lstStyle/>
            <a:p>
              <a:endParaRPr lang="en-DE"/>
            </a:p>
          </p:txBody>
        </p:sp>
        <p:sp>
          <p:nvSpPr>
            <p:cNvPr id="197" name="Shape 79">
              <a:extLst>
                <a:ext uri="{FF2B5EF4-FFF2-40B4-BE49-F238E27FC236}">
                  <a16:creationId xmlns:a16="http://schemas.microsoft.com/office/drawing/2014/main" id="{8D751735-4C98-E67F-8492-FA9D1ED7449A}"/>
                </a:ext>
              </a:extLst>
            </p:cNvPr>
            <p:cNvSpPr/>
            <p:nvPr/>
          </p:nvSpPr>
          <p:spPr>
            <a:xfrm rot="5400000">
              <a:off x="2909755" y="4578139"/>
              <a:ext cx="580795" cy="259700"/>
            </a:xfrm>
            <a:prstGeom prst="line">
              <a:avLst/>
            </a:prstGeom>
            <a:noFill/>
            <a:ln w="3175">
              <a:solidFill>
                <a:srgbClr val="B8BFC9"/>
              </a:solidFill>
              <a:prstDash val="solid"/>
            </a:ln>
          </p:spPr>
          <p:txBody>
            <a:bodyPr/>
            <a:lstStyle/>
            <a:p>
              <a:endParaRPr lang="en-DE"/>
            </a:p>
          </p:txBody>
        </p:sp>
        <p:sp>
          <p:nvSpPr>
            <p:cNvPr id="198" name="Shape 82">
              <a:extLst>
                <a:ext uri="{FF2B5EF4-FFF2-40B4-BE49-F238E27FC236}">
                  <a16:creationId xmlns:a16="http://schemas.microsoft.com/office/drawing/2014/main" id="{83B3F5F9-B891-1225-CD11-3B697233F266}"/>
                </a:ext>
              </a:extLst>
            </p:cNvPr>
            <p:cNvSpPr/>
            <p:nvPr/>
          </p:nvSpPr>
          <p:spPr>
            <a:xfrm rot="5400000">
              <a:off x="2779905" y="4707989"/>
              <a:ext cx="580795" cy="0"/>
            </a:xfrm>
            <a:prstGeom prst="line">
              <a:avLst/>
            </a:prstGeom>
            <a:noFill/>
            <a:ln w="3175">
              <a:solidFill>
                <a:srgbClr val="B8BFC9"/>
              </a:solidFill>
              <a:prstDash val="solid"/>
            </a:ln>
          </p:spPr>
          <p:txBody>
            <a:bodyPr/>
            <a:lstStyle/>
            <a:p>
              <a:endParaRPr lang="en-DE"/>
            </a:p>
          </p:txBody>
        </p:sp>
        <p:sp>
          <p:nvSpPr>
            <p:cNvPr id="199" name="Shape 85">
              <a:extLst>
                <a:ext uri="{FF2B5EF4-FFF2-40B4-BE49-F238E27FC236}">
                  <a16:creationId xmlns:a16="http://schemas.microsoft.com/office/drawing/2014/main" id="{DC279FE1-3A8C-1B4E-9027-53F4C6865156}"/>
                </a:ext>
              </a:extLst>
            </p:cNvPr>
            <p:cNvSpPr/>
            <p:nvPr/>
          </p:nvSpPr>
          <p:spPr>
            <a:xfrm rot="5400000" flipV="1">
              <a:off x="2650054" y="4578139"/>
              <a:ext cx="580795" cy="259700"/>
            </a:xfrm>
            <a:prstGeom prst="line">
              <a:avLst/>
            </a:prstGeom>
            <a:noFill/>
            <a:ln w="3175">
              <a:solidFill>
                <a:srgbClr val="B8BFC9"/>
              </a:solidFill>
              <a:prstDash val="solid"/>
            </a:ln>
          </p:spPr>
          <p:txBody>
            <a:bodyPr/>
            <a:lstStyle/>
            <a:p>
              <a:endParaRPr lang="en-DE"/>
            </a:p>
          </p:txBody>
        </p:sp>
        <p:sp>
          <p:nvSpPr>
            <p:cNvPr id="200" name="Shape 88">
              <a:extLst>
                <a:ext uri="{FF2B5EF4-FFF2-40B4-BE49-F238E27FC236}">
                  <a16:creationId xmlns:a16="http://schemas.microsoft.com/office/drawing/2014/main" id="{B1435083-2BE8-DE21-4168-5B3BB0CB1DE2}"/>
                </a:ext>
              </a:extLst>
            </p:cNvPr>
            <p:cNvSpPr/>
            <p:nvPr/>
          </p:nvSpPr>
          <p:spPr>
            <a:xfrm rot="5400000" flipV="1">
              <a:off x="2520204" y="4448289"/>
              <a:ext cx="580795" cy="519401"/>
            </a:xfrm>
            <a:prstGeom prst="line">
              <a:avLst/>
            </a:prstGeom>
            <a:noFill/>
            <a:ln w="3175">
              <a:solidFill>
                <a:srgbClr val="B8BFC9"/>
              </a:solidFill>
              <a:prstDash val="solid"/>
            </a:ln>
          </p:spPr>
          <p:txBody>
            <a:bodyPr/>
            <a:lstStyle/>
            <a:p>
              <a:endParaRPr lang="en-DE"/>
            </a:p>
          </p:txBody>
        </p:sp>
        <p:sp>
          <p:nvSpPr>
            <p:cNvPr id="201" name="Shape 90">
              <a:extLst>
                <a:ext uri="{FF2B5EF4-FFF2-40B4-BE49-F238E27FC236}">
                  <a16:creationId xmlns:a16="http://schemas.microsoft.com/office/drawing/2014/main" id="{B905EDD5-58E9-9BC0-528F-3F7FD98324B2}"/>
                </a:ext>
              </a:extLst>
            </p:cNvPr>
            <p:cNvSpPr/>
            <p:nvPr/>
          </p:nvSpPr>
          <p:spPr>
            <a:xfrm rot="5400000">
              <a:off x="3259432" y="2604631"/>
              <a:ext cx="141141" cy="141141"/>
            </a:xfrm>
            <a:prstGeom prst="ellipse">
              <a:avLst/>
            </a:prstGeom>
            <a:solidFill>
              <a:srgbClr val="2455DA"/>
            </a:solidFill>
            <a:ln w="12700">
              <a:solidFill>
                <a:srgbClr val="111C38"/>
              </a:solidFill>
              <a:prstDash val="solid"/>
            </a:ln>
          </p:spPr>
          <p:txBody>
            <a:bodyPr/>
            <a:lstStyle/>
            <a:p>
              <a:endParaRPr lang="en-DE"/>
            </a:p>
          </p:txBody>
        </p:sp>
        <p:sp>
          <p:nvSpPr>
            <p:cNvPr id="202" name="Shape 91">
              <a:extLst>
                <a:ext uri="{FF2B5EF4-FFF2-40B4-BE49-F238E27FC236}">
                  <a16:creationId xmlns:a16="http://schemas.microsoft.com/office/drawing/2014/main" id="{22F4A6D2-E67B-68B4-B298-D1876356F757}"/>
                </a:ext>
              </a:extLst>
            </p:cNvPr>
            <p:cNvSpPr/>
            <p:nvPr/>
          </p:nvSpPr>
          <p:spPr>
            <a:xfrm rot="5400000">
              <a:off x="2999734" y="2604631"/>
              <a:ext cx="141141" cy="141141"/>
            </a:xfrm>
            <a:prstGeom prst="ellipse">
              <a:avLst/>
            </a:prstGeom>
            <a:solidFill>
              <a:srgbClr val="7FACF3"/>
            </a:solidFill>
            <a:ln w="12700">
              <a:solidFill>
                <a:srgbClr val="111C38"/>
              </a:solidFill>
              <a:prstDash val="solid"/>
            </a:ln>
          </p:spPr>
          <p:txBody>
            <a:bodyPr/>
            <a:lstStyle/>
            <a:p>
              <a:endParaRPr lang="en-DE"/>
            </a:p>
          </p:txBody>
        </p:sp>
        <p:sp>
          <p:nvSpPr>
            <p:cNvPr id="203" name="Shape 92">
              <a:extLst>
                <a:ext uri="{FF2B5EF4-FFF2-40B4-BE49-F238E27FC236}">
                  <a16:creationId xmlns:a16="http://schemas.microsoft.com/office/drawing/2014/main" id="{83890A8F-4C47-57BB-C7AB-DE14EB7D269E}"/>
                </a:ext>
              </a:extLst>
            </p:cNvPr>
            <p:cNvSpPr/>
            <p:nvPr/>
          </p:nvSpPr>
          <p:spPr>
            <a:xfrm rot="5400000">
              <a:off x="2740033" y="2604631"/>
              <a:ext cx="141141" cy="141141"/>
            </a:xfrm>
            <a:prstGeom prst="ellipse">
              <a:avLst/>
            </a:prstGeom>
            <a:solidFill>
              <a:srgbClr val="3164DF"/>
            </a:solidFill>
            <a:ln w="12700">
              <a:solidFill>
                <a:srgbClr val="111C38"/>
              </a:solidFill>
              <a:prstDash val="solid"/>
            </a:ln>
          </p:spPr>
          <p:txBody>
            <a:bodyPr/>
            <a:lstStyle/>
            <a:p>
              <a:endParaRPr lang="en-DE"/>
            </a:p>
          </p:txBody>
        </p:sp>
        <p:sp>
          <p:nvSpPr>
            <p:cNvPr id="204" name="Shape 93">
              <a:extLst>
                <a:ext uri="{FF2B5EF4-FFF2-40B4-BE49-F238E27FC236}">
                  <a16:creationId xmlns:a16="http://schemas.microsoft.com/office/drawing/2014/main" id="{3048A48A-2A27-BAAC-D189-E92F383D2012}"/>
                </a:ext>
              </a:extLst>
            </p:cNvPr>
            <p:cNvSpPr/>
            <p:nvPr/>
          </p:nvSpPr>
          <p:spPr>
            <a:xfrm rot="5400000">
              <a:off x="3519132" y="3185427"/>
              <a:ext cx="141141" cy="141141"/>
            </a:xfrm>
            <a:prstGeom prst="ellipse">
              <a:avLst/>
            </a:prstGeom>
            <a:solidFill>
              <a:srgbClr val="2A5DDD"/>
            </a:solidFill>
            <a:ln w="12700">
              <a:solidFill>
                <a:srgbClr val="111C38"/>
              </a:solidFill>
              <a:prstDash val="solid"/>
            </a:ln>
          </p:spPr>
          <p:txBody>
            <a:bodyPr/>
            <a:lstStyle/>
            <a:p>
              <a:endParaRPr lang="en-DE"/>
            </a:p>
          </p:txBody>
        </p:sp>
        <p:sp>
          <p:nvSpPr>
            <p:cNvPr id="205" name="Shape 94">
              <a:extLst>
                <a:ext uri="{FF2B5EF4-FFF2-40B4-BE49-F238E27FC236}">
                  <a16:creationId xmlns:a16="http://schemas.microsoft.com/office/drawing/2014/main" id="{5192802D-BE98-D17D-10BE-D12F95230F99}"/>
                </a:ext>
              </a:extLst>
            </p:cNvPr>
            <p:cNvSpPr/>
            <p:nvPr/>
          </p:nvSpPr>
          <p:spPr>
            <a:xfrm rot="5400000">
              <a:off x="3259432" y="3185427"/>
              <a:ext cx="141141" cy="141141"/>
            </a:xfrm>
            <a:prstGeom prst="ellipse">
              <a:avLst/>
            </a:prstGeom>
            <a:solidFill>
              <a:srgbClr val="5389EB"/>
            </a:solidFill>
            <a:ln w="12700">
              <a:solidFill>
                <a:srgbClr val="111C38"/>
              </a:solidFill>
              <a:prstDash val="solid"/>
            </a:ln>
          </p:spPr>
          <p:txBody>
            <a:bodyPr/>
            <a:lstStyle/>
            <a:p>
              <a:endParaRPr lang="en-DE"/>
            </a:p>
          </p:txBody>
        </p:sp>
        <p:sp>
          <p:nvSpPr>
            <p:cNvPr id="206" name="Shape 95">
              <a:extLst>
                <a:ext uri="{FF2B5EF4-FFF2-40B4-BE49-F238E27FC236}">
                  <a16:creationId xmlns:a16="http://schemas.microsoft.com/office/drawing/2014/main" id="{44534D91-7745-7F25-7685-98432CB734FB}"/>
                </a:ext>
              </a:extLst>
            </p:cNvPr>
            <p:cNvSpPr/>
            <p:nvPr/>
          </p:nvSpPr>
          <p:spPr>
            <a:xfrm rot="5400000">
              <a:off x="2999734" y="3185427"/>
              <a:ext cx="141141" cy="141141"/>
            </a:xfrm>
            <a:prstGeom prst="ellipse">
              <a:avLst/>
            </a:prstGeom>
            <a:solidFill>
              <a:srgbClr val="94BAF6"/>
            </a:solidFill>
            <a:ln w="12700">
              <a:solidFill>
                <a:srgbClr val="111C38"/>
              </a:solidFill>
              <a:prstDash val="solid"/>
            </a:ln>
          </p:spPr>
          <p:txBody>
            <a:bodyPr/>
            <a:lstStyle/>
            <a:p>
              <a:endParaRPr lang="en-DE"/>
            </a:p>
          </p:txBody>
        </p:sp>
        <p:sp>
          <p:nvSpPr>
            <p:cNvPr id="207" name="Shape 96">
              <a:extLst>
                <a:ext uri="{FF2B5EF4-FFF2-40B4-BE49-F238E27FC236}">
                  <a16:creationId xmlns:a16="http://schemas.microsoft.com/office/drawing/2014/main" id="{A120C76A-7BE8-A85D-BBD8-1DBE812C5153}"/>
                </a:ext>
              </a:extLst>
            </p:cNvPr>
            <p:cNvSpPr/>
            <p:nvPr/>
          </p:nvSpPr>
          <p:spPr>
            <a:xfrm rot="5400000">
              <a:off x="2740033" y="3185427"/>
              <a:ext cx="141141" cy="141141"/>
            </a:xfrm>
            <a:prstGeom prst="ellipse">
              <a:avLst/>
            </a:prstGeom>
            <a:solidFill>
              <a:srgbClr val="457AE6"/>
            </a:solidFill>
            <a:ln w="12700">
              <a:solidFill>
                <a:srgbClr val="111C38"/>
              </a:solidFill>
              <a:prstDash val="solid"/>
            </a:ln>
          </p:spPr>
          <p:txBody>
            <a:bodyPr/>
            <a:lstStyle/>
            <a:p>
              <a:endParaRPr lang="en-DE"/>
            </a:p>
          </p:txBody>
        </p:sp>
        <p:sp>
          <p:nvSpPr>
            <p:cNvPr id="208" name="Shape 97">
              <a:extLst>
                <a:ext uri="{FF2B5EF4-FFF2-40B4-BE49-F238E27FC236}">
                  <a16:creationId xmlns:a16="http://schemas.microsoft.com/office/drawing/2014/main" id="{58E3C998-4E5C-9444-EBCB-539A7C2A99F0}"/>
                </a:ext>
              </a:extLst>
            </p:cNvPr>
            <p:cNvSpPr/>
            <p:nvPr/>
          </p:nvSpPr>
          <p:spPr>
            <a:xfrm rot="5400000">
              <a:off x="2480333" y="3185427"/>
              <a:ext cx="141141" cy="141141"/>
            </a:xfrm>
            <a:prstGeom prst="ellipse">
              <a:avLst/>
            </a:prstGeom>
            <a:solidFill>
              <a:srgbClr val="5991EE"/>
            </a:solidFill>
            <a:ln w="12700">
              <a:solidFill>
                <a:srgbClr val="111C38"/>
              </a:solidFill>
              <a:prstDash val="solid"/>
            </a:ln>
          </p:spPr>
          <p:txBody>
            <a:bodyPr/>
            <a:lstStyle/>
            <a:p>
              <a:endParaRPr lang="en-DE"/>
            </a:p>
          </p:txBody>
        </p:sp>
        <p:sp>
          <p:nvSpPr>
            <p:cNvPr id="209" name="Shape 98">
              <a:extLst>
                <a:ext uri="{FF2B5EF4-FFF2-40B4-BE49-F238E27FC236}">
                  <a16:creationId xmlns:a16="http://schemas.microsoft.com/office/drawing/2014/main" id="{CECBE05B-7E42-91EF-8D01-68DE34978189}"/>
                </a:ext>
              </a:extLst>
            </p:cNvPr>
            <p:cNvSpPr/>
            <p:nvPr/>
          </p:nvSpPr>
          <p:spPr>
            <a:xfrm rot="5400000">
              <a:off x="3648982" y="3766223"/>
              <a:ext cx="141141" cy="141141"/>
            </a:xfrm>
            <a:prstGeom prst="ellipse">
              <a:avLst/>
            </a:prstGeom>
            <a:solidFill>
              <a:srgbClr val="5991EE"/>
            </a:solidFill>
            <a:ln w="12700">
              <a:solidFill>
                <a:srgbClr val="111C38"/>
              </a:solidFill>
              <a:prstDash val="solid"/>
            </a:ln>
          </p:spPr>
          <p:txBody>
            <a:bodyPr/>
            <a:lstStyle/>
            <a:p>
              <a:endParaRPr lang="en-DE"/>
            </a:p>
          </p:txBody>
        </p:sp>
        <p:sp>
          <p:nvSpPr>
            <p:cNvPr id="210" name="Shape 99">
              <a:extLst>
                <a:ext uri="{FF2B5EF4-FFF2-40B4-BE49-F238E27FC236}">
                  <a16:creationId xmlns:a16="http://schemas.microsoft.com/office/drawing/2014/main" id="{E87A2650-A92B-44F5-01DD-74F85C83807C}"/>
                </a:ext>
              </a:extLst>
            </p:cNvPr>
            <p:cNvSpPr/>
            <p:nvPr/>
          </p:nvSpPr>
          <p:spPr>
            <a:xfrm rot="5400000">
              <a:off x="3389282" y="3766223"/>
              <a:ext cx="141141" cy="141141"/>
            </a:xfrm>
            <a:prstGeom prst="ellipse">
              <a:avLst/>
            </a:prstGeom>
            <a:solidFill>
              <a:srgbClr val="2455DA"/>
            </a:solidFill>
            <a:ln w="12700">
              <a:solidFill>
                <a:srgbClr val="111C38"/>
              </a:solidFill>
              <a:prstDash val="solid"/>
            </a:ln>
          </p:spPr>
          <p:txBody>
            <a:bodyPr/>
            <a:lstStyle/>
            <a:p>
              <a:endParaRPr lang="en-DE"/>
            </a:p>
          </p:txBody>
        </p:sp>
        <p:sp>
          <p:nvSpPr>
            <p:cNvPr id="211" name="Shape 100">
              <a:extLst>
                <a:ext uri="{FF2B5EF4-FFF2-40B4-BE49-F238E27FC236}">
                  <a16:creationId xmlns:a16="http://schemas.microsoft.com/office/drawing/2014/main" id="{29320A31-01F7-7F25-8A5F-FB4C78F86ECF}"/>
                </a:ext>
              </a:extLst>
            </p:cNvPr>
            <p:cNvSpPr/>
            <p:nvPr/>
          </p:nvSpPr>
          <p:spPr>
            <a:xfrm rot="5400000">
              <a:off x="3129581" y="3766223"/>
              <a:ext cx="141141" cy="141141"/>
            </a:xfrm>
            <a:prstGeom prst="ellipse">
              <a:avLst/>
            </a:prstGeom>
            <a:solidFill>
              <a:srgbClr val="89B3F4"/>
            </a:solidFill>
            <a:ln w="12700">
              <a:solidFill>
                <a:srgbClr val="111C38"/>
              </a:solidFill>
              <a:prstDash val="solid"/>
            </a:ln>
          </p:spPr>
          <p:txBody>
            <a:bodyPr/>
            <a:lstStyle/>
            <a:p>
              <a:endParaRPr lang="en-DE"/>
            </a:p>
          </p:txBody>
        </p:sp>
        <p:sp>
          <p:nvSpPr>
            <p:cNvPr id="212" name="Shape 101">
              <a:extLst>
                <a:ext uri="{FF2B5EF4-FFF2-40B4-BE49-F238E27FC236}">
                  <a16:creationId xmlns:a16="http://schemas.microsoft.com/office/drawing/2014/main" id="{169189AC-FB5B-AC2C-F358-33FE75C4A0BC}"/>
                </a:ext>
              </a:extLst>
            </p:cNvPr>
            <p:cNvSpPr/>
            <p:nvPr/>
          </p:nvSpPr>
          <p:spPr>
            <a:xfrm rot="5400000">
              <a:off x="2869882" y="3766223"/>
              <a:ext cx="141141" cy="141141"/>
            </a:xfrm>
            <a:prstGeom prst="ellipse">
              <a:avLst/>
            </a:prstGeom>
            <a:solidFill>
              <a:srgbClr val="7FACF3"/>
            </a:solidFill>
            <a:ln w="12700">
              <a:solidFill>
                <a:srgbClr val="111C38"/>
              </a:solidFill>
              <a:prstDash val="solid"/>
            </a:ln>
          </p:spPr>
          <p:txBody>
            <a:bodyPr/>
            <a:lstStyle/>
            <a:p>
              <a:endParaRPr lang="en-DE"/>
            </a:p>
          </p:txBody>
        </p:sp>
        <p:sp>
          <p:nvSpPr>
            <p:cNvPr id="213" name="Shape 102">
              <a:extLst>
                <a:ext uri="{FF2B5EF4-FFF2-40B4-BE49-F238E27FC236}">
                  <a16:creationId xmlns:a16="http://schemas.microsoft.com/office/drawing/2014/main" id="{AFBC23CF-DE28-07F7-AE22-DBA288E5A0FE}"/>
                </a:ext>
              </a:extLst>
            </p:cNvPr>
            <p:cNvSpPr/>
            <p:nvPr/>
          </p:nvSpPr>
          <p:spPr>
            <a:xfrm rot="5400000">
              <a:off x="2610183" y="3766223"/>
              <a:ext cx="141141" cy="141141"/>
            </a:xfrm>
            <a:prstGeom prst="ellipse">
              <a:avLst/>
            </a:prstGeom>
            <a:solidFill>
              <a:srgbClr val="6098F0"/>
            </a:solidFill>
            <a:ln w="12700">
              <a:solidFill>
                <a:srgbClr val="111C38"/>
              </a:solidFill>
              <a:prstDash val="solid"/>
            </a:ln>
          </p:spPr>
          <p:txBody>
            <a:bodyPr/>
            <a:lstStyle/>
            <a:p>
              <a:endParaRPr lang="en-DE"/>
            </a:p>
          </p:txBody>
        </p:sp>
        <p:sp>
          <p:nvSpPr>
            <p:cNvPr id="214" name="Shape 103">
              <a:extLst>
                <a:ext uri="{FF2B5EF4-FFF2-40B4-BE49-F238E27FC236}">
                  <a16:creationId xmlns:a16="http://schemas.microsoft.com/office/drawing/2014/main" id="{BAD6FE90-3553-7420-67E3-0D1DE108E1A7}"/>
                </a:ext>
              </a:extLst>
            </p:cNvPr>
            <p:cNvSpPr/>
            <p:nvPr/>
          </p:nvSpPr>
          <p:spPr>
            <a:xfrm rot="5400000">
              <a:off x="2350483" y="3766223"/>
              <a:ext cx="141141" cy="141141"/>
            </a:xfrm>
            <a:prstGeom prst="ellipse">
              <a:avLst/>
            </a:prstGeom>
            <a:solidFill>
              <a:srgbClr val="2A5DDD"/>
            </a:solidFill>
            <a:ln w="12700">
              <a:solidFill>
                <a:srgbClr val="111C38"/>
              </a:solidFill>
              <a:prstDash val="solid"/>
            </a:ln>
          </p:spPr>
          <p:txBody>
            <a:bodyPr/>
            <a:lstStyle/>
            <a:p>
              <a:endParaRPr lang="en-DE"/>
            </a:p>
          </p:txBody>
        </p:sp>
        <p:sp>
          <p:nvSpPr>
            <p:cNvPr id="215" name="Shape 104">
              <a:extLst>
                <a:ext uri="{FF2B5EF4-FFF2-40B4-BE49-F238E27FC236}">
                  <a16:creationId xmlns:a16="http://schemas.microsoft.com/office/drawing/2014/main" id="{04BA8BC4-F6A8-6101-25BD-3D19A2595EC7}"/>
                </a:ext>
              </a:extLst>
            </p:cNvPr>
            <p:cNvSpPr/>
            <p:nvPr/>
          </p:nvSpPr>
          <p:spPr>
            <a:xfrm rot="5400000">
              <a:off x="3519132" y="4347021"/>
              <a:ext cx="141141" cy="141141"/>
            </a:xfrm>
            <a:prstGeom prst="ellipse">
              <a:avLst/>
            </a:prstGeom>
            <a:solidFill>
              <a:srgbClr val="386CE2"/>
            </a:solidFill>
            <a:ln w="12700">
              <a:solidFill>
                <a:srgbClr val="111C37"/>
              </a:solidFill>
              <a:prstDash val="solid"/>
            </a:ln>
          </p:spPr>
          <p:txBody>
            <a:bodyPr/>
            <a:lstStyle/>
            <a:p>
              <a:endParaRPr lang="en-DE"/>
            </a:p>
          </p:txBody>
        </p:sp>
        <p:sp>
          <p:nvSpPr>
            <p:cNvPr id="216" name="Shape 105">
              <a:extLst>
                <a:ext uri="{FF2B5EF4-FFF2-40B4-BE49-F238E27FC236}">
                  <a16:creationId xmlns:a16="http://schemas.microsoft.com/office/drawing/2014/main" id="{FC8FD4C4-CE31-2549-4E6F-4659FEC2BA2C}"/>
                </a:ext>
              </a:extLst>
            </p:cNvPr>
            <p:cNvSpPr/>
            <p:nvPr/>
          </p:nvSpPr>
          <p:spPr>
            <a:xfrm rot="5400000">
              <a:off x="3259432" y="4347021"/>
              <a:ext cx="141141" cy="141141"/>
            </a:xfrm>
            <a:prstGeom prst="ellipse">
              <a:avLst/>
            </a:prstGeom>
            <a:solidFill>
              <a:srgbClr val="6098F0"/>
            </a:solidFill>
            <a:ln w="12700">
              <a:solidFill>
                <a:srgbClr val="111C37"/>
              </a:solidFill>
              <a:prstDash val="solid"/>
            </a:ln>
          </p:spPr>
          <p:txBody>
            <a:bodyPr/>
            <a:lstStyle/>
            <a:p>
              <a:endParaRPr lang="en-DE"/>
            </a:p>
          </p:txBody>
        </p:sp>
        <p:sp>
          <p:nvSpPr>
            <p:cNvPr id="217" name="Shape 106">
              <a:extLst>
                <a:ext uri="{FF2B5EF4-FFF2-40B4-BE49-F238E27FC236}">
                  <a16:creationId xmlns:a16="http://schemas.microsoft.com/office/drawing/2014/main" id="{EE655BE5-1BF6-8E64-A1D2-A7062896B4E0}"/>
                </a:ext>
              </a:extLst>
            </p:cNvPr>
            <p:cNvSpPr/>
            <p:nvPr/>
          </p:nvSpPr>
          <p:spPr>
            <a:xfrm rot="5400000">
              <a:off x="2999734" y="4347021"/>
              <a:ext cx="141141" cy="141141"/>
            </a:xfrm>
            <a:prstGeom prst="ellipse">
              <a:avLst/>
            </a:prstGeom>
            <a:solidFill>
              <a:srgbClr val="89B3F4"/>
            </a:solidFill>
            <a:ln w="12700">
              <a:solidFill>
                <a:srgbClr val="111C37"/>
              </a:solidFill>
              <a:prstDash val="solid"/>
            </a:ln>
          </p:spPr>
          <p:txBody>
            <a:bodyPr/>
            <a:lstStyle/>
            <a:p>
              <a:endParaRPr lang="en-DE"/>
            </a:p>
          </p:txBody>
        </p:sp>
        <p:sp>
          <p:nvSpPr>
            <p:cNvPr id="218" name="Shape 107">
              <a:extLst>
                <a:ext uri="{FF2B5EF4-FFF2-40B4-BE49-F238E27FC236}">
                  <a16:creationId xmlns:a16="http://schemas.microsoft.com/office/drawing/2014/main" id="{F114B8A2-2A70-B9E6-DD6A-09767A11656E}"/>
                </a:ext>
              </a:extLst>
            </p:cNvPr>
            <p:cNvSpPr/>
            <p:nvPr/>
          </p:nvSpPr>
          <p:spPr>
            <a:xfrm rot="5400000">
              <a:off x="2740033" y="4347021"/>
              <a:ext cx="141141" cy="141141"/>
            </a:xfrm>
            <a:prstGeom prst="ellipse">
              <a:avLst/>
            </a:prstGeom>
            <a:solidFill>
              <a:srgbClr val="3E73E4"/>
            </a:solidFill>
            <a:ln w="12700">
              <a:solidFill>
                <a:srgbClr val="111C37"/>
              </a:solidFill>
              <a:prstDash val="solid"/>
            </a:ln>
          </p:spPr>
          <p:txBody>
            <a:bodyPr/>
            <a:lstStyle/>
            <a:p>
              <a:endParaRPr lang="en-DE"/>
            </a:p>
          </p:txBody>
        </p:sp>
        <p:sp>
          <p:nvSpPr>
            <p:cNvPr id="219" name="Shape 108">
              <a:extLst>
                <a:ext uri="{FF2B5EF4-FFF2-40B4-BE49-F238E27FC236}">
                  <a16:creationId xmlns:a16="http://schemas.microsoft.com/office/drawing/2014/main" id="{89F12402-FFB2-0B05-12A3-77FFA08CEF85}"/>
                </a:ext>
              </a:extLst>
            </p:cNvPr>
            <p:cNvSpPr/>
            <p:nvPr/>
          </p:nvSpPr>
          <p:spPr>
            <a:xfrm rot="5400000">
              <a:off x="2480333" y="4347021"/>
              <a:ext cx="141141" cy="141141"/>
            </a:xfrm>
            <a:prstGeom prst="ellipse">
              <a:avLst/>
            </a:prstGeom>
            <a:solidFill>
              <a:srgbClr val="75A5F2"/>
            </a:solidFill>
            <a:ln w="12700">
              <a:solidFill>
                <a:srgbClr val="111C37"/>
              </a:solidFill>
              <a:prstDash val="solid"/>
            </a:ln>
          </p:spPr>
          <p:txBody>
            <a:bodyPr/>
            <a:lstStyle/>
            <a:p>
              <a:endParaRPr lang="en-DE"/>
            </a:p>
          </p:txBody>
        </p:sp>
        <p:sp>
          <p:nvSpPr>
            <p:cNvPr id="222" name="Shape 110">
              <a:extLst>
                <a:ext uri="{FF2B5EF4-FFF2-40B4-BE49-F238E27FC236}">
                  <a16:creationId xmlns:a16="http://schemas.microsoft.com/office/drawing/2014/main" id="{EF4BEBA2-714C-4724-6AAF-3711AE90AA39}"/>
                </a:ext>
              </a:extLst>
            </p:cNvPr>
            <p:cNvSpPr/>
            <p:nvPr/>
          </p:nvSpPr>
          <p:spPr>
            <a:xfrm rot="5400000">
              <a:off x="2999734" y="4927816"/>
              <a:ext cx="141141" cy="141141"/>
            </a:xfrm>
            <a:prstGeom prst="ellipse">
              <a:avLst/>
            </a:prstGeom>
            <a:solidFill>
              <a:srgbClr val="6A9FF1"/>
            </a:solidFill>
            <a:ln w="12700">
              <a:solidFill>
                <a:srgbClr val="111C37"/>
              </a:solidFill>
              <a:prstDash val="solid"/>
            </a:ln>
          </p:spPr>
          <p:txBody>
            <a:bodyPr/>
            <a:lstStyle/>
            <a:p>
              <a:endParaRPr lang="en-DE"/>
            </a:p>
          </p:txBody>
        </p:sp>
      </p:grpSp>
      <mc:AlternateContent xmlns:mc="http://schemas.openxmlformats.org/markup-compatibility/2006" xmlns:a14="http://schemas.microsoft.com/office/drawing/2010/main">
        <mc:Choice Requires="a14">
          <p:sp>
            <p:nvSpPr>
              <p:cNvPr id="223" name="Textfeld 9875">
                <a:extLst>
                  <a:ext uri="{FF2B5EF4-FFF2-40B4-BE49-F238E27FC236}">
                    <a16:creationId xmlns:a16="http://schemas.microsoft.com/office/drawing/2014/main" id="{0FD99C5F-3C3D-F66B-2E29-F2A9F31A3905}"/>
                  </a:ext>
                </a:extLst>
              </p:cNvPr>
              <p:cNvSpPr txBox="1"/>
              <p:nvPr/>
            </p:nvSpPr>
            <p:spPr>
              <a:xfrm>
                <a:off x="7557772" y="1089446"/>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chemeClr val="bg1"/>
                          </a:solidFill>
                          <a:latin typeface="Cambria Math" panose="02040503050406030204" pitchFamily="18" charset="0"/>
                        </a:rPr>
                        <m:t>=</m:t>
                      </m:r>
                      <m:f>
                        <m:fPr>
                          <m:ctrlPr>
                            <a:rPr lang="en-US" sz="2500" b="1" i="1" smtClean="0">
                              <a:solidFill>
                                <a:schemeClr val="bg1"/>
                              </a:solidFill>
                              <a:latin typeface="Cambria Math" panose="02040503050406030204" pitchFamily="18" charset="0"/>
                            </a:rPr>
                          </m:ctrlPr>
                        </m:fPr>
                        <m:num>
                          <m:nary>
                            <m:naryPr>
                              <m:chr m:val="∑"/>
                              <m:limLoc m:val="undOvr"/>
                              <m:supHide m:val="on"/>
                              <m:ctrlPr>
                                <a:rPr lang="en-US" sz="2500" b="1" i="1" smtClean="0">
                                  <a:solidFill>
                                    <a:schemeClr val="bg1"/>
                                  </a:solidFill>
                                  <a:latin typeface="Cambria Math" panose="02040503050406030204" pitchFamily="18" charset="0"/>
                                </a:rPr>
                              </m:ctrlPr>
                            </m:naryPr>
                            <m:sub>
                              <m:r>
                                <a:rPr lang="en-US" sz="2500" b="1" i="1" smtClean="0">
                                  <a:solidFill>
                                    <a:schemeClr val="bg1"/>
                                  </a:solidFill>
                                  <a:latin typeface="Cambria Math" panose="02040503050406030204" pitchFamily="18" charset="0"/>
                                </a:rPr>
                                <m:t>𝒊</m:t>
                              </m:r>
                            </m:sub>
                            <m:sup/>
                            <m:e>
                              <m:sSubSup>
                                <m:sSubSupPr>
                                  <m:ctrlPr>
                                    <a:rPr lang="en-US" sz="2500" b="1" i="1" smtClean="0">
                                      <a:solidFill>
                                        <a:schemeClr val="bg1"/>
                                      </a:solidFill>
                                      <a:latin typeface="Cambria Math" panose="02040503050406030204" pitchFamily="18" charset="0"/>
                                    </a:rPr>
                                  </m:ctrlPr>
                                </m:sSubSupPr>
                                <m:e>
                                  <m:r>
                                    <a:rPr lang="en-US" sz="2500" b="1" i="1" smtClean="0">
                                      <a:solidFill>
                                        <a:schemeClr val="bg1"/>
                                      </a:solidFill>
                                      <a:latin typeface="Cambria Math" panose="02040503050406030204" pitchFamily="18" charset="0"/>
                                    </a:rPr>
                                    <m:t>𝒘</m:t>
                                  </m:r>
                                </m:e>
                                <m:sub>
                                  <m:r>
                                    <a:rPr lang="en-US" sz="2500" b="1" i="1" smtClean="0">
                                      <a:solidFill>
                                        <a:schemeClr val="bg1"/>
                                      </a:solidFill>
                                      <a:latin typeface="Cambria Math" panose="02040503050406030204" pitchFamily="18" charset="0"/>
                                    </a:rPr>
                                    <m:t>𝒊</m:t>
                                  </m:r>
                                </m:sub>
                                <m:sup>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e>
                                  </m:d>
                                </m:sup>
                              </m:sSubSup>
                            </m:e>
                          </m:nary>
                          <m:r>
                            <a:rPr lang="en-US" sz="2500" b="1" i="1" smtClean="0">
                              <a:solidFill>
                                <a:schemeClr val="bg1"/>
                              </a:solidFill>
                              <a:latin typeface="Cambria Math" panose="02040503050406030204" pitchFamily="18" charset="0"/>
                            </a:rPr>
                            <m:t>⋅</m:t>
                          </m:r>
                          <m:d>
                            <m:dPr>
                              <m:begChr m:val="["/>
                              <m:endChr m:val="]"/>
                              <m:ctrlPr>
                                <a:rPr lang="en-US" sz="2500" b="1" i="1" smtClean="0">
                                  <a:solidFill>
                                    <a:schemeClr val="accent6">
                                      <a:lumMod val="40000"/>
                                      <a:lumOff val="60000"/>
                                    </a:schemeClr>
                                  </a:solidFill>
                                  <a:latin typeface="Cambria Math" panose="02040503050406030204" pitchFamily="18" charset="0"/>
                                </a:rPr>
                              </m:ctrlPr>
                            </m:dPr>
                            <m:e>
                              <m:r>
                                <a:rPr lang="en-US" sz="2500" b="1" i="1" smtClean="0">
                                  <a:solidFill>
                                    <a:schemeClr val="accent6">
                                      <a:lumMod val="40000"/>
                                      <a:lumOff val="60000"/>
                                    </a:schemeClr>
                                  </a:solidFill>
                                  <a:latin typeface="Cambria Math" panose="02040503050406030204" pitchFamily="18" charset="0"/>
                                </a:rPr>
                                <m:t>𝒉</m:t>
                              </m:r>
                              <m:d>
                                <m:dPr>
                                  <m:ctrlPr>
                                    <a:rPr lang="en-US" sz="2500" b="1" i="1" smtClean="0">
                                      <a:solidFill>
                                        <a:schemeClr val="accent6">
                                          <a:lumMod val="40000"/>
                                          <a:lumOff val="60000"/>
                                        </a:schemeClr>
                                      </a:solidFill>
                                      <a:latin typeface="Cambria Math" panose="02040503050406030204" pitchFamily="18" charset="0"/>
                                    </a:rPr>
                                  </m:ctrlPr>
                                </m:dPr>
                                <m:e>
                                  <m:r>
                                    <a:rPr lang="en-US" sz="2500" b="1" i="1" smtClean="0">
                                      <a:solidFill>
                                        <a:schemeClr val="accent6">
                                          <a:lumMod val="40000"/>
                                          <a:lumOff val="60000"/>
                                        </a:schemeClr>
                                      </a:solidFill>
                                      <a:latin typeface="Cambria Math" panose="02040503050406030204" pitchFamily="18" charset="0"/>
                                    </a:rPr>
                                    <m:t>𝒗</m:t>
                                  </m:r>
                                  <m:d>
                                    <m:dPr>
                                      <m:ctrlPr>
                                        <a:rPr lang="en-US" sz="2500" b="1" i="1" smtClean="0">
                                          <a:solidFill>
                                            <a:schemeClr val="accent6">
                                              <a:lumMod val="40000"/>
                                              <a:lumOff val="60000"/>
                                            </a:schemeClr>
                                          </a:solidFill>
                                          <a:latin typeface="Cambria Math" panose="02040503050406030204" pitchFamily="18" charset="0"/>
                                        </a:rPr>
                                      </m:ctrlPr>
                                    </m:dPr>
                                    <m:e>
                                      <m:sSub>
                                        <m:sSubPr>
                                          <m:ctrlPr>
                                            <a:rPr lang="en-US" sz="2500" b="1" i="1" smtClean="0">
                                              <a:solidFill>
                                                <a:schemeClr val="accent6">
                                                  <a:lumMod val="40000"/>
                                                  <a:lumOff val="60000"/>
                                                </a:schemeClr>
                                              </a:solidFill>
                                              <a:latin typeface="Cambria Math" panose="02040503050406030204" pitchFamily="18" charset="0"/>
                                            </a:rPr>
                                          </m:ctrlPr>
                                        </m:sSubPr>
                                        <m:e>
                                          <m:r>
                                            <a:rPr lang="en-US" sz="2500" b="1" i="1" smtClean="0">
                                              <a:solidFill>
                                                <a:schemeClr val="accent6">
                                                  <a:lumMod val="40000"/>
                                                  <a:lumOff val="60000"/>
                                                </a:schemeClr>
                                              </a:solidFill>
                                              <a:latin typeface="Cambria Math" panose="02040503050406030204" pitchFamily="18" charset="0"/>
                                            </a:rPr>
                                            <m:t>𝒙</m:t>
                                          </m:r>
                                        </m:e>
                                        <m:sub>
                                          <m:r>
                                            <a:rPr lang="en-US" sz="2500" b="1" i="1" smtClean="0">
                                              <a:solidFill>
                                                <a:schemeClr val="accent6">
                                                  <a:lumMod val="40000"/>
                                                  <a:lumOff val="60000"/>
                                                </a:schemeClr>
                                              </a:solidFill>
                                              <a:latin typeface="Cambria Math" panose="02040503050406030204" pitchFamily="18" charset="0"/>
                                            </a:rPr>
                                            <m:t>𝒊</m:t>
                                          </m:r>
                                        </m:sub>
                                      </m:sSub>
                                    </m:e>
                                  </m:d>
                                </m:e>
                              </m:d>
                              <m:r>
                                <a:rPr lang="en-US" sz="2500" b="1" i="1" smtClean="0">
                                  <a:solidFill>
                                    <a:schemeClr val="accent6">
                                      <a:lumMod val="40000"/>
                                      <a:lumOff val="60000"/>
                                    </a:schemeClr>
                                  </a:solidFill>
                                  <a:latin typeface="Cambria Math" panose="02040503050406030204" pitchFamily="18" charset="0"/>
                                </a:rPr>
                                <m:t>–</m:t>
                              </m:r>
                              <m:r>
                                <a:rPr lang="en-US" sz="2500" b="1" i="1" smtClean="0">
                                  <a:solidFill>
                                    <a:schemeClr val="accent6">
                                      <a:lumMod val="40000"/>
                                      <a:lumOff val="60000"/>
                                    </a:schemeClr>
                                  </a:solidFill>
                                  <a:latin typeface="Cambria Math" panose="02040503050406030204" pitchFamily="18" charset="0"/>
                                </a:rPr>
                                <m:t>𝒉</m:t>
                              </m:r>
                              <m:d>
                                <m:dPr>
                                  <m:ctrlPr>
                                    <a:rPr lang="en-US" sz="2500" b="1" i="1" smtClean="0">
                                      <a:solidFill>
                                        <a:schemeClr val="accent6">
                                          <a:lumMod val="40000"/>
                                          <a:lumOff val="60000"/>
                                        </a:schemeClr>
                                      </a:solidFill>
                                      <a:latin typeface="Cambria Math" panose="02040503050406030204" pitchFamily="18" charset="0"/>
                                    </a:rPr>
                                  </m:ctrlPr>
                                </m:dPr>
                                <m:e>
                                  <m:sSub>
                                    <m:sSubPr>
                                      <m:ctrlPr>
                                        <a:rPr lang="en-US" sz="2500" b="1" i="1" smtClean="0">
                                          <a:solidFill>
                                            <a:schemeClr val="accent6">
                                              <a:lumMod val="40000"/>
                                              <a:lumOff val="60000"/>
                                            </a:schemeClr>
                                          </a:solidFill>
                                          <a:latin typeface="Cambria Math" panose="02040503050406030204" pitchFamily="18" charset="0"/>
                                        </a:rPr>
                                      </m:ctrlPr>
                                    </m:sSubPr>
                                    <m:e>
                                      <m:r>
                                        <a:rPr lang="en-US" sz="2500" b="1" i="1" smtClean="0">
                                          <a:solidFill>
                                            <a:schemeClr val="accent6">
                                              <a:lumMod val="40000"/>
                                              <a:lumOff val="60000"/>
                                            </a:schemeClr>
                                          </a:solidFill>
                                          <a:latin typeface="Cambria Math" panose="02040503050406030204" pitchFamily="18" charset="0"/>
                                        </a:rPr>
                                        <m:t>𝒙</m:t>
                                      </m:r>
                                    </m:e>
                                    <m:sub>
                                      <m:r>
                                        <a:rPr lang="en-US" sz="2500" b="1" i="1" smtClean="0">
                                          <a:solidFill>
                                            <a:schemeClr val="accent6">
                                              <a:lumMod val="40000"/>
                                              <a:lumOff val="60000"/>
                                            </a:schemeClr>
                                          </a:solidFill>
                                          <a:latin typeface="Cambria Math" panose="02040503050406030204" pitchFamily="18" charset="0"/>
                                        </a:rPr>
                                        <m:t>𝒊</m:t>
                                      </m:r>
                                    </m:sub>
                                  </m:sSub>
                                </m:e>
                              </m:d>
                            </m:e>
                          </m:d>
                        </m:num>
                        <m:den>
                          <m:nary>
                            <m:naryPr>
                              <m:chr m:val="∑"/>
                              <m:limLoc m:val="undOvr"/>
                              <m:supHide m:val="on"/>
                              <m:ctrlPr>
                                <a:rPr lang="en-US" sz="2500" b="1" i="1" smtClean="0">
                                  <a:solidFill>
                                    <a:schemeClr val="bg1"/>
                                  </a:solidFill>
                                  <a:latin typeface="Cambria Math" panose="02040503050406030204" pitchFamily="18" charset="0"/>
                                </a:rPr>
                              </m:ctrlPr>
                            </m:naryPr>
                            <m:sub>
                              <m:r>
                                <a:rPr lang="en-US" sz="2500" b="1" i="1" smtClean="0">
                                  <a:solidFill>
                                    <a:schemeClr val="bg1"/>
                                  </a:solidFill>
                                  <a:latin typeface="Cambria Math" panose="02040503050406030204" pitchFamily="18" charset="0"/>
                                </a:rPr>
                                <m:t>𝒊</m:t>
                              </m:r>
                            </m:sub>
                            <m:sup/>
                            <m:e>
                              <m:sSubSup>
                                <m:sSubSupPr>
                                  <m:ctrlPr>
                                    <a:rPr lang="en-US" sz="2500" b="1" i="1" smtClean="0">
                                      <a:solidFill>
                                        <a:schemeClr val="bg1"/>
                                      </a:solidFill>
                                      <a:latin typeface="Cambria Math" panose="02040503050406030204" pitchFamily="18" charset="0"/>
                                    </a:rPr>
                                  </m:ctrlPr>
                                </m:sSubSupPr>
                                <m:e>
                                  <m:r>
                                    <a:rPr lang="en-US" sz="2500" b="1" i="1" smtClean="0">
                                      <a:solidFill>
                                        <a:schemeClr val="bg1"/>
                                      </a:solidFill>
                                      <a:latin typeface="Cambria Math" panose="02040503050406030204" pitchFamily="18" charset="0"/>
                                    </a:rPr>
                                    <m:t>𝒘</m:t>
                                  </m:r>
                                </m:e>
                                <m:sub>
                                  <m:r>
                                    <a:rPr lang="en-US" sz="2500" b="1" i="1" smtClean="0">
                                      <a:solidFill>
                                        <a:schemeClr val="bg1"/>
                                      </a:solidFill>
                                      <a:latin typeface="Cambria Math" panose="02040503050406030204" pitchFamily="18" charset="0"/>
                                    </a:rPr>
                                    <m:t>𝒊</m:t>
                                  </m:r>
                                </m:sub>
                                <m:sup>
                                  <m:d>
                                    <m:dPr>
                                      <m:ctrlPr>
                                        <a:rPr lang="en-US" sz="2500" b="1" i="1" smtClean="0">
                                          <a:solidFill>
                                            <a:schemeClr val="bg1"/>
                                          </a:solidFill>
                                          <a:latin typeface="Cambria Math" panose="02040503050406030204" pitchFamily="18" charset="0"/>
                                        </a:rPr>
                                      </m:ctrlPr>
                                    </m:dPr>
                                    <m:e>
                                      <m:r>
                                        <a:rPr lang="en-US" sz="2500" b="1" i="1" smtClean="0">
                                          <a:solidFill>
                                            <a:schemeClr val="bg1"/>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223" name="Textfeld 9875">
                <a:extLst>
                  <a:ext uri="{FF2B5EF4-FFF2-40B4-BE49-F238E27FC236}">
                    <a16:creationId xmlns:a16="http://schemas.microsoft.com/office/drawing/2014/main" id="{0FD99C5F-3C3D-F66B-2E29-F2A9F31A3905}"/>
                  </a:ext>
                </a:extLst>
              </p:cNvPr>
              <p:cNvSpPr txBox="1">
                <a:spLocks noRot="1" noChangeAspect="1" noMove="1" noResize="1" noEditPoints="1" noAdjustHandles="1" noChangeArrowheads="1" noChangeShapeType="1" noTextEdit="1"/>
              </p:cNvSpPr>
              <p:nvPr/>
            </p:nvSpPr>
            <p:spPr>
              <a:xfrm>
                <a:off x="7557772" y="1089446"/>
                <a:ext cx="4464190" cy="1126975"/>
              </a:xfrm>
              <a:prstGeom prst="rect">
                <a:avLst/>
              </a:prstGeom>
              <a:blipFill>
                <a:blip r:embed="rId4"/>
                <a:stretch>
                  <a:fillRect t="-45556" b="-81111"/>
                </a:stretch>
              </a:blipFill>
            </p:spPr>
            <p:txBody>
              <a:bodyPr/>
              <a:lstStyle/>
              <a:p>
                <a:r>
                  <a:rPr lang="en-DE">
                    <a:noFill/>
                  </a:rPr>
                  <a:t> </a:t>
                </a:r>
              </a:p>
            </p:txBody>
          </p:sp>
        </mc:Fallback>
      </mc:AlternateContent>
      <p:sp>
        <p:nvSpPr>
          <p:cNvPr id="224" name="Rectangle 223">
            <a:extLst>
              <a:ext uri="{FF2B5EF4-FFF2-40B4-BE49-F238E27FC236}">
                <a16:creationId xmlns:a16="http://schemas.microsoft.com/office/drawing/2014/main" id="{E519C414-1D85-7118-8762-0C4B25D37EF1}"/>
              </a:ext>
            </a:extLst>
          </p:cNvPr>
          <p:cNvSpPr/>
          <p:nvPr/>
        </p:nvSpPr>
        <p:spPr>
          <a:xfrm>
            <a:off x="3174419" y="3711893"/>
            <a:ext cx="1557498" cy="257211"/>
          </a:xfrm>
          <a:prstGeom prst="rect">
            <a:avLst/>
          </a:prstGeom>
          <a:noFill/>
          <a:ln w="31750">
            <a:solidFill>
              <a:schemeClr val="accent6">
                <a:lumMod val="40000"/>
                <a:lumOff val="60000"/>
              </a:schemeClr>
            </a:solidFill>
            <a:prstDash val="sysDash"/>
            <a:extLst>
              <a:ext uri="{C807C97D-BFC1-408E-A445-0C87EB9F89A2}">
                <ask:lineSketchStyleProps xmlns:ask="http://schemas.microsoft.com/office/drawing/2018/sketchyshapes" sd="2650216993">
                  <a:custGeom>
                    <a:avLst/>
                    <a:gdLst>
                      <a:gd name="csX0" fmla="*/ 0 w 1435714"/>
                      <a:gd name="csY0" fmla="*/ 0 h 257211"/>
                      <a:gd name="csX1" fmla="*/ 1435714 w 1435714"/>
                      <a:gd name="csY1" fmla="*/ 0 h 257211"/>
                      <a:gd name="csX2" fmla="*/ 1435714 w 1435714"/>
                      <a:gd name="csY2" fmla="*/ 257211 h 257211"/>
                      <a:gd name="csX3" fmla="*/ 0 w 1435714"/>
                      <a:gd name="csY3" fmla="*/ 257211 h 257211"/>
                      <a:gd name="csX4" fmla="*/ 0 w 1435714"/>
                      <a:gd name="csY4" fmla="*/ 0 h 257211"/>
                    </a:gdLst>
                    <a:ahLst/>
                    <a:cxnLst>
                      <a:cxn ang="0">
                        <a:pos x="csX0" y="csY0"/>
                      </a:cxn>
                      <a:cxn ang="0">
                        <a:pos x="csX1" y="csY1"/>
                      </a:cxn>
                      <a:cxn ang="0">
                        <a:pos x="csX2" y="csY2"/>
                      </a:cxn>
                      <a:cxn ang="0">
                        <a:pos x="csX3" y="csY3"/>
                      </a:cxn>
                      <a:cxn ang="0">
                        <a:pos x="csX4" y="csY4"/>
                      </a:cxn>
                    </a:cxnLst>
                    <a:rect l="l" t="t" r="r" b="b"/>
                    <a:pathLst>
                      <a:path w="1435714" h="257211" extrusionOk="0">
                        <a:moveTo>
                          <a:pt x="0" y="0"/>
                        </a:moveTo>
                        <a:cubicBezTo>
                          <a:pt x="185296" y="62303"/>
                          <a:pt x="1127056" y="-89059"/>
                          <a:pt x="1435714" y="0"/>
                        </a:cubicBezTo>
                        <a:cubicBezTo>
                          <a:pt x="1437914" y="30297"/>
                          <a:pt x="1434120" y="132925"/>
                          <a:pt x="1435714" y="257211"/>
                        </a:cubicBezTo>
                        <a:cubicBezTo>
                          <a:pt x="836136" y="307862"/>
                          <a:pt x="404996" y="293512"/>
                          <a:pt x="0" y="257211"/>
                        </a:cubicBezTo>
                        <a:cubicBezTo>
                          <a:pt x="-21284" y="180712"/>
                          <a:pt x="16489" y="33024"/>
                          <a:pt x="0" y="0"/>
                        </a:cubicBezTo>
                        <a:close/>
                      </a:path>
                    </a:pathLst>
                  </a:custGeom>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cxnSp>
        <p:nvCxnSpPr>
          <p:cNvPr id="225" name="!!Curved Connector 7">
            <a:extLst>
              <a:ext uri="{FF2B5EF4-FFF2-40B4-BE49-F238E27FC236}">
                <a16:creationId xmlns:a16="http://schemas.microsoft.com/office/drawing/2014/main" id="{CDE7C970-7972-ABAF-93D5-30EA1CDDBE72}"/>
              </a:ext>
            </a:extLst>
          </p:cNvPr>
          <p:cNvCxnSpPr>
            <a:cxnSpLocks/>
          </p:cNvCxnSpPr>
          <p:nvPr/>
        </p:nvCxnSpPr>
        <p:spPr>
          <a:xfrm rot="5400000">
            <a:off x="6860895" y="2811274"/>
            <a:ext cx="1801239" cy="1"/>
          </a:xfrm>
          <a:prstGeom prst="curvedConnector3">
            <a:avLst>
              <a:gd name="adj1" fmla="val 50000"/>
            </a:avLst>
          </a:prstGeom>
          <a:ln w="31750">
            <a:solidFill>
              <a:schemeClr val="accent6">
                <a:lumMod val="40000"/>
                <a:lumOff val="60000"/>
              </a:schemeClr>
            </a:solidFill>
            <a:tailEnd type="triangle"/>
          </a:ln>
        </p:spPr>
        <p:style>
          <a:lnRef idx="2">
            <a:schemeClr val="accent1"/>
          </a:lnRef>
          <a:fillRef idx="0">
            <a:schemeClr val="accent1"/>
          </a:fillRef>
          <a:effectRef idx="1">
            <a:schemeClr val="accent1"/>
          </a:effectRef>
          <a:fontRef idx="minor">
            <a:schemeClr val="tx1"/>
          </a:fontRef>
        </p:style>
      </p:cxnSp>
      <mc:AlternateContent xmlns:mc="http://schemas.openxmlformats.org/markup-compatibility/2006" xmlns:a14="http://schemas.microsoft.com/office/drawing/2010/main">
        <mc:Choice Requires="a14">
          <p:sp>
            <p:nvSpPr>
              <p:cNvPr id="234" name="Textfeld 9875">
                <a:extLst>
                  <a:ext uri="{FF2B5EF4-FFF2-40B4-BE49-F238E27FC236}">
                    <a16:creationId xmlns:a16="http://schemas.microsoft.com/office/drawing/2014/main" id="{D8F6584D-6035-A042-31FC-B1497FF27FA3}"/>
                  </a:ext>
                </a:extLst>
              </p:cNvPr>
              <p:cNvSpPr txBox="1"/>
              <p:nvPr/>
            </p:nvSpPr>
            <p:spPr>
              <a:xfrm>
                <a:off x="4612174" y="3620335"/>
                <a:ext cx="3458552" cy="439736"/>
              </a:xfrm>
              <a:prstGeom prst="rect">
                <a:avLst/>
              </a:prstGeom>
              <a:noFill/>
            </p:spPr>
            <p:txBody>
              <a:bodyPr wrap="square" rtlCol="0">
                <a:spAutoFit/>
              </a:bodyPr>
              <a:lstStyle/>
              <a:p>
                <a:pPr algn="ctr"/>
                <a14:m>
                  <m:oMath xmlns:m="http://schemas.openxmlformats.org/officeDocument/2006/math">
                    <m:r>
                      <a:rPr lang="en-US" sz="2000" b="1" i="1">
                        <a:solidFill>
                          <a:schemeClr val="bg1"/>
                        </a:solidFill>
                        <a:latin typeface="Cambria Math" panose="02040503050406030204" pitchFamily="18" charset="0"/>
                      </a:rPr>
                      <m:t>𝒉</m:t>
                    </m:r>
                    <m:d>
                      <m:dPr>
                        <m:ctrlPr>
                          <a:rPr lang="en-US" sz="2000" b="1" i="1">
                            <a:solidFill>
                              <a:schemeClr val="bg1"/>
                            </a:solidFill>
                            <a:latin typeface="Cambria Math" panose="02040503050406030204" pitchFamily="18" charset="0"/>
                          </a:rPr>
                        </m:ctrlPr>
                      </m:dPr>
                      <m:e>
                        <m:r>
                          <a:rPr lang="en-US" sz="2000" b="1" i="1">
                            <a:solidFill>
                              <a:schemeClr val="bg1"/>
                            </a:solidFill>
                            <a:latin typeface="Cambria Math" panose="02040503050406030204" pitchFamily="18" charset="0"/>
                          </a:rPr>
                          <m:t>𝒗</m:t>
                        </m:r>
                        <m:d>
                          <m:dPr>
                            <m:ctrlPr>
                              <a:rPr lang="en-US" sz="2000" b="1" i="1">
                                <a:solidFill>
                                  <a:schemeClr val="bg1"/>
                                </a:solidFill>
                                <a:latin typeface="Cambria Math" panose="02040503050406030204" pitchFamily="18" charset="0"/>
                              </a:rPr>
                            </m:ctrlPr>
                          </m:dPr>
                          <m:e>
                            <m:sSub>
                              <m:sSubPr>
                                <m:ctrlPr>
                                  <a:rPr lang="en-US" sz="2000" b="1" i="1">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𝒙</m:t>
                                </m:r>
                              </m:e>
                              <m:sub>
                                <m:r>
                                  <a:rPr lang="en-US" sz="2000" b="1" i="1">
                                    <a:solidFill>
                                      <a:schemeClr val="bg1"/>
                                    </a:solidFill>
                                    <a:latin typeface="Cambria Math" panose="02040503050406030204" pitchFamily="18" charset="0"/>
                                  </a:rPr>
                                  <m:t>𝒊</m:t>
                                </m:r>
                              </m:sub>
                            </m:sSub>
                          </m:e>
                        </m:d>
                      </m:e>
                    </m:d>
                  </m:oMath>
                </a14:m>
                <a:r>
                  <a:rPr lang="en-US" sz="2000" b="1" dirty="0">
                    <a:solidFill>
                      <a:schemeClr val="bg1"/>
                    </a:solidFill>
                  </a:rPr>
                  <a:t> = </a:t>
                </a:r>
                <a14:m>
                  <m:oMath xmlns:m="http://schemas.openxmlformats.org/officeDocument/2006/math">
                    <m:r>
                      <a:rPr lang="en-US" sz="2000" b="1" i="1">
                        <a:solidFill>
                          <a:schemeClr val="bg1"/>
                        </a:solidFill>
                        <a:latin typeface="Cambria Math" panose="02040503050406030204" pitchFamily="18" charset="0"/>
                      </a:rPr>
                      <m:t>𝒉</m:t>
                    </m:r>
                    <m:d>
                      <m:dPr>
                        <m:ctrlPr>
                          <a:rPr lang="en-US" sz="2000" b="1" i="1">
                            <a:solidFill>
                              <a:schemeClr val="bg1"/>
                            </a:solidFill>
                            <a:latin typeface="Cambria Math" panose="02040503050406030204" pitchFamily="18" charset="0"/>
                          </a:rPr>
                        </m:ctrlPr>
                      </m:dPr>
                      <m:e>
                        <m:r>
                          <a:rPr lang="en-US" sz="2000" b="1" i="1">
                            <a:solidFill>
                              <a:schemeClr val="bg1"/>
                            </a:solidFill>
                            <a:latin typeface="Cambria Math" panose="02040503050406030204" pitchFamily="18" charset="0"/>
                          </a:rPr>
                          <m:t>𝒗</m:t>
                        </m:r>
                        <m:d>
                          <m:dPr>
                            <m:ctrlPr>
                              <a:rPr lang="en-US" sz="2000" b="1" i="1">
                                <a:solidFill>
                                  <a:schemeClr val="bg1"/>
                                </a:solidFill>
                                <a:latin typeface="Cambria Math" panose="02040503050406030204" pitchFamily="18" charset="0"/>
                              </a:rPr>
                            </m:ctrlPr>
                          </m:dPr>
                          <m:e>
                            <m:sSub>
                              <m:sSubPr>
                                <m:ctrlPr>
                                  <a:rPr lang="en-US" sz="2000" b="1" i="1">
                                    <a:solidFill>
                                      <a:schemeClr val="bg1"/>
                                    </a:solidFill>
                                    <a:latin typeface="Cambria Math" panose="02040503050406030204" pitchFamily="18" charset="0"/>
                                  </a:rPr>
                                </m:ctrlPr>
                              </m:sSubPr>
                              <m:e>
                                <m:r>
                                  <a:rPr lang="en-US" sz="2000" b="1" i="1">
                                    <a:solidFill>
                                      <a:schemeClr val="bg1"/>
                                    </a:solidFill>
                                    <a:latin typeface="Cambria Math" panose="02040503050406030204" pitchFamily="18" charset="0"/>
                                  </a:rPr>
                                  <m:t>𝒙</m:t>
                                </m:r>
                              </m:e>
                              <m:sub>
                                <m:r>
                                  <a:rPr lang="en-US" sz="2000" b="1" i="1">
                                    <a:solidFill>
                                      <a:schemeClr val="bg1"/>
                                    </a:solidFill>
                                    <a:latin typeface="Cambria Math" panose="02040503050406030204" pitchFamily="18" charset="0"/>
                                  </a:rPr>
                                  <m:t>𝒊</m:t>
                                </m:r>
                              </m:sub>
                            </m:sSub>
                          </m:e>
                        </m:d>
                      </m:e>
                    </m:d>
                    <m:r>
                      <a:rPr lang="en-US" sz="2000" b="1" i="1" smtClean="0">
                        <a:solidFill>
                          <a:schemeClr val="bg1"/>
                        </a:solidFill>
                        <a:latin typeface="Cambria Math" panose="02040503050406030204" pitchFamily="18" charset="0"/>
                      </a:rPr>
                      <m:t>+</m:t>
                    </m:r>
                  </m:oMath>
                </a14:m>
                <a:r>
                  <a:rPr lang="en-US" sz="2000" b="1" dirty="0">
                    <a:solidFill>
                      <a:schemeClr val="bg1"/>
                    </a:solidFill>
                  </a:rPr>
                  <a:t> </a:t>
                </a:r>
                <a14:m>
                  <m:oMath xmlns:m="http://schemas.openxmlformats.org/officeDocument/2006/math">
                    <m:r>
                      <a:rPr lang="en-US" sz="2000" b="1" i="1" smtClean="0">
                        <a:solidFill>
                          <a:schemeClr val="accent2">
                            <a:lumMod val="60000"/>
                            <a:lumOff val="40000"/>
                          </a:schemeClr>
                        </a:solidFill>
                        <a:latin typeface="Cambria Math" panose="02040503050406030204" pitchFamily="18" charset="0"/>
                      </a:rPr>
                      <m:t>𝛼</m:t>
                    </m:r>
                    <m:r>
                      <a:rPr lang="en-US" sz="2000" b="1" i="1" smtClean="0">
                        <a:solidFill>
                          <a:schemeClr val="bg1"/>
                        </a:solidFill>
                        <a:latin typeface="Cambria Math" panose="02040503050406030204" pitchFamily="18" charset="0"/>
                      </a:rPr>
                      <m:t>⋅</m:t>
                    </m:r>
                    <m:r>
                      <a:rPr lang="en-US" sz="2000" b="1" i="1" smtClean="0">
                        <a:solidFill>
                          <a:schemeClr val="accent6">
                            <a:lumMod val="40000"/>
                            <a:lumOff val="60000"/>
                          </a:schemeClr>
                        </a:solidFill>
                        <a:latin typeface="Cambria Math" panose="02040503050406030204" pitchFamily="18" charset="0"/>
                      </a:rPr>
                      <m:t>𝑠</m:t>
                    </m:r>
                  </m:oMath>
                </a14:m>
                <a:endParaRPr lang="en-US" sz="2000" b="1" i="1" dirty="0">
                  <a:solidFill>
                    <a:schemeClr val="accent6">
                      <a:lumMod val="40000"/>
                      <a:lumOff val="60000"/>
                    </a:schemeClr>
                  </a:solidFill>
                  <a:latin typeface="Arial" panose="020B0604020202020204" pitchFamily="34" charset="0"/>
                </a:endParaRPr>
              </a:p>
            </p:txBody>
          </p:sp>
        </mc:Choice>
        <mc:Fallback xmlns="">
          <p:sp>
            <p:nvSpPr>
              <p:cNvPr id="234" name="Textfeld 9875">
                <a:extLst>
                  <a:ext uri="{FF2B5EF4-FFF2-40B4-BE49-F238E27FC236}">
                    <a16:creationId xmlns:a16="http://schemas.microsoft.com/office/drawing/2014/main" id="{D8F6584D-6035-A042-31FC-B1497FF27FA3}"/>
                  </a:ext>
                </a:extLst>
              </p:cNvPr>
              <p:cNvSpPr txBox="1">
                <a:spLocks noRot="1" noChangeAspect="1" noMove="1" noResize="1" noEditPoints="1" noAdjustHandles="1" noChangeArrowheads="1" noChangeShapeType="1" noTextEdit="1"/>
              </p:cNvSpPr>
              <p:nvPr/>
            </p:nvSpPr>
            <p:spPr>
              <a:xfrm>
                <a:off x="4612174" y="3620335"/>
                <a:ext cx="3458552" cy="439736"/>
              </a:xfrm>
              <a:prstGeom prst="rect">
                <a:avLst/>
              </a:prstGeom>
              <a:blipFill>
                <a:blip r:embed="rId5"/>
                <a:stretch>
                  <a:fillRect b="-22857"/>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236" name="TextBox 235">
                <a:extLst>
                  <a:ext uri="{FF2B5EF4-FFF2-40B4-BE49-F238E27FC236}">
                    <a16:creationId xmlns:a16="http://schemas.microsoft.com/office/drawing/2014/main" id="{CD221E24-2A5E-6E0B-3C7B-4139CE3FE243}"/>
                  </a:ext>
                </a:extLst>
              </p:cNvPr>
              <p:cNvSpPr txBox="1"/>
              <p:nvPr/>
            </p:nvSpPr>
            <p:spPr>
              <a:xfrm>
                <a:off x="7846999" y="4533103"/>
                <a:ext cx="1780080" cy="400110"/>
              </a:xfrm>
              <a:prstGeom prst="rect">
                <a:avLst/>
              </a:prstGeom>
              <a:noFill/>
            </p:spPr>
            <p:txBody>
              <a:bodyPr wrap="square">
                <a:spAutoFit/>
              </a:bodyPr>
              <a:lstStyle/>
              <a:p>
                <a:pPr/>
                <a14:m>
                  <m:oMathPara xmlns:m="http://schemas.openxmlformats.org/officeDocument/2006/math">
                    <m:oMath>
                      <m:r>
                        <a:rPr lang="en-US" sz="2000" b="1" i="1" smtClean="0">
                          <a:solidFill>
                            <a:schemeClr val="accent2">
                              <a:lumMod val="60000"/>
                              <a:lumOff val="40000"/>
                            </a:schemeClr>
                          </a:solidFill>
                          <a:latin typeface="Cambria Math" panose="02040503050406030204" pitchFamily="18" charset="0"/>
                        </a:rPr>
                        <m:t>𝛼</m:t>
                      </m:r>
                      <m:r>
                        <a:rPr lang="en-US" sz="2000" b="1" i="1" smtClean="0">
                          <a:solidFill>
                            <a:schemeClr val="accent2">
                              <a:lumMod val="60000"/>
                              <a:lumOff val="40000"/>
                            </a:schemeClr>
                          </a:solidFill>
                          <a:latin typeface="Cambria Math" panose="02040503050406030204" pitchFamily="18" charset="0"/>
                        </a:rPr>
                        <m:t>∈</m:t>
                      </m:r>
                      <m:d>
                        <m:dPr>
                          <m:begChr m:val="["/>
                          <m:endChr m:val="]"/>
                          <m:ctrlPr>
                            <a:rPr lang="en-US" sz="2000" b="1" i="1" smtClean="0">
                              <a:solidFill>
                                <a:schemeClr val="accent2">
                                  <a:lumMod val="60000"/>
                                  <a:lumOff val="40000"/>
                                </a:schemeClr>
                              </a:solidFill>
                              <a:latin typeface="Cambria Math" panose="02040503050406030204" pitchFamily="18" charset="0"/>
                            </a:rPr>
                          </m:ctrlPr>
                        </m:dPr>
                        <m:e>
                          <m:r>
                            <a:rPr lang="en-US" sz="2000" b="1" i="1" smtClean="0">
                              <a:solidFill>
                                <a:schemeClr val="accent2">
                                  <a:lumMod val="60000"/>
                                  <a:lumOff val="40000"/>
                                </a:schemeClr>
                              </a:solidFill>
                              <a:latin typeface="Cambria Math" panose="02040503050406030204" pitchFamily="18" charset="0"/>
                            </a:rPr>
                            <m:t>−5,…,5</m:t>
                          </m:r>
                        </m:e>
                      </m:d>
                    </m:oMath>
                  </m:oMathPara>
                </a14:m>
                <a:endParaRPr lang="en-US" sz="2000" b="1" dirty="0">
                  <a:solidFill>
                    <a:schemeClr val="accent2">
                      <a:lumMod val="60000"/>
                      <a:lumOff val="40000"/>
                    </a:schemeClr>
                  </a:solidFill>
                </a:endParaRPr>
              </a:p>
            </p:txBody>
          </p:sp>
        </mc:Choice>
        <mc:Fallback xmlns="">
          <p:sp>
            <p:nvSpPr>
              <p:cNvPr id="236" name="TextBox 235">
                <a:extLst>
                  <a:ext uri="{FF2B5EF4-FFF2-40B4-BE49-F238E27FC236}">
                    <a16:creationId xmlns:a16="http://schemas.microsoft.com/office/drawing/2014/main" id="{CD221E24-2A5E-6E0B-3C7B-4139CE3FE243}"/>
                  </a:ext>
                </a:extLst>
              </p:cNvPr>
              <p:cNvSpPr txBox="1">
                <a:spLocks noRot="1" noChangeAspect="1" noMove="1" noResize="1" noEditPoints="1" noAdjustHandles="1" noChangeArrowheads="1" noChangeShapeType="1" noTextEdit="1"/>
              </p:cNvSpPr>
              <p:nvPr/>
            </p:nvSpPr>
            <p:spPr>
              <a:xfrm>
                <a:off x="7846999" y="4533103"/>
                <a:ext cx="1780080" cy="400110"/>
              </a:xfrm>
              <a:prstGeom prst="rect">
                <a:avLst/>
              </a:prstGeom>
              <a:blipFill>
                <a:blip r:embed="rId6"/>
                <a:stretch>
                  <a:fillRect/>
                </a:stretch>
              </a:blipFill>
            </p:spPr>
            <p:txBody>
              <a:bodyPr/>
              <a:lstStyle/>
              <a:p>
                <a:r>
                  <a:rPr lang="en-DE">
                    <a:noFill/>
                  </a:rPr>
                  <a:t> </a:t>
                </a:r>
              </a:p>
            </p:txBody>
          </p:sp>
        </mc:Fallback>
      </mc:AlternateContent>
      <p:cxnSp>
        <p:nvCxnSpPr>
          <p:cNvPr id="240" name="!!Curved Connector 7">
            <a:extLst>
              <a:ext uri="{FF2B5EF4-FFF2-40B4-BE49-F238E27FC236}">
                <a16:creationId xmlns:a16="http://schemas.microsoft.com/office/drawing/2014/main" id="{E3DBDB77-3673-4D1E-7E37-CF81A0F7FB64}"/>
              </a:ext>
            </a:extLst>
          </p:cNvPr>
          <p:cNvCxnSpPr>
            <a:cxnSpLocks/>
            <a:stCxn id="236" idx="1"/>
          </p:cNvCxnSpPr>
          <p:nvPr/>
        </p:nvCxnSpPr>
        <p:spPr>
          <a:xfrm rot="10800000">
            <a:off x="7416351" y="3997466"/>
            <a:ext cx="430649" cy="735693"/>
          </a:xfrm>
          <a:prstGeom prst="curvedConnector2">
            <a:avLst/>
          </a:prstGeom>
          <a:ln w="31750">
            <a:solidFill>
              <a:schemeClr val="accent2">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5" name="Rounded Rectangle 4">
            <a:extLst>
              <a:ext uri="{FF2B5EF4-FFF2-40B4-BE49-F238E27FC236}">
                <a16:creationId xmlns:a16="http://schemas.microsoft.com/office/drawing/2014/main" id="{ADA31E07-9515-8CCD-AD7F-7DA1F6D71B7C}"/>
              </a:ext>
            </a:extLst>
          </p:cNvPr>
          <p:cNvSpPr/>
          <p:nvPr/>
        </p:nvSpPr>
        <p:spPr>
          <a:xfrm>
            <a:off x="7771636" y="5401284"/>
            <a:ext cx="2818088" cy="1189676"/>
          </a:xfrm>
          <a:custGeom>
            <a:avLst/>
            <a:gdLst>
              <a:gd name="csX0" fmla="*/ 0 w 2818088"/>
              <a:gd name="csY0" fmla="*/ 198283 h 1189676"/>
              <a:gd name="csX1" fmla="*/ 198283 w 2818088"/>
              <a:gd name="csY1" fmla="*/ 0 h 1189676"/>
              <a:gd name="csX2" fmla="*/ 755233 w 2818088"/>
              <a:gd name="csY2" fmla="*/ 0 h 1189676"/>
              <a:gd name="csX3" fmla="*/ 1360614 w 2818088"/>
              <a:gd name="csY3" fmla="*/ 0 h 1189676"/>
              <a:gd name="csX4" fmla="*/ 1917564 w 2818088"/>
              <a:gd name="csY4" fmla="*/ 0 h 1189676"/>
              <a:gd name="csX5" fmla="*/ 2619805 w 2818088"/>
              <a:gd name="csY5" fmla="*/ 0 h 1189676"/>
              <a:gd name="csX6" fmla="*/ 2818088 w 2818088"/>
              <a:gd name="csY6" fmla="*/ 198283 h 1189676"/>
              <a:gd name="csX7" fmla="*/ 2818088 w 2818088"/>
              <a:gd name="csY7" fmla="*/ 594838 h 1189676"/>
              <a:gd name="csX8" fmla="*/ 2818088 w 2818088"/>
              <a:gd name="csY8" fmla="*/ 991393 h 1189676"/>
              <a:gd name="csX9" fmla="*/ 2619805 w 2818088"/>
              <a:gd name="csY9" fmla="*/ 1189676 h 1189676"/>
              <a:gd name="csX10" fmla="*/ 2038640 w 2818088"/>
              <a:gd name="csY10" fmla="*/ 1189676 h 1189676"/>
              <a:gd name="csX11" fmla="*/ 1505905 w 2818088"/>
              <a:gd name="csY11" fmla="*/ 1189676 h 1189676"/>
              <a:gd name="csX12" fmla="*/ 876309 w 2818088"/>
              <a:gd name="csY12" fmla="*/ 1189676 h 1189676"/>
              <a:gd name="csX13" fmla="*/ 198283 w 2818088"/>
              <a:gd name="csY13" fmla="*/ 1189676 h 1189676"/>
              <a:gd name="csX14" fmla="*/ 0 w 2818088"/>
              <a:gd name="csY14" fmla="*/ 991393 h 1189676"/>
              <a:gd name="csX15" fmla="*/ 0 w 2818088"/>
              <a:gd name="csY15" fmla="*/ 578976 h 1189676"/>
              <a:gd name="csX16" fmla="*/ 0 w 2818088"/>
              <a:gd name="csY16" fmla="*/ 198283 h 118967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2818088" h="1189676" fill="none" extrusionOk="0">
                <a:moveTo>
                  <a:pt x="0" y="198283"/>
                </a:moveTo>
                <a:cubicBezTo>
                  <a:pt x="-3385" y="94827"/>
                  <a:pt x="92007" y="2403"/>
                  <a:pt x="198283" y="0"/>
                </a:cubicBezTo>
                <a:cubicBezTo>
                  <a:pt x="468522" y="20011"/>
                  <a:pt x="551988" y="-14670"/>
                  <a:pt x="755233" y="0"/>
                </a:cubicBezTo>
                <a:cubicBezTo>
                  <a:pt x="958478" y="14670"/>
                  <a:pt x="1081751" y="-16911"/>
                  <a:pt x="1360614" y="0"/>
                </a:cubicBezTo>
                <a:cubicBezTo>
                  <a:pt x="1639477" y="16911"/>
                  <a:pt x="1701736" y="26621"/>
                  <a:pt x="1917564" y="0"/>
                </a:cubicBezTo>
                <a:cubicBezTo>
                  <a:pt x="2133392" y="-26621"/>
                  <a:pt x="2333606" y="-17884"/>
                  <a:pt x="2619805" y="0"/>
                </a:cubicBezTo>
                <a:cubicBezTo>
                  <a:pt x="2703564" y="-1457"/>
                  <a:pt x="2835584" y="103837"/>
                  <a:pt x="2818088" y="198283"/>
                </a:cubicBezTo>
                <a:cubicBezTo>
                  <a:pt x="2804790" y="355684"/>
                  <a:pt x="2813609" y="476805"/>
                  <a:pt x="2818088" y="594838"/>
                </a:cubicBezTo>
                <a:cubicBezTo>
                  <a:pt x="2822567" y="712871"/>
                  <a:pt x="2812769" y="847530"/>
                  <a:pt x="2818088" y="991393"/>
                </a:cubicBezTo>
                <a:cubicBezTo>
                  <a:pt x="2817597" y="1090704"/>
                  <a:pt x="2745419" y="1199822"/>
                  <a:pt x="2619805" y="1189676"/>
                </a:cubicBezTo>
                <a:cubicBezTo>
                  <a:pt x="2331510" y="1194202"/>
                  <a:pt x="2165097" y="1175042"/>
                  <a:pt x="2038640" y="1189676"/>
                </a:cubicBezTo>
                <a:cubicBezTo>
                  <a:pt x="1912184" y="1204310"/>
                  <a:pt x="1675857" y="1203444"/>
                  <a:pt x="1505905" y="1189676"/>
                </a:cubicBezTo>
                <a:cubicBezTo>
                  <a:pt x="1335954" y="1175908"/>
                  <a:pt x="1124678" y="1200592"/>
                  <a:pt x="876309" y="1189676"/>
                </a:cubicBezTo>
                <a:cubicBezTo>
                  <a:pt x="627940" y="1178760"/>
                  <a:pt x="536906" y="1164156"/>
                  <a:pt x="198283" y="1189676"/>
                </a:cubicBezTo>
                <a:cubicBezTo>
                  <a:pt x="77423" y="1196041"/>
                  <a:pt x="1735" y="1105602"/>
                  <a:pt x="0" y="991393"/>
                </a:cubicBezTo>
                <a:cubicBezTo>
                  <a:pt x="17484" y="888899"/>
                  <a:pt x="-4797" y="665260"/>
                  <a:pt x="0" y="578976"/>
                </a:cubicBezTo>
                <a:cubicBezTo>
                  <a:pt x="4797" y="492692"/>
                  <a:pt x="1419" y="375104"/>
                  <a:pt x="0" y="198283"/>
                </a:cubicBezTo>
                <a:close/>
              </a:path>
              <a:path w="2818088" h="1189676" stroke="0" extrusionOk="0">
                <a:moveTo>
                  <a:pt x="0" y="198283"/>
                </a:moveTo>
                <a:cubicBezTo>
                  <a:pt x="-2764" y="87069"/>
                  <a:pt x="75552" y="4962"/>
                  <a:pt x="198283" y="0"/>
                </a:cubicBezTo>
                <a:cubicBezTo>
                  <a:pt x="352218" y="-31660"/>
                  <a:pt x="712433" y="17708"/>
                  <a:pt x="852094" y="0"/>
                </a:cubicBezTo>
                <a:cubicBezTo>
                  <a:pt x="991755" y="-17708"/>
                  <a:pt x="1150162" y="-2537"/>
                  <a:pt x="1433259" y="0"/>
                </a:cubicBezTo>
                <a:cubicBezTo>
                  <a:pt x="1716357" y="2537"/>
                  <a:pt x="1875129" y="-198"/>
                  <a:pt x="1990209" y="0"/>
                </a:cubicBezTo>
                <a:cubicBezTo>
                  <a:pt x="2105289" y="198"/>
                  <a:pt x="2349526" y="21634"/>
                  <a:pt x="2619805" y="0"/>
                </a:cubicBezTo>
                <a:cubicBezTo>
                  <a:pt x="2737369" y="-16578"/>
                  <a:pt x="2800158" y="86028"/>
                  <a:pt x="2818088" y="198283"/>
                </a:cubicBezTo>
                <a:cubicBezTo>
                  <a:pt x="2799554" y="375183"/>
                  <a:pt x="2819948" y="437964"/>
                  <a:pt x="2818088" y="594838"/>
                </a:cubicBezTo>
                <a:cubicBezTo>
                  <a:pt x="2816228" y="751712"/>
                  <a:pt x="2828304" y="856229"/>
                  <a:pt x="2818088" y="991393"/>
                </a:cubicBezTo>
                <a:cubicBezTo>
                  <a:pt x="2820537" y="1101491"/>
                  <a:pt x="2705795" y="1185872"/>
                  <a:pt x="2619805" y="1189676"/>
                </a:cubicBezTo>
                <a:cubicBezTo>
                  <a:pt x="2434086" y="1203414"/>
                  <a:pt x="2187506" y="1174595"/>
                  <a:pt x="2014425" y="1189676"/>
                </a:cubicBezTo>
                <a:cubicBezTo>
                  <a:pt x="1841344" y="1204757"/>
                  <a:pt x="1601968" y="1169288"/>
                  <a:pt x="1433259" y="1189676"/>
                </a:cubicBezTo>
                <a:cubicBezTo>
                  <a:pt x="1264550" y="1210064"/>
                  <a:pt x="944925" y="1216782"/>
                  <a:pt x="779448" y="1189676"/>
                </a:cubicBezTo>
                <a:cubicBezTo>
                  <a:pt x="613971" y="1162570"/>
                  <a:pt x="426803" y="1204817"/>
                  <a:pt x="198283" y="1189676"/>
                </a:cubicBezTo>
                <a:cubicBezTo>
                  <a:pt x="73378" y="1192204"/>
                  <a:pt x="-2332" y="1099293"/>
                  <a:pt x="0" y="991393"/>
                </a:cubicBezTo>
                <a:cubicBezTo>
                  <a:pt x="-16917" y="845279"/>
                  <a:pt x="-18648" y="692864"/>
                  <a:pt x="0" y="586907"/>
                </a:cubicBezTo>
                <a:cubicBezTo>
                  <a:pt x="18648" y="480950"/>
                  <a:pt x="12460" y="375919"/>
                  <a:pt x="0" y="198283"/>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D8236BB-2E9C-A0BC-E9C5-2FA04023CD06}"/>
                  </a:ext>
                </a:extLst>
              </p:cNvPr>
              <p:cNvSpPr txBox="1"/>
              <p:nvPr/>
            </p:nvSpPr>
            <p:spPr>
              <a:xfrm>
                <a:off x="7595282" y="5463985"/>
                <a:ext cx="3170796" cy="1015663"/>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Steering parameter </a:t>
                </a:r>
                <a14:m>
                  <m:oMath xmlns:m="http://schemas.openxmlformats.org/officeDocument/2006/math">
                    <m:r>
                      <a:rPr lang="en-US" sz="2000" b="1" i="1">
                        <a:solidFill>
                          <a:schemeClr val="accent2">
                            <a:lumMod val="60000"/>
                            <a:lumOff val="40000"/>
                          </a:schemeClr>
                        </a:solidFill>
                        <a:latin typeface="Cambria Math" panose="02040503050406030204" pitchFamily="18" charset="0"/>
                      </a:rPr>
                      <m:t>𝛼</m:t>
                    </m:r>
                  </m:oMath>
                </a14:m>
                <a:r>
                  <a:rPr lang="en-US" sz="2000" b="1" dirty="0">
                    <a:solidFill>
                      <a:schemeClr val="bg1"/>
                    </a:solidFill>
                    <a:latin typeface="Calibri" panose="020F0502020204030204" pitchFamily="34" charset="0"/>
                    <a:cs typeface="Calibri" panose="020F0502020204030204" pitchFamily="34" charset="0"/>
                  </a:rPr>
                  <a:t> controls direction and strength</a:t>
                </a:r>
              </a:p>
            </p:txBody>
          </p:sp>
        </mc:Choice>
        <mc:Fallback xmlns="">
          <p:sp>
            <p:nvSpPr>
              <p:cNvPr id="8" name="TextBox 7">
                <a:extLst>
                  <a:ext uri="{FF2B5EF4-FFF2-40B4-BE49-F238E27FC236}">
                    <a16:creationId xmlns:a16="http://schemas.microsoft.com/office/drawing/2014/main" id="{ED8236BB-2E9C-A0BC-E9C5-2FA04023CD06}"/>
                  </a:ext>
                </a:extLst>
              </p:cNvPr>
              <p:cNvSpPr txBox="1">
                <a:spLocks noRot="1" noChangeAspect="1" noMove="1" noResize="1" noEditPoints="1" noAdjustHandles="1" noChangeArrowheads="1" noChangeShapeType="1" noTextEdit="1"/>
              </p:cNvSpPr>
              <p:nvPr/>
            </p:nvSpPr>
            <p:spPr>
              <a:xfrm>
                <a:off x="7595282" y="5463985"/>
                <a:ext cx="3170796" cy="1015663"/>
              </a:xfrm>
              <a:prstGeom prst="rect">
                <a:avLst/>
              </a:prstGeom>
              <a:blipFill>
                <a:blip r:embed="rId7"/>
                <a:stretch>
                  <a:fillRect t="-3704" b="-8642"/>
                </a:stretch>
              </a:blipFill>
            </p:spPr>
            <p:txBody>
              <a:bodyPr/>
              <a:lstStyle/>
              <a:p>
                <a:r>
                  <a:rPr lang="en-DE">
                    <a:noFill/>
                  </a:rPr>
                  <a:t> </a:t>
                </a:r>
              </a:p>
            </p:txBody>
          </p:sp>
        </mc:Fallback>
      </mc:AlternateContent>
      <p:sp>
        <p:nvSpPr>
          <p:cNvPr id="9" name="!!Rectangle 44">
            <a:extLst>
              <a:ext uri="{FF2B5EF4-FFF2-40B4-BE49-F238E27FC236}">
                <a16:creationId xmlns:a16="http://schemas.microsoft.com/office/drawing/2014/main" id="{7FD8BDAD-C39F-FBC5-F592-2A6CCB696769}"/>
              </a:ext>
            </a:extLst>
          </p:cNvPr>
          <p:cNvSpPr/>
          <p:nvPr/>
        </p:nvSpPr>
        <p:spPr>
          <a:xfrm>
            <a:off x="3521876" y="6683126"/>
            <a:ext cx="920788" cy="7308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1" name="Textfeld 97">
            <a:extLst>
              <a:ext uri="{FF2B5EF4-FFF2-40B4-BE49-F238E27FC236}">
                <a16:creationId xmlns:a16="http://schemas.microsoft.com/office/drawing/2014/main" id="{221EE55B-5C59-CB58-5643-4B1C73F51C2A}"/>
              </a:ext>
            </a:extLst>
          </p:cNvPr>
          <p:cNvSpPr txBox="1"/>
          <p:nvPr/>
        </p:nvSpPr>
        <p:spPr>
          <a:xfrm rot="16200000">
            <a:off x="2682865" y="5880657"/>
            <a:ext cx="970137" cy="707886"/>
          </a:xfrm>
          <a:prstGeom prst="rect">
            <a:avLst/>
          </a:prstGeom>
          <a:noFill/>
        </p:spPr>
        <p:txBody>
          <a:bodyPr wrap="none" rtlCol="0">
            <a:spAutoFit/>
          </a:bodyPr>
          <a:lstStyle/>
          <a:p>
            <a:r>
              <a:rPr lang="en-US" sz="4000" b="1" dirty="0">
                <a:solidFill>
                  <a:srgbClr val="F6C96B"/>
                </a:solidFill>
                <a:latin typeface="Calibri" panose="020F0502020204030204" pitchFamily="34" charset="0"/>
                <a:cs typeface="Calibri" panose="020F0502020204030204" pitchFamily="34" charset="0"/>
              </a:rPr>
              <a:t>CPS</a:t>
            </a:r>
          </a:p>
        </p:txBody>
      </p:sp>
      <p:sp>
        <p:nvSpPr>
          <p:cNvPr id="12" name="Down Arrow 11">
            <a:extLst>
              <a:ext uri="{FF2B5EF4-FFF2-40B4-BE49-F238E27FC236}">
                <a16:creationId xmlns:a16="http://schemas.microsoft.com/office/drawing/2014/main" id="{542F2834-B2B8-1F6B-AF25-77DC69B36640}"/>
              </a:ext>
            </a:extLst>
          </p:cNvPr>
          <p:cNvSpPr/>
          <p:nvPr/>
        </p:nvSpPr>
        <p:spPr>
          <a:xfrm rot="10800000">
            <a:off x="3485915" y="5653276"/>
            <a:ext cx="179533" cy="1029850"/>
          </a:xfrm>
          <a:prstGeom prst="downArrow">
            <a:avLst>
              <a:gd name="adj1" fmla="val 50000"/>
              <a:gd name="adj2" fmla="val 140019"/>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7" name="Rechteck 96">
            <a:extLst>
              <a:ext uri="{FF2B5EF4-FFF2-40B4-BE49-F238E27FC236}">
                <a16:creationId xmlns:a16="http://schemas.microsoft.com/office/drawing/2014/main" id="{F5ABA82D-D0E6-3B47-FC2F-3486003C3C0F}"/>
              </a:ext>
            </a:extLst>
          </p:cNvPr>
          <p:cNvSpPr/>
          <p:nvPr/>
        </p:nvSpPr>
        <p:spPr>
          <a:xfrm>
            <a:off x="3806631" y="6610040"/>
            <a:ext cx="445739" cy="73086"/>
          </a:xfrm>
          <a:prstGeom prst="rect">
            <a:avLst/>
          </a:prstGeom>
          <a:solidFill>
            <a:srgbClr val="F6C96B"/>
          </a:soli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Textfeld 98">
            <a:extLst>
              <a:ext uri="{FF2B5EF4-FFF2-40B4-BE49-F238E27FC236}">
                <a16:creationId xmlns:a16="http://schemas.microsoft.com/office/drawing/2014/main" id="{50B77357-45B7-395D-9A77-8AF8C9AE0BAB}"/>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20026535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AC81B2E0-76CE-5D96-EB7C-16263B7567A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1" name="Textfeld 9875">
                <a:extLst>
                  <a:ext uri="{FF2B5EF4-FFF2-40B4-BE49-F238E27FC236}">
                    <a16:creationId xmlns:a16="http://schemas.microsoft.com/office/drawing/2014/main" id="{EDAF564F-5544-16C9-82FC-D791B4E6932D}"/>
                  </a:ext>
                </a:extLst>
              </p:cNvPr>
              <p:cNvSpPr txBox="1"/>
              <p:nvPr/>
            </p:nvSpPr>
            <p:spPr>
              <a:xfrm>
                <a:off x="9713148" y="4269382"/>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rgbClr val="111C37"/>
                          </a:solidFill>
                          <a:latin typeface="Cambria Math" panose="02040503050406030204" pitchFamily="18" charset="0"/>
                        </a:rPr>
                        <m:t>=</m:t>
                      </m:r>
                      <m:f>
                        <m:fPr>
                          <m:ctrlPr>
                            <a:rPr lang="en-US" sz="2500" b="1" i="1" smtClean="0">
                              <a:solidFill>
                                <a:srgbClr val="111C37"/>
                              </a:solidFill>
                              <a:latin typeface="Cambria Math" panose="02040503050406030204" pitchFamily="18" charset="0"/>
                            </a:rPr>
                          </m:ctrlPr>
                        </m:fPr>
                        <m:num>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r>
                            <a:rPr lang="en-US" sz="2500" b="1" i="1" smtClean="0">
                              <a:solidFill>
                                <a:srgbClr val="111C37"/>
                              </a:solidFill>
                              <a:latin typeface="Cambria Math" panose="02040503050406030204" pitchFamily="18" charset="0"/>
                            </a:rPr>
                            <m:t>⋅</m:t>
                          </m:r>
                          <m:d>
                            <m:dPr>
                              <m:begChr m:val="["/>
                              <m:endChr m:val="]"/>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r>
                                <a:rPr lang="en-US" sz="2500" b="1" i="1" smtClean="0">
                                  <a:solidFill>
                                    <a:srgbClr val="111C37"/>
                                  </a:solidFill>
                                  <a:latin typeface="Cambria Math" panose="02040503050406030204" pitchFamily="18" charset="0"/>
                                </a:rPr>
                                <m:t>–</m:t>
                              </m:r>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num>
                        <m:den>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21" name="Textfeld 9875">
                <a:extLst>
                  <a:ext uri="{FF2B5EF4-FFF2-40B4-BE49-F238E27FC236}">
                    <a16:creationId xmlns:a16="http://schemas.microsoft.com/office/drawing/2014/main" id="{EDAF564F-5544-16C9-82FC-D791B4E6932D}"/>
                  </a:ext>
                </a:extLst>
              </p:cNvPr>
              <p:cNvSpPr txBox="1">
                <a:spLocks noRot="1" noChangeAspect="1" noMove="1" noResize="1" noEditPoints="1" noAdjustHandles="1" noChangeArrowheads="1" noChangeShapeType="1" noTextEdit="1"/>
              </p:cNvSpPr>
              <p:nvPr/>
            </p:nvSpPr>
            <p:spPr>
              <a:xfrm>
                <a:off x="9713148" y="4269382"/>
                <a:ext cx="4464190" cy="1126975"/>
              </a:xfrm>
              <a:prstGeom prst="rect">
                <a:avLst/>
              </a:prstGeom>
              <a:blipFill>
                <a:blip r:embed="rId3"/>
                <a:stretch>
                  <a:fillRect t="-47191" b="-83146"/>
                </a:stretch>
              </a:blipFill>
            </p:spPr>
            <p:txBody>
              <a:bodyPr/>
              <a:lstStyle/>
              <a:p>
                <a:r>
                  <a:rPr lang="en-DE">
                    <a:noFill/>
                  </a:rPr>
                  <a:t> </a:t>
                </a:r>
              </a:p>
            </p:txBody>
          </p:sp>
        </mc:Fallback>
      </mc:AlternateContent>
      <p:sp>
        <p:nvSpPr>
          <p:cNvPr id="7" name="Slide Number Placeholder 1">
            <a:extLst>
              <a:ext uri="{FF2B5EF4-FFF2-40B4-BE49-F238E27FC236}">
                <a16:creationId xmlns:a16="http://schemas.microsoft.com/office/drawing/2014/main" id="{75B0C691-7C78-755A-807E-DBFE831EB134}"/>
              </a:ext>
            </a:extLst>
          </p:cNvPr>
          <p:cNvSpPr>
            <a:spLocks noGrp="1"/>
          </p:cNvSpPr>
          <p:nvPr>
            <p:ph type="sldNum" sz="quarter" idx="4"/>
          </p:nvPr>
        </p:nvSpPr>
        <p:spPr>
          <a:xfrm>
            <a:off x="8610600" y="6318001"/>
            <a:ext cx="2743200" cy="365125"/>
          </a:xfrm>
        </p:spPr>
        <p:txBody>
          <a:bodyPr/>
          <a:lstStyle/>
          <a:p>
            <a:fld id="{F8325A8C-A62D-5E4B-8AAC-68DD587E4A7D}" type="slidenum">
              <a:rPr lang="de-DE" smtClean="0"/>
              <a:t>34</a:t>
            </a:fld>
            <a:endParaRPr lang="de-DE" dirty="0"/>
          </a:p>
        </p:txBody>
      </p:sp>
      <p:sp>
        <p:nvSpPr>
          <p:cNvPr id="2" name="Textfeld 66">
            <a:extLst>
              <a:ext uri="{FF2B5EF4-FFF2-40B4-BE49-F238E27FC236}">
                <a16:creationId xmlns:a16="http://schemas.microsoft.com/office/drawing/2014/main" id="{59AA4754-DED1-5FC2-6399-B01922C85C84}"/>
              </a:ext>
            </a:extLst>
          </p:cNvPr>
          <p:cNvSpPr txBox="1"/>
          <p:nvPr/>
        </p:nvSpPr>
        <p:spPr>
          <a:xfrm>
            <a:off x="303642" y="1264324"/>
            <a:ext cx="7279994"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t>
            </a:r>
            <a:r>
              <a:rPr lang="en-US" b="1" dirty="0">
                <a:solidFill>
                  <a:srgbClr val="ED017D"/>
                </a:solidFill>
                <a:latin typeface="Calibri" panose="020F0502020204030204" pitchFamily="34" charset="0"/>
                <a:cs typeface="Calibri" panose="020F0502020204030204" pitchFamily="34" charset="0"/>
              </a:rPr>
              <a:t>your sick brother</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sp>
        <p:nvSpPr>
          <p:cNvPr id="4" name="TextBox 3">
            <a:extLst>
              <a:ext uri="{FF2B5EF4-FFF2-40B4-BE49-F238E27FC236}">
                <a16:creationId xmlns:a16="http://schemas.microsoft.com/office/drawing/2014/main" id="{66F7D7B4-3A35-A128-4C44-4BB5F973BA64}"/>
              </a:ext>
            </a:extLst>
          </p:cNvPr>
          <p:cNvSpPr txBox="1"/>
          <p:nvPr/>
        </p:nvSpPr>
        <p:spPr>
          <a:xfrm>
            <a:off x="9926056" y="1283601"/>
            <a:ext cx="450764" cy="369332"/>
          </a:xfrm>
          <a:prstGeom prst="rect">
            <a:avLst/>
          </a:prstGeom>
          <a:noFill/>
        </p:spPr>
        <p:txBody>
          <a:bodyPr wrap="none" rtlCol="0">
            <a:spAutoFit/>
          </a:bodyPr>
          <a:lstStyle/>
          <a:p>
            <a:r>
              <a:rPr lang="en-DE" dirty="0">
                <a:solidFill>
                  <a:schemeClr val="bg1"/>
                </a:solidFill>
                <a:latin typeface="Calibri" panose="020F0502020204030204" pitchFamily="34" charset="0"/>
                <a:cs typeface="Calibri" panose="020F0502020204030204" pitchFamily="34" charset="0"/>
              </a:rPr>
              <a:t>(</a:t>
            </a:r>
            <a:r>
              <a:rPr lang="en-DE" dirty="0">
                <a:solidFill>
                  <a:srgbClr val="EE017D"/>
                </a:solidFill>
                <a:latin typeface="Calibri" panose="020F0502020204030204" pitchFamily="34" charset="0"/>
                <a:cs typeface="Calibri" panose="020F0502020204030204" pitchFamily="34" charset="0"/>
              </a:rPr>
              <a:t>R</a:t>
            </a:r>
            <a:r>
              <a:rPr lang="en-DE" dirty="0">
                <a:solidFill>
                  <a:schemeClr val="bg1"/>
                </a:solidFill>
                <a:latin typeface="Calibri" panose="020F0502020204030204" pitchFamily="34" charset="0"/>
                <a:cs typeface="Calibri" panose="020F0502020204030204" pitchFamily="34" charset="0"/>
              </a:rPr>
              <a:t>)</a:t>
            </a:r>
          </a:p>
        </p:txBody>
      </p:sp>
      <mc:AlternateContent xmlns:mc="http://schemas.openxmlformats.org/markup-compatibility/2006" xmlns:a14="http://schemas.microsoft.com/office/drawing/2010/main">
        <mc:Choice Requires="a14">
          <p:sp>
            <p:nvSpPr>
              <p:cNvPr id="22" name="Textfeld 9875">
                <a:extLst>
                  <a:ext uri="{FF2B5EF4-FFF2-40B4-BE49-F238E27FC236}">
                    <a16:creationId xmlns:a16="http://schemas.microsoft.com/office/drawing/2014/main" id="{ED7FEE08-6FC3-D0F9-D932-F1D350DA81AB}"/>
                  </a:ext>
                </a:extLst>
              </p:cNvPr>
              <p:cNvSpPr txBox="1"/>
              <p:nvPr/>
            </p:nvSpPr>
            <p:spPr>
              <a:xfrm>
                <a:off x="9713148" y="2397428"/>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rgbClr val="111C37"/>
                          </a:solidFill>
                          <a:latin typeface="Cambria Math" panose="02040503050406030204" pitchFamily="18" charset="0"/>
                        </a:rPr>
                        <m:t>=</m:t>
                      </m:r>
                      <m:f>
                        <m:fPr>
                          <m:ctrlPr>
                            <a:rPr lang="en-US" sz="2500" b="1" i="1" smtClean="0">
                              <a:solidFill>
                                <a:srgbClr val="111C37"/>
                              </a:solidFill>
                              <a:latin typeface="Cambria Math" panose="02040503050406030204" pitchFamily="18" charset="0"/>
                            </a:rPr>
                          </m:ctrlPr>
                        </m:fPr>
                        <m:num>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r>
                            <a:rPr lang="en-US" sz="2500" b="1" i="1" smtClean="0">
                              <a:solidFill>
                                <a:srgbClr val="111C37"/>
                              </a:solidFill>
                              <a:latin typeface="Cambria Math" panose="02040503050406030204" pitchFamily="18" charset="0"/>
                            </a:rPr>
                            <m:t>⋅</m:t>
                          </m:r>
                          <m:d>
                            <m:dPr>
                              <m:begChr m:val="["/>
                              <m:endChr m:val="]"/>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r>
                                <a:rPr lang="en-US" sz="2500" b="1" i="1" smtClean="0">
                                  <a:solidFill>
                                    <a:srgbClr val="111C37"/>
                                  </a:solidFill>
                                  <a:latin typeface="Cambria Math" panose="02040503050406030204" pitchFamily="18" charset="0"/>
                                </a:rPr>
                                <m:t>–</m:t>
                              </m:r>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num>
                        <m:den>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22" name="Textfeld 9875">
                <a:extLst>
                  <a:ext uri="{FF2B5EF4-FFF2-40B4-BE49-F238E27FC236}">
                    <a16:creationId xmlns:a16="http://schemas.microsoft.com/office/drawing/2014/main" id="{ED7FEE08-6FC3-D0F9-D932-F1D350DA81AB}"/>
                  </a:ext>
                </a:extLst>
              </p:cNvPr>
              <p:cNvSpPr txBox="1">
                <a:spLocks noRot="1" noChangeAspect="1" noMove="1" noResize="1" noEditPoints="1" noAdjustHandles="1" noChangeArrowheads="1" noChangeShapeType="1" noTextEdit="1"/>
              </p:cNvSpPr>
              <p:nvPr/>
            </p:nvSpPr>
            <p:spPr>
              <a:xfrm>
                <a:off x="9713148" y="2397428"/>
                <a:ext cx="4464190" cy="1126975"/>
              </a:xfrm>
              <a:prstGeom prst="rect">
                <a:avLst/>
              </a:prstGeom>
              <a:blipFill>
                <a:blip r:embed="rId4"/>
                <a:stretch>
                  <a:fillRect t="-46667" b="-81111"/>
                </a:stretch>
              </a:blipFill>
            </p:spPr>
            <p:txBody>
              <a:bodyPr/>
              <a:lstStyle/>
              <a:p>
                <a:r>
                  <a:rPr lang="en-DE">
                    <a:noFill/>
                  </a:rPr>
                  <a:t> </a:t>
                </a:r>
              </a:p>
            </p:txBody>
          </p:sp>
        </mc:Fallback>
      </mc:AlternateContent>
      <p:sp>
        <p:nvSpPr>
          <p:cNvPr id="24" name="TextBox 23">
            <a:extLst>
              <a:ext uri="{FF2B5EF4-FFF2-40B4-BE49-F238E27FC236}">
                <a16:creationId xmlns:a16="http://schemas.microsoft.com/office/drawing/2014/main" id="{54E7ADD4-F4A9-EF78-31EC-A380C0EF2DBA}"/>
              </a:ext>
            </a:extLst>
          </p:cNvPr>
          <p:cNvSpPr txBox="1"/>
          <p:nvPr/>
        </p:nvSpPr>
        <p:spPr>
          <a:xfrm>
            <a:off x="9926056" y="2591583"/>
            <a:ext cx="449162" cy="369332"/>
          </a:xfrm>
          <a:prstGeom prst="rect">
            <a:avLst/>
          </a:prstGeom>
          <a:noFill/>
        </p:spPr>
        <p:txBody>
          <a:bodyPr wrap="none" rtlCol="0">
            <a:spAutoFit/>
          </a:bodyPr>
          <a:lstStyle/>
          <a:p>
            <a:r>
              <a:rPr lang="en-DE" dirty="0">
                <a:solidFill>
                  <a:schemeClr val="bg1"/>
                </a:solidFill>
                <a:latin typeface="Calibri" panose="020F0502020204030204" pitchFamily="34" charset="0"/>
                <a:cs typeface="Calibri" panose="020F0502020204030204" pitchFamily="34" charset="0"/>
              </a:rPr>
              <a:t>(</a:t>
            </a:r>
            <a:r>
              <a:rPr lang="en-DE" dirty="0">
                <a:solidFill>
                  <a:srgbClr val="29AFB4"/>
                </a:solidFill>
                <a:latin typeface="Calibri" panose="020F0502020204030204" pitchFamily="34" charset="0"/>
                <a:cs typeface="Calibri" panose="020F0502020204030204" pitchFamily="34" charset="0"/>
              </a:rPr>
              <a:t>C</a:t>
            </a:r>
            <a:r>
              <a:rPr lang="en-DE" dirty="0">
                <a:solidFill>
                  <a:schemeClr val="bg1"/>
                </a:solidFill>
                <a:latin typeface="Calibri" panose="020F0502020204030204" pitchFamily="34" charset="0"/>
                <a:cs typeface="Calibri" panose="020F0502020204030204" pitchFamily="34" charset="0"/>
              </a:rPr>
              <a:t>)</a:t>
            </a:r>
          </a:p>
        </p:txBody>
      </p:sp>
      <p:sp>
        <p:nvSpPr>
          <p:cNvPr id="25" name="TextBox 24">
            <a:extLst>
              <a:ext uri="{FF2B5EF4-FFF2-40B4-BE49-F238E27FC236}">
                <a16:creationId xmlns:a16="http://schemas.microsoft.com/office/drawing/2014/main" id="{4970D55D-B14A-53A9-929C-1B5404A1CED1}"/>
              </a:ext>
            </a:extLst>
          </p:cNvPr>
          <p:cNvSpPr txBox="1"/>
          <p:nvPr/>
        </p:nvSpPr>
        <p:spPr>
          <a:xfrm>
            <a:off x="9926056" y="4463682"/>
            <a:ext cx="437940" cy="369332"/>
          </a:xfrm>
          <a:prstGeom prst="rect">
            <a:avLst/>
          </a:prstGeom>
          <a:noFill/>
        </p:spPr>
        <p:txBody>
          <a:bodyPr wrap="none" rtlCol="0">
            <a:spAutoFit/>
          </a:bodyPr>
          <a:lstStyle/>
          <a:p>
            <a:r>
              <a:rPr lang="en-DE" dirty="0">
                <a:solidFill>
                  <a:schemeClr val="bg1"/>
                </a:solidFill>
                <a:latin typeface="Calibri" panose="020F0502020204030204" pitchFamily="34" charset="0"/>
                <a:cs typeface="Calibri" panose="020F0502020204030204" pitchFamily="34" charset="0"/>
              </a:rPr>
              <a:t>(</a:t>
            </a:r>
            <a:r>
              <a:rPr lang="en-DE" dirty="0">
                <a:solidFill>
                  <a:srgbClr val="F38139"/>
                </a:solidFill>
                <a:latin typeface="Calibri" panose="020F0502020204030204" pitchFamily="34" charset="0"/>
                <a:cs typeface="Calibri" panose="020F0502020204030204" pitchFamily="34" charset="0"/>
              </a:rPr>
              <a:t>E</a:t>
            </a:r>
            <a:r>
              <a:rPr lang="en-DE" dirty="0">
                <a:solidFill>
                  <a:schemeClr val="bg1"/>
                </a:solidFill>
                <a:latin typeface="Calibri" panose="020F0502020204030204" pitchFamily="34" charset="0"/>
                <a:cs typeface="Calibri" panose="020F0502020204030204" pitchFamily="34" charset="0"/>
              </a:rPr>
              <a:t>)</a:t>
            </a:r>
          </a:p>
        </p:txBody>
      </p:sp>
      <p:sp>
        <p:nvSpPr>
          <p:cNvPr id="26" name="Textfeld 66">
            <a:extLst>
              <a:ext uri="{FF2B5EF4-FFF2-40B4-BE49-F238E27FC236}">
                <a16:creationId xmlns:a16="http://schemas.microsoft.com/office/drawing/2014/main" id="{7B0A04BF-F6EC-FAF4-B34D-43DF1AB020B1}"/>
              </a:ext>
            </a:extLst>
          </p:cNvPr>
          <p:cNvSpPr txBox="1"/>
          <p:nvPr/>
        </p:nvSpPr>
        <p:spPr>
          <a:xfrm>
            <a:off x="277778" y="2776249"/>
            <a:ext cx="8332822"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 sick stranger</a:t>
            </a:r>
            <a:r>
              <a:rPr lang="en-US" b="1" dirty="0">
                <a:solidFill>
                  <a:srgbClr val="29AFB4"/>
                </a:solidFill>
                <a:latin typeface="Calibri" panose="020F0502020204030204" pitchFamily="34" charset="0"/>
                <a:cs typeface="Calibri" panose="020F0502020204030204" pitchFamily="34" charset="0"/>
              </a:rPr>
              <a:t>, if it could reduce their suffering</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sp>
        <p:nvSpPr>
          <p:cNvPr id="27" name="Textfeld 66">
            <a:extLst>
              <a:ext uri="{FF2B5EF4-FFF2-40B4-BE49-F238E27FC236}">
                <a16:creationId xmlns:a16="http://schemas.microsoft.com/office/drawing/2014/main" id="{A31BA59B-7BED-D223-36B1-2F082ECAE58A}"/>
              </a:ext>
            </a:extLst>
          </p:cNvPr>
          <p:cNvSpPr txBox="1"/>
          <p:nvPr/>
        </p:nvSpPr>
        <p:spPr>
          <a:xfrm>
            <a:off x="277778" y="4570414"/>
            <a:ext cx="8733876" cy="646331"/>
          </a:xfrm>
          <a:prstGeom prst="rect">
            <a:avLst/>
          </a:prstGeom>
          <a:noFill/>
        </p:spPr>
        <p:txBody>
          <a:bodyPr wrap="square">
            <a:spAutoFit/>
          </a:bodyPr>
          <a:lstStyle/>
          <a:p>
            <a:pPr algn="ctr"/>
            <a:r>
              <a:rPr lang="en-US" b="1" dirty="0">
                <a:solidFill>
                  <a:schemeClr val="bg1"/>
                </a:solidFill>
                <a:latin typeface="Calibri" panose="020F0502020204030204" pitchFamily="34" charset="0"/>
                <a:cs typeface="Calibri" panose="020F0502020204030204" pitchFamily="34" charset="0"/>
              </a:rPr>
              <a:t>Would you obtain illegal medicine for a sick stranger</a:t>
            </a:r>
            <a:r>
              <a:rPr lang="en-US" b="1" dirty="0">
                <a:solidFill>
                  <a:srgbClr val="F38139"/>
                </a:solidFill>
                <a:latin typeface="Calibri" panose="020F0502020204030204" pitchFamily="34" charset="0"/>
                <a:cs typeface="Calibri" panose="020F0502020204030204" pitchFamily="34" charset="0"/>
              </a:rPr>
              <a:t>, who is crying and begging for relief</a:t>
            </a:r>
            <a:r>
              <a:rPr lang="en-US" b="1" dirty="0">
                <a:solidFill>
                  <a:schemeClr val="bg1"/>
                </a:solidFill>
                <a:latin typeface="Calibri" panose="020F0502020204030204" pitchFamily="34" charset="0"/>
                <a:cs typeface="Calibri" panose="020F0502020204030204" pitchFamily="34" charset="0"/>
              </a:rPr>
              <a:t>?</a:t>
            </a:r>
            <a:r>
              <a:rPr lang="en-US" b="1" dirty="0">
                <a:solidFill>
                  <a:srgbClr val="111C38"/>
                </a:solidFill>
                <a:latin typeface="Calibri" panose="020F0502020204030204" pitchFamily="34" charset="0"/>
                <a:cs typeface="Calibri" panose="020F0502020204030204" pitchFamily="34" charset="0"/>
              </a:rPr>
              <a:t> </a:t>
            </a:r>
            <a:br>
              <a:rPr lang="en-US" b="1" dirty="0">
                <a:solidFill>
                  <a:srgbClr val="111C38"/>
                </a:solidFill>
                <a:latin typeface="Calibri" panose="020F0502020204030204" pitchFamily="34" charset="0"/>
                <a:cs typeface="Calibri" panose="020F0502020204030204" pitchFamily="34" charset="0"/>
              </a:rPr>
            </a:br>
            <a:r>
              <a:rPr lang="en-US" b="1" dirty="0">
                <a:solidFill>
                  <a:schemeClr val="bg1"/>
                </a:solidFill>
                <a:latin typeface="Calibri" panose="020F0502020204030204" pitchFamily="34" charset="0"/>
                <a:cs typeface="Calibri" panose="020F0502020204030204" pitchFamily="34" charset="0"/>
              </a:rPr>
              <a:t>A: Yes                       B: No</a:t>
            </a:r>
          </a:p>
        </p:txBody>
      </p:sp>
      <p:sp>
        <p:nvSpPr>
          <p:cNvPr id="28" name="!!Rounded Rectangle 27">
            <a:extLst>
              <a:ext uri="{FF2B5EF4-FFF2-40B4-BE49-F238E27FC236}">
                <a16:creationId xmlns:a16="http://schemas.microsoft.com/office/drawing/2014/main" id="{81F97065-9268-8E41-F7E7-1B356A25FAEA}"/>
              </a:ext>
            </a:extLst>
          </p:cNvPr>
          <p:cNvSpPr/>
          <p:nvPr/>
        </p:nvSpPr>
        <p:spPr>
          <a:xfrm>
            <a:off x="4495160" y="5665481"/>
            <a:ext cx="3223452" cy="845614"/>
          </a:xfrm>
          <a:custGeom>
            <a:avLst/>
            <a:gdLst>
              <a:gd name="csX0" fmla="*/ 0 w 3223452"/>
              <a:gd name="csY0" fmla="*/ 140938 h 845614"/>
              <a:gd name="csX1" fmla="*/ 140938 w 3223452"/>
              <a:gd name="csY1" fmla="*/ 0 h 845614"/>
              <a:gd name="csX2" fmla="*/ 670422 w 3223452"/>
              <a:gd name="csY2" fmla="*/ 0 h 845614"/>
              <a:gd name="csX3" fmla="*/ 1258737 w 3223452"/>
              <a:gd name="csY3" fmla="*/ 0 h 845614"/>
              <a:gd name="csX4" fmla="*/ 1788221 w 3223452"/>
              <a:gd name="csY4" fmla="*/ 0 h 845614"/>
              <a:gd name="csX5" fmla="*/ 2376536 w 3223452"/>
              <a:gd name="csY5" fmla="*/ 0 h 845614"/>
              <a:gd name="csX6" fmla="*/ 3082514 w 3223452"/>
              <a:gd name="csY6" fmla="*/ 0 h 845614"/>
              <a:gd name="csX7" fmla="*/ 3223452 w 3223452"/>
              <a:gd name="csY7" fmla="*/ 140938 h 845614"/>
              <a:gd name="csX8" fmla="*/ 3223452 w 3223452"/>
              <a:gd name="csY8" fmla="*/ 704676 h 845614"/>
              <a:gd name="csX9" fmla="*/ 3082514 w 3223452"/>
              <a:gd name="csY9" fmla="*/ 845614 h 845614"/>
              <a:gd name="csX10" fmla="*/ 2523615 w 3223452"/>
              <a:gd name="csY10" fmla="*/ 845614 h 845614"/>
              <a:gd name="csX11" fmla="*/ 2023547 w 3223452"/>
              <a:gd name="csY11" fmla="*/ 845614 h 845614"/>
              <a:gd name="csX12" fmla="*/ 1405816 w 3223452"/>
              <a:gd name="csY12" fmla="*/ 845614 h 845614"/>
              <a:gd name="csX13" fmla="*/ 876332 w 3223452"/>
              <a:gd name="csY13" fmla="*/ 845614 h 845614"/>
              <a:gd name="csX14" fmla="*/ 140938 w 3223452"/>
              <a:gd name="csY14" fmla="*/ 845614 h 845614"/>
              <a:gd name="csX15" fmla="*/ 0 w 3223452"/>
              <a:gd name="csY15" fmla="*/ 704676 h 845614"/>
              <a:gd name="csX16" fmla="*/ 0 w 3223452"/>
              <a:gd name="csY16" fmla="*/ 140938 h 8456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223452" h="845614" fill="none" extrusionOk="0">
                <a:moveTo>
                  <a:pt x="0" y="140938"/>
                </a:moveTo>
                <a:cubicBezTo>
                  <a:pt x="-9482" y="80054"/>
                  <a:pt x="78353" y="11334"/>
                  <a:pt x="140938" y="0"/>
                </a:cubicBezTo>
                <a:cubicBezTo>
                  <a:pt x="340073" y="-16324"/>
                  <a:pt x="471599" y="-24135"/>
                  <a:pt x="670422" y="0"/>
                </a:cubicBezTo>
                <a:cubicBezTo>
                  <a:pt x="869245" y="24135"/>
                  <a:pt x="1098455" y="22102"/>
                  <a:pt x="1258737" y="0"/>
                </a:cubicBezTo>
                <a:cubicBezTo>
                  <a:pt x="1419020" y="-22102"/>
                  <a:pt x="1650158" y="10094"/>
                  <a:pt x="1788221" y="0"/>
                </a:cubicBezTo>
                <a:cubicBezTo>
                  <a:pt x="1926284" y="-10094"/>
                  <a:pt x="2149207" y="-14345"/>
                  <a:pt x="2376536" y="0"/>
                </a:cubicBezTo>
                <a:cubicBezTo>
                  <a:pt x="2603866" y="14345"/>
                  <a:pt x="2836884" y="21574"/>
                  <a:pt x="3082514" y="0"/>
                </a:cubicBezTo>
                <a:cubicBezTo>
                  <a:pt x="3162025" y="-5145"/>
                  <a:pt x="3224986" y="64759"/>
                  <a:pt x="3223452" y="140938"/>
                </a:cubicBezTo>
                <a:cubicBezTo>
                  <a:pt x="3246728" y="400178"/>
                  <a:pt x="3246956" y="493089"/>
                  <a:pt x="3223452" y="704676"/>
                </a:cubicBezTo>
                <a:cubicBezTo>
                  <a:pt x="3223275" y="778837"/>
                  <a:pt x="3164088" y="847968"/>
                  <a:pt x="3082514" y="845614"/>
                </a:cubicBezTo>
                <a:cubicBezTo>
                  <a:pt x="2945453" y="845372"/>
                  <a:pt x="2764445" y="852769"/>
                  <a:pt x="2523615" y="845614"/>
                </a:cubicBezTo>
                <a:cubicBezTo>
                  <a:pt x="2282785" y="838459"/>
                  <a:pt x="2210075" y="860350"/>
                  <a:pt x="2023547" y="845614"/>
                </a:cubicBezTo>
                <a:cubicBezTo>
                  <a:pt x="1837019" y="830878"/>
                  <a:pt x="1608047" y="826219"/>
                  <a:pt x="1405816" y="845614"/>
                </a:cubicBezTo>
                <a:cubicBezTo>
                  <a:pt x="1203585" y="865009"/>
                  <a:pt x="1024087" y="836769"/>
                  <a:pt x="876332" y="845614"/>
                </a:cubicBezTo>
                <a:cubicBezTo>
                  <a:pt x="728577" y="854459"/>
                  <a:pt x="299374" y="827285"/>
                  <a:pt x="140938" y="845614"/>
                </a:cubicBezTo>
                <a:cubicBezTo>
                  <a:pt x="65628" y="834581"/>
                  <a:pt x="-3580" y="782399"/>
                  <a:pt x="0" y="704676"/>
                </a:cubicBezTo>
                <a:cubicBezTo>
                  <a:pt x="-26098" y="443594"/>
                  <a:pt x="25390" y="311901"/>
                  <a:pt x="0" y="140938"/>
                </a:cubicBezTo>
                <a:close/>
              </a:path>
              <a:path w="3223452" h="845614" stroke="0" extrusionOk="0">
                <a:moveTo>
                  <a:pt x="0" y="140938"/>
                </a:moveTo>
                <a:cubicBezTo>
                  <a:pt x="-8918" y="57599"/>
                  <a:pt x="57984" y="1920"/>
                  <a:pt x="140938" y="0"/>
                </a:cubicBezTo>
                <a:cubicBezTo>
                  <a:pt x="403419" y="-22591"/>
                  <a:pt x="565704" y="-23301"/>
                  <a:pt x="788085" y="0"/>
                </a:cubicBezTo>
                <a:cubicBezTo>
                  <a:pt x="1010466" y="23301"/>
                  <a:pt x="1199293" y="19544"/>
                  <a:pt x="1346984" y="0"/>
                </a:cubicBezTo>
                <a:cubicBezTo>
                  <a:pt x="1494675" y="-19544"/>
                  <a:pt x="1658844" y="8238"/>
                  <a:pt x="1876468" y="0"/>
                </a:cubicBezTo>
                <a:cubicBezTo>
                  <a:pt x="2094092" y="-8238"/>
                  <a:pt x="2322037" y="-6491"/>
                  <a:pt x="2494199" y="0"/>
                </a:cubicBezTo>
                <a:cubicBezTo>
                  <a:pt x="2666361" y="6491"/>
                  <a:pt x="2812689" y="12126"/>
                  <a:pt x="3082514" y="0"/>
                </a:cubicBezTo>
                <a:cubicBezTo>
                  <a:pt x="3168628" y="-13468"/>
                  <a:pt x="3218056" y="67842"/>
                  <a:pt x="3223452" y="140938"/>
                </a:cubicBezTo>
                <a:cubicBezTo>
                  <a:pt x="3245091" y="333229"/>
                  <a:pt x="3219766" y="453177"/>
                  <a:pt x="3223452" y="704676"/>
                </a:cubicBezTo>
                <a:cubicBezTo>
                  <a:pt x="3229717" y="784020"/>
                  <a:pt x="3147650" y="843559"/>
                  <a:pt x="3082514" y="845614"/>
                </a:cubicBezTo>
                <a:cubicBezTo>
                  <a:pt x="2794071" y="820773"/>
                  <a:pt x="2657534" y="829825"/>
                  <a:pt x="2494199" y="845614"/>
                </a:cubicBezTo>
                <a:cubicBezTo>
                  <a:pt x="2330864" y="861403"/>
                  <a:pt x="2150713" y="852981"/>
                  <a:pt x="1935299" y="845614"/>
                </a:cubicBezTo>
                <a:cubicBezTo>
                  <a:pt x="1719885" y="838247"/>
                  <a:pt x="1486336" y="876696"/>
                  <a:pt x="1288153" y="845614"/>
                </a:cubicBezTo>
                <a:cubicBezTo>
                  <a:pt x="1089970" y="814532"/>
                  <a:pt x="913929" y="872848"/>
                  <a:pt x="641006" y="845614"/>
                </a:cubicBezTo>
                <a:cubicBezTo>
                  <a:pt x="368083" y="818380"/>
                  <a:pt x="254821" y="851412"/>
                  <a:pt x="140938" y="845614"/>
                </a:cubicBezTo>
                <a:cubicBezTo>
                  <a:pt x="58472" y="841253"/>
                  <a:pt x="-1687" y="779992"/>
                  <a:pt x="0" y="704676"/>
                </a:cubicBezTo>
                <a:cubicBezTo>
                  <a:pt x="27423" y="507042"/>
                  <a:pt x="8746" y="403853"/>
                  <a:pt x="0" y="140938"/>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DE" sz="2200" b="1" dirty="0">
              <a:solidFill>
                <a:schemeClr val="bg1"/>
              </a:solidFill>
              <a:latin typeface="Calibri" panose="020F0502020204030204" pitchFamily="34" charset="0"/>
              <a:cs typeface="Calibri" panose="020F0502020204030204" pitchFamily="34" charset="0"/>
            </a:endParaRPr>
          </a:p>
        </p:txBody>
      </p:sp>
      <mc:AlternateContent xmlns:mc="http://schemas.openxmlformats.org/markup-compatibility/2006" xmlns:a14="http://schemas.microsoft.com/office/drawing/2010/main">
        <mc:Choice Requires="a14">
          <p:sp>
            <p:nvSpPr>
              <p:cNvPr id="29" name="TextBox 28">
                <a:extLst>
                  <a:ext uri="{FF2B5EF4-FFF2-40B4-BE49-F238E27FC236}">
                    <a16:creationId xmlns:a16="http://schemas.microsoft.com/office/drawing/2014/main" id="{83608604-B0F7-7DEE-84A5-6AF81F28FC5A}"/>
                  </a:ext>
                </a:extLst>
              </p:cNvPr>
              <p:cNvSpPr txBox="1"/>
              <p:nvPr/>
            </p:nvSpPr>
            <p:spPr>
              <a:xfrm>
                <a:off x="4082879" y="5732752"/>
                <a:ext cx="4026241" cy="728789"/>
              </a:xfrm>
              <a:prstGeom prst="rect">
                <a:avLst/>
              </a:prstGeom>
              <a:noFill/>
            </p:spPr>
            <p:txBody>
              <a:bodyPr wrap="square">
                <a:spAutoFit/>
              </a:bodyPr>
              <a:lstStyle/>
              <a:p>
                <a:pPr algn="ctr"/>
                <a:r>
                  <a:rPr lang="en-US" sz="2000" b="1" dirty="0">
                    <a:solidFill>
                      <a:schemeClr val="bg1"/>
                    </a:solidFill>
                    <a:latin typeface="Calibri" panose="020F0502020204030204" pitchFamily="34" charset="0"/>
                    <a:cs typeface="Calibri" panose="020F0502020204030204" pitchFamily="34" charset="0"/>
                  </a:rPr>
                  <a:t>One steering </a:t>
                </a:r>
                <a14:m>
                  <m:oMath xmlns:m="http://schemas.openxmlformats.org/officeDocument/2006/math">
                    <m:sSup>
                      <m:sSupPr>
                        <m:ctrlPr>
                          <a:rPr lang="en-US" sz="2000" b="1" i="1">
                            <a:solidFill>
                              <a:schemeClr val="accent6">
                                <a:lumMod val="40000"/>
                                <a:lumOff val="60000"/>
                              </a:schemeClr>
                            </a:solidFill>
                            <a:latin typeface="Cambria Math" panose="02040503050406030204" pitchFamily="18" charset="0"/>
                          </a:rPr>
                        </m:ctrlPr>
                      </m:sSupPr>
                      <m:e>
                        <m:r>
                          <a:rPr lang="en-US" sz="2000" b="1" i="1">
                            <a:solidFill>
                              <a:schemeClr val="accent6">
                                <a:lumMod val="40000"/>
                                <a:lumOff val="60000"/>
                              </a:schemeClr>
                            </a:solidFill>
                            <a:latin typeface="Cambria Math" panose="02040503050406030204" pitchFamily="18" charset="0"/>
                          </a:rPr>
                          <m:t>𝑠</m:t>
                        </m:r>
                      </m:e>
                      <m:sup>
                        <m:d>
                          <m:dPr>
                            <m:ctrlPr>
                              <a:rPr lang="en-US" sz="2000" b="1" i="1">
                                <a:solidFill>
                                  <a:schemeClr val="bg1"/>
                                </a:solidFill>
                                <a:latin typeface="Cambria Math" panose="02040503050406030204" pitchFamily="18" charset="0"/>
                              </a:rPr>
                            </m:ctrlPr>
                          </m:dPr>
                          <m:e>
                            <m:r>
                              <a:rPr lang="en-US" sz="2000" b="1" i="1">
                                <a:solidFill>
                                  <a:schemeClr val="bg1"/>
                                </a:solidFill>
                                <a:latin typeface="Cambria Math" panose="02040503050406030204" pitchFamily="18" charset="0"/>
                              </a:rPr>
                              <m:t>𝑣</m:t>
                            </m:r>
                          </m:e>
                        </m:d>
                      </m:sup>
                    </m:sSup>
                  </m:oMath>
                </a14:m>
                <a:r>
                  <a:rPr lang="en-US" sz="2000" b="1" dirty="0">
                    <a:solidFill>
                      <a:schemeClr val="bg1"/>
                    </a:solidFill>
                    <a:latin typeface="Calibri" panose="020F0502020204030204" pitchFamily="34" charset="0"/>
                    <a:cs typeface="Calibri" panose="020F0502020204030204" pitchFamily="34" charset="0"/>
                  </a:rPr>
                  <a:t> vector per variation </a:t>
                </a:r>
                <a14:m>
                  <m:oMath xmlns:m="http://schemas.openxmlformats.org/officeDocument/2006/math">
                    <m:r>
                      <a:rPr lang="en-US" sz="2000" b="1" i="1" smtClean="0">
                        <a:solidFill>
                          <a:schemeClr val="bg1"/>
                        </a:solidFill>
                        <a:latin typeface="Cambria Math" panose="02040503050406030204" pitchFamily="18" charset="0"/>
                      </a:rPr>
                      <m:t>𝑣</m:t>
                    </m:r>
                    <m:r>
                      <a:rPr lang="en-US" sz="2000" b="1" i="1" smtClean="0">
                        <a:solidFill>
                          <a:schemeClr val="bg1"/>
                        </a:solidFill>
                        <a:latin typeface="Cambria Math" panose="02040503050406030204" pitchFamily="18" charset="0"/>
                      </a:rPr>
                      <m:t>∈</m:t>
                    </m:r>
                    <m:d>
                      <m:dPr>
                        <m:begChr m:val="{"/>
                        <m:endChr m:val="}"/>
                        <m:ctrlPr>
                          <a:rPr lang="en-US" sz="2000" b="1" i="1" smtClean="0">
                            <a:solidFill>
                              <a:srgbClr val="29AFB4"/>
                            </a:solidFill>
                            <a:latin typeface="Cambria Math" panose="02040503050406030204" pitchFamily="18" charset="0"/>
                          </a:rPr>
                        </m:ctrlPr>
                      </m:dPr>
                      <m:e>
                        <m:r>
                          <a:rPr lang="en-US" sz="2000" b="1" i="1" smtClean="0">
                            <a:solidFill>
                              <a:srgbClr val="29AFB4"/>
                            </a:solidFill>
                            <a:latin typeface="Cambria Math" panose="02040503050406030204" pitchFamily="18" charset="0"/>
                          </a:rPr>
                          <m:t>𝐶</m:t>
                        </m:r>
                        <m:r>
                          <a:rPr lang="en-US" sz="2000" b="1" i="1" smtClean="0">
                            <a:solidFill>
                              <a:schemeClr val="bg1"/>
                            </a:solidFill>
                            <a:latin typeface="Cambria Math" panose="02040503050406030204" pitchFamily="18" charset="0"/>
                          </a:rPr>
                          <m:t>,</m:t>
                        </m:r>
                        <m:r>
                          <a:rPr lang="en-US" sz="2000" b="1" i="1" smtClean="0">
                            <a:solidFill>
                              <a:srgbClr val="F38139"/>
                            </a:solidFill>
                            <a:latin typeface="Cambria Math" panose="02040503050406030204" pitchFamily="18" charset="0"/>
                          </a:rPr>
                          <m:t>𝐸</m:t>
                        </m:r>
                        <m:r>
                          <a:rPr lang="en-US" sz="2000" b="1" i="1" smtClean="0">
                            <a:solidFill>
                              <a:schemeClr val="bg1"/>
                            </a:solidFill>
                            <a:latin typeface="Cambria Math" panose="02040503050406030204" pitchFamily="18" charset="0"/>
                          </a:rPr>
                          <m:t>,</m:t>
                        </m:r>
                        <m:r>
                          <a:rPr lang="en-US" sz="2000" b="1" i="1" smtClean="0">
                            <a:solidFill>
                              <a:srgbClr val="EE017D"/>
                            </a:solidFill>
                            <a:latin typeface="Cambria Math" panose="02040503050406030204" pitchFamily="18" charset="0"/>
                          </a:rPr>
                          <m:t>𝑅</m:t>
                        </m:r>
                      </m:e>
                    </m:d>
                  </m:oMath>
                </a14:m>
                <a:endParaRPr lang="en-US" sz="2000" b="1" dirty="0">
                  <a:solidFill>
                    <a:schemeClr val="bg1"/>
                  </a:solidFill>
                  <a:latin typeface="Calibri" panose="020F0502020204030204" pitchFamily="34" charset="0"/>
                </a:endParaRPr>
              </a:p>
            </p:txBody>
          </p:sp>
        </mc:Choice>
        <mc:Fallback xmlns="">
          <p:sp>
            <p:nvSpPr>
              <p:cNvPr id="29" name="TextBox 28">
                <a:extLst>
                  <a:ext uri="{FF2B5EF4-FFF2-40B4-BE49-F238E27FC236}">
                    <a16:creationId xmlns:a16="http://schemas.microsoft.com/office/drawing/2014/main" id="{83608604-B0F7-7DEE-84A5-6AF81F28FC5A}"/>
                  </a:ext>
                </a:extLst>
              </p:cNvPr>
              <p:cNvSpPr txBox="1">
                <a:spLocks noRot="1" noChangeAspect="1" noMove="1" noResize="1" noEditPoints="1" noAdjustHandles="1" noChangeArrowheads="1" noChangeShapeType="1" noTextEdit="1"/>
              </p:cNvSpPr>
              <p:nvPr/>
            </p:nvSpPr>
            <p:spPr>
              <a:xfrm>
                <a:off x="4082879" y="5732752"/>
                <a:ext cx="4026241" cy="728789"/>
              </a:xfrm>
              <a:prstGeom prst="rect">
                <a:avLst/>
              </a:prstGeom>
              <a:blipFill>
                <a:blip r:embed="rId5"/>
                <a:stretch>
                  <a:fillRect t="-1724" b="-12069"/>
                </a:stretch>
              </a:blipFill>
            </p:spPr>
            <p:txBody>
              <a:bodyPr/>
              <a:lstStyle/>
              <a:p>
                <a:r>
                  <a:rPr lang="en-DE">
                    <a:noFill/>
                  </a:rPr>
                  <a:t> </a:t>
                </a:r>
              </a:p>
            </p:txBody>
          </p:sp>
        </mc:Fallback>
      </mc:AlternateContent>
      <mc:AlternateContent xmlns:mc="http://schemas.openxmlformats.org/markup-compatibility/2006" xmlns:a14="http://schemas.microsoft.com/office/drawing/2010/main">
        <mc:Choice Requires="a14">
          <p:sp>
            <p:nvSpPr>
              <p:cNvPr id="30" name="Textfeld 9875">
                <a:extLst>
                  <a:ext uri="{FF2B5EF4-FFF2-40B4-BE49-F238E27FC236}">
                    <a16:creationId xmlns:a16="http://schemas.microsoft.com/office/drawing/2014/main" id="{10E295C7-74F5-4E4E-5298-775F435F7305}"/>
                  </a:ext>
                </a:extLst>
              </p:cNvPr>
              <p:cNvSpPr txBox="1"/>
              <p:nvPr/>
            </p:nvSpPr>
            <p:spPr>
              <a:xfrm>
                <a:off x="9713148" y="1097019"/>
                <a:ext cx="4464190" cy="1126975"/>
              </a:xfrm>
              <a:prstGeom prst="rect">
                <a:avLst/>
              </a:prstGeom>
              <a:noFill/>
            </p:spPr>
            <p:txBody>
              <a:bodyPr wrap="square" rtlCol="0">
                <a:spAutoFit/>
              </a:bodyPr>
              <a:lstStyle/>
              <a:p>
                <a:pPr/>
                <a14:m>
                  <m:oMathPara xmlns:m="http://schemas.openxmlformats.org/officeDocument/2006/math">
                    <m:oMath>
                      <m:r>
                        <a:rPr lang="en-US" sz="2500" b="1" i="1" smtClean="0">
                          <a:solidFill>
                            <a:schemeClr val="accent6">
                              <a:lumMod val="40000"/>
                              <a:lumOff val="60000"/>
                            </a:schemeClr>
                          </a:solidFill>
                          <a:latin typeface="Cambria Math" panose="02040503050406030204" pitchFamily="18" charset="0"/>
                        </a:rPr>
                        <m:t>𝒔</m:t>
                      </m:r>
                      <m:r>
                        <a:rPr lang="en-US" sz="2500" b="1" i="1" smtClean="0">
                          <a:solidFill>
                            <a:srgbClr val="111C37"/>
                          </a:solidFill>
                          <a:latin typeface="Cambria Math" panose="02040503050406030204" pitchFamily="18" charset="0"/>
                        </a:rPr>
                        <m:t>=</m:t>
                      </m:r>
                      <m:f>
                        <m:fPr>
                          <m:ctrlPr>
                            <a:rPr lang="en-US" sz="2500" b="1" i="1" smtClean="0">
                              <a:solidFill>
                                <a:srgbClr val="111C37"/>
                              </a:solidFill>
                              <a:latin typeface="Cambria Math" panose="02040503050406030204" pitchFamily="18" charset="0"/>
                            </a:rPr>
                          </m:ctrlPr>
                        </m:fPr>
                        <m:num>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r>
                            <a:rPr lang="en-US" sz="2500" b="1" i="1" smtClean="0">
                              <a:solidFill>
                                <a:srgbClr val="111C37"/>
                              </a:solidFill>
                              <a:latin typeface="Cambria Math" panose="02040503050406030204" pitchFamily="18" charset="0"/>
                            </a:rPr>
                            <m:t>⋅</m:t>
                          </m:r>
                          <m:d>
                            <m:dPr>
                              <m:begChr m:val="["/>
                              <m:endChr m:val="]"/>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r>
                                <a:rPr lang="en-US" sz="2500" b="1" i="1" smtClean="0">
                                  <a:solidFill>
                                    <a:srgbClr val="111C37"/>
                                  </a:solidFill>
                                  <a:latin typeface="Cambria Math" panose="02040503050406030204" pitchFamily="18" charset="0"/>
                                </a:rPr>
                                <m:t>–</m:t>
                              </m:r>
                              <m:r>
                                <a:rPr lang="en-US" sz="2500" b="1" i="1" smtClean="0">
                                  <a:solidFill>
                                    <a:srgbClr val="111C37"/>
                                  </a:solidFill>
                                  <a:latin typeface="Cambria Math" panose="02040503050406030204" pitchFamily="18" charset="0"/>
                                </a:rPr>
                                <m:t>𝒉</m:t>
                              </m:r>
                              <m:d>
                                <m:dPr>
                                  <m:ctrlPr>
                                    <a:rPr lang="en-US" sz="2500" b="1" i="1" smtClean="0">
                                      <a:solidFill>
                                        <a:srgbClr val="111C37"/>
                                      </a:solidFill>
                                      <a:latin typeface="Cambria Math" panose="02040503050406030204" pitchFamily="18" charset="0"/>
                                    </a:rPr>
                                  </m:ctrlPr>
                                </m:dPr>
                                <m:e>
                                  <m:sSub>
                                    <m:sSubPr>
                                      <m:ctrlPr>
                                        <a:rPr lang="en-US" sz="2500" b="1" i="1" smtClean="0">
                                          <a:solidFill>
                                            <a:srgbClr val="111C37"/>
                                          </a:solidFill>
                                          <a:latin typeface="Cambria Math" panose="02040503050406030204" pitchFamily="18" charset="0"/>
                                        </a:rPr>
                                      </m:ctrlPr>
                                    </m:sSubPr>
                                    <m:e>
                                      <m:r>
                                        <a:rPr lang="en-US" sz="2500" b="1" i="1" smtClean="0">
                                          <a:solidFill>
                                            <a:srgbClr val="111C37"/>
                                          </a:solidFill>
                                          <a:latin typeface="Cambria Math" panose="02040503050406030204" pitchFamily="18" charset="0"/>
                                        </a:rPr>
                                        <m:t>𝒙</m:t>
                                      </m:r>
                                    </m:e>
                                    <m:sub>
                                      <m:r>
                                        <a:rPr lang="en-US" sz="2500" b="1" i="1" smtClean="0">
                                          <a:solidFill>
                                            <a:srgbClr val="111C37"/>
                                          </a:solidFill>
                                          <a:latin typeface="Cambria Math" panose="02040503050406030204" pitchFamily="18" charset="0"/>
                                        </a:rPr>
                                        <m:t>𝒊</m:t>
                                      </m:r>
                                    </m:sub>
                                  </m:sSub>
                                </m:e>
                              </m:d>
                            </m:e>
                          </m:d>
                        </m:num>
                        <m:den>
                          <m:nary>
                            <m:naryPr>
                              <m:chr m:val="∑"/>
                              <m:limLoc m:val="undOvr"/>
                              <m:supHide m:val="on"/>
                              <m:ctrlPr>
                                <a:rPr lang="en-US" sz="2500" b="1" i="1" smtClean="0">
                                  <a:solidFill>
                                    <a:srgbClr val="111C37"/>
                                  </a:solidFill>
                                  <a:latin typeface="Cambria Math" panose="02040503050406030204" pitchFamily="18" charset="0"/>
                                </a:rPr>
                              </m:ctrlPr>
                            </m:naryPr>
                            <m:sub>
                              <m:r>
                                <a:rPr lang="en-US" sz="2500" b="1" i="1" smtClean="0">
                                  <a:solidFill>
                                    <a:srgbClr val="111C37"/>
                                  </a:solidFill>
                                  <a:latin typeface="Cambria Math" panose="02040503050406030204" pitchFamily="18" charset="0"/>
                                </a:rPr>
                                <m:t>𝒊</m:t>
                              </m:r>
                            </m:sub>
                            <m:sup/>
                            <m:e>
                              <m:sSubSup>
                                <m:sSubSupPr>
                                  <m:ctrlPr>
                                    <a:rPr lang="en-US" sz="2500" b="1" i="1" smtClean="0">
                                      <a:solidFill>
                                        <a:srgbClr val="111C37"/>
                                      </a:solidFill>
                                      <a:latin typeface="Cambria Math" panose="02040503050406030204" pitchFamily="18" charset="0"/>
                                    </a:rPr>
                                  </m:ctrlPr>
                                </m:sSubSupPr>
                                <m:e>
                                  <m:r>
                                    <a:rPr lang="en-US" sz="2500" b="1" i="1" smtClean="0">
                                      <a:solidFill>
                                        <a:srgbClr val="111C37"/>
                                      </a:solidFill>
                                      <a:latin typeface="Cambria Math" panose="02040503050406030204" pitchFamily="18" charset="0"/>
                                    </a:rPr>
                                    <m:t>𝒘</m:t>
                                  </m:r>
                                </m:e>
                                <m:sub>
                                  <m:r>
                                    <a:rPr lang="en-US" sz="2500" b="1" i="1" smtClean="0">
                                      <a:solidFill>
                                        <a:srgbClr val="111C37"/>
                                      </a:solidFill>
                                      <a:latin typeface="Cambria Math" panose="02040503050406030204" pitchFamily="18" charset="0"/>
                                    </a:rPr>
                                    <m:t>𝒊</m:t>
                                  </m:r>
                                </m:sub>
                                <m:sup>
                                  <m:d>
                                    <m:dPr>
                                      <m:ctrlPr>
                                        <a:rPr lang="en-US" sz="2500" b="1" i="1" smtClean="0">
                                          <a:solidFill>
                                            <a:srgbClr val="111C37"/>
                                          </a:solidFill>
                                          <a:latin typeface="Cambria Math" panose="02040503050406030204" pitchFamily="18" charset="0"/>
                                        </a:rPr>
                                      </m:ctrlPr>
                                    </m:dPr>
                                    <m:e>
                                      <m:r>
                                        <a:rPr lang="en-US" sz="2500" b="1" i="1" smtClean="0">
                                          <a:solidFill>
                                            <a:srgbClr val="111C37"/>
                                          </a:solidFill>
                                          <a:latin typeface="Cambria Math" panose="02040503050406030204" pitchFamily="18" charset="0"/>
                                        </a:rPr>
                                        <m:t>𝒗</m:t>
                                      </m:r>
                                    </m:e>
                                  </m:d>
                                </m:sup>
                              </m:sSubSup>
                            </m:e>
                          </m:nary>
                        </m:den>
                      </m:f>
                    </m:oMath>
                  </m:oMathPara>
                </a14:m>
                <a:endParaRPr lang="en-US" sz="2500" b="1" i="1" dirty="0">
                  <a:solidFill>
                    <a:schemeClr val="bg1"/>
                  </a:solidFill>
                  <a:latin typeface="Arial" panose="020B0604020202020204" pitchFamily="34" charset="0"/>
                  <a:cs typeface="Arial" panose="020B0604020202020204" pitchFamily="34" charset="0"/>
                </a:endParaRPr>
              </a:p>
            </p:txBody>
          </p:sp>
        </mc:Choice>
        <mc:Fallback xmlns="">
          <p:sp>
            <p:nvSpPr>
              <p:cNvPr id="30" name="Textfeld 9875">
                <a:extLst>
                  <a:ext uri="{FF2B5EF4-FFF2-40B4-BE49-F238E27FC236}">
                    <a16:creationId xmlns:a16="http://schemas.microsoft.com/office/drawing/2014/main" id="{10E295C7-74F5-4E4E-5298-775F435F7305}"/>
                  </a:ext>
                </a:extLst>
              </p:cNvPr>
              <p:cNvSpPr txBox="1">
                <a:spLocks noRot="1" noChangeAspect="1" noMove="1" noResize="1" noEditPoints="1" noAdjustHandles="1" noChangeArrowheads="1" noChangeShapeType="1" noTextEdit="1"/>
              </p:cNvSpPr>
              <p:nvPr/>
            </p:nvSpPr>
            <p:spPr>
              <a:xfrm>
                <a:off x="9713148" y="1097019"/>
                <a:ext cx="4464190" cy="1126975"/>
              </a:xfrm>
              <a:prstGeom prst="rect">
                <a:avLst/>
              </a:prstGeom>
              <a:blipFill>
                <a:blip r:embed="rId6"/>
                <a:stretch>
                  <a:fillRect t="-46667" b="-81111"/>
                </a:stretch>
              </a:blipFill>
            </p:spPr>
            <p:txBody>
              <a:bodyPr/>
              <a:lstStyle/>
              <a:p>
                <a:r>
                  <a:rPr lang="en-DE">
                    <a:noFill/>
                  </a:rPr>
                  <a:t> </a:t>
                </a:r>
              </a:p>
            </p:txBody>
          </p:sp>
        </mc:Fallback>
      </mc:AlternateContent>
      <p:sp>
        <p:nvSpPr>
          <p:cNvPr id="32" name="!!Textfeld 98">
            <a:extLst>
              <a:ext uri="{FF2B5EF4-FFF2-40B4-BE49-F238E27FC236}">
                <a16:creationId xmlns:a16="http://schemas.microsoft.com/office/drawing/2014/main" id="{65AD5ED4-48E4-492B-7C01-3C43AAB4AA3D}"/>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Tree>
    <p:extLst>
      <p:ext uri="{BB962C8B-B14F-4D97-AF65-F5344CB8AC3E}">
        <p14:creationId xmlns:p14="http://schemas.microsoft.com/office/powerpoint/2010/main" val="25889910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42B67432-B312-6896-9CA5-04440E98DC2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38934F9-EDC8-E1F0-B684-4E0845BB648A}"/>
              </a:ext>
            </a:extLst>
          </p:cNvPr>
          <p:cNvSpPr>
            <a:spLocks noGrp="1"/>
          </p:cNvSpPr>
          <p:nvPr>
            <p:ph type="sldNum" sz="quarter" idx="4"/>
          </p:nvPr>
        </p:nvSpPr>
        <p:spPr/>
        <p:txBody>
          <a:bodyPr/>
          <a:lstStyle/>
          <a:p>
            <a:fld id="{F8325A8C-A62D-5E4B-8AAC-68DD587E4A7D}" type="slidenum">
              <a:rPr lang="de-DE" smtClean="0"/>
              <a:t>35</a:t>
            </a:fld>
            <a:endParaRPr lang="de-DE" dirty="0"/>
          </a:p>
        </p:txBody>
      </p:sp>
      <p:sp>
        <p:nvSpPr>
          <p:cNvPr id="212" name="Rounded Rectangle 49">
            <a:extLst>
              <a:ext uri="{FF2B5EF4-FFF2-40B4-BE49-F238E27FC236}">
                <a16:creationId xmlns:a16="http://schemas.microsoft.com/office/drawing/2014/main" id="{6658EE79-0BB2-F13B-BF77-F2B373A1567D}"/>
              </a:ext>
            </a:extLst>
          </p:cNvPr>
          <p:cNvSpPr/>
          <p:nvPr/>
        </p:nvSpPr>
        <p:spPr>
          <a:xfrm>
            <a:off x="412569" y="1493497"/>
            <a:ext cx="5341758" cy="3354688"/>
          </a:xfrm>
          <a:custGeom>
            <a:avLst/>
            <a:gdLst>
              <a:gd name="csX0" fmla="*/ 0 w 5341758"/>
              <a:gd name="csY0" fmla="*/ 428025 h 3354688"/>
              <a:gd name="csX1" fmla="*/ 428025 w 5341758"/>
              <a:gd name="csY1" fmla="*/ 0 h 3354688"/>
              <a:gd name="csX2" fmla="*/ 1023983 w 5341758"/>
              <a:gd name="csY2" fmla="*/ 0 h 3354688"/>
              <a:gd name="csX3" fmla="*/ 1530228 w 5341758"/>
              <a:gd name="csY3" fmla="*/ 0 h 3354688"/>
              <a:gd name="csX4" fmla="*/ 2215900 w 5341758"/>
              <a:gd name="csY4" fmla="*/ 0 h 3354688"/>
              <a:gd name="csX5" fmla="*/ 2767001 w 5341758"/>
              <a:gd name="csY5" fmla="*/ 0 h 3354688"/>
              <a:gd name="csX6" fmla="*/ 3273246 w 5341758"/>
              <a:gd name="csY6" fmla="*/ 0 h 3354688"/>
              <a:gd name="csX7" fmla="*/ 3824347 w 5341758"/>
              <a:gd name="csY7" fmla="*/ 0 h 3354688"/>
              <a:gd name="csX8" fmla="*/ 4913733 w 5341758"/>
              <a:gd name="csY8" fmla="*/ 0 h 3354688"/>
              <a:gd name="csX9" fmla="*/ 5341758 w 5341758"/>
              <a:gd name="csY9" fmla="*/ 428025 h 3354688"/>
              <a:gd name="csX10" fmla="*/ 5341758 w 5341758"/>
              <a:gd name="csY10" fmla="*/ 1002712 h 3354688"/>
              <a:gd name="csX11" fmla="*/ 5341758 w 5341758"/>
              <a:gd name="csY11" fmla="*/ 1602385 h 3354688"/>
              <a:gd name="csX12" fmla="*/ 5341758 w 5341758"/>
              <a:gd name="csY12" fmla="*/ 2227044 h 3354688"/>
              <a:gd name="csX13" fmla="*/ 5341758 w 5341758"/>
              <a:gd name="csY13" fmla="*/ 2926663 h 3354688"/>
              <a:gd name="csX14" fmla="*/ 4913733 w 5341758"/>
              <a:gd name="csY14" fmla="*/ 3354688 h 3354688"/>
              <a:gd name="csX15" fmla="*/ 4272918 w 5341758"/>
              <a:gd name="csY15" fmla="*/ 3354688 h 3354688"/>
              <a:gd name="csX16" fmla="*/ 3587245 w 5341758"/>
              <a:gd name="csY16" fmla="*/ 3354688 h 3354688"/>
              <a:gd name="csX17" fmla="*/ 2991287 w 5341758"/>
              <a:gd name="csY17" fmla="*/ 3354688 h 3354688"/>
              <a:gd name="csX18" fmla="*/ 2305614 w 5341758"/>
              <a:gd name="csY18" fmla="*/ 3354688 h 3354688"/>
              <a:gd name="csX19" fmla="*/ 1754513 w 5341758"/>
              <a:gd name="csY19" fmla="*/ 3354688 h 3354688"/>
              <a:gd name="csX20" fmla="*/ 1113698 w 5341758"/>
              <a:gd name="csY20" fmla="*/ 3354688 h 3354688"/>
              <a:gd name="csX21" fmla="*/ 428025 w 5341758"/>
              <a:gd name="csY21" fmla="*/ 3354688 h 3354688"/>
              <a:gd name="csX22" fmla="*/ 0 w 5341758"/>
              <a:gd name="csY22" fmla="*/ 2926663 h 3354688"/>
              <a:gd name="csX23" fmla="*/ 0 w 5341758"/>
              <a:gd name="csY23" fmla="*/ 2277017 h 3354688"/>
              <a:gd name="csX24" fmla="*/ 0 w 5341758"/>
              <a:gd name="csY24" fmla="*/ 1677344 h 3354688"/>
              <a:gd name="csX25" fmla="*/ 0 w 5341758"/>
              <a:gd name="csY25" fmla="*/ 1102657 h 3354688"/>
              <a:gd name="csX26" fmla="*/ 0 w 5341758"/>
              <a:gd name="csY26" fmla="*/ 428025 h 33546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Lst>
            <a:rect l="l" t="t" r="r" b="b"/>
            <a:pathLst>
              <a:path w="5341758" h="3354688" fill="none" extrusionOk="0">
                <a:moveTo>
                  <a:pt x="0" y="428025"/>
                </a:moveTo>
                <a:cubicBezTo>
                  <a:pt x="-1003" y="170811"/>
                  <a:pt x="197562" y="3735"/>
                  <a:pt x="428025" y="0"/>
                </a:cubicBezTo>
                <a:cubicBezTo>
                  <a:pt x="594085" y="25001"/>
                  <a:pt x="799044" y="14031"/>
                  <a:pt x="1023983" y="0"/>
                </a:cubicBezTo>
                <a:cubicBezTo>
                  <a:pt x="1248922" y="-14031"/>
                  <a:pt x="1419419" y="-22010"/>
                  <a:pt x="1530228" y="0"/>
                </a:cubicBezTo>
                <a:cubicBezTo>
                  <a:pt x="1641037" y="22010"/>
                  <a:pt x="1938215" y="11462"/>
                  <a:pt x="2215900" y="0"/>
                </a:cubicBezTo>
                <a:cubicBezTo>
                  <a:pt x="2493585" y="-11462"/>
                  <a:pt x="2611285" y="2912"/>
                  <a:pt x="2767001" y="0"/>
                </a:cubicBezTo>
                <a:cubicBezTo>
                  <a:pt x="2922717" y="-2912"/>
                  <a:pt x="3125033" y="-9843"/>
                  <a:pt x="3273246" y="0"/>
                </a:cubicBezTo>
                <a:cubicBezTo>
                  <a:pt x="3421460" y="9843"/>
                  <a:pt x="3679457" y="-4725"/>
                  <a:pt x="3824347" y="0"/>
                </a:cubicBezTo>
                <a:cubicBezTo>
                  <a:pt x="3969237" y="4725"/>
                  <a:pt x="4568922" y="14359"/>
                  <a:pt x="4913733" y="0"/>
                </a:cubicBezTo>
                <a:cubicBezTo>
                  <a:pt x="5178711" y="-7566"/>
                  <a:pt x="5338723" y="212655"/>
                  <a:pt x="5341758" y="428025"/>
                </a:cubicBezTo>
                <a:cubicBezTo>
                  <a:pt x="5331853" y="569309"/>
                  <a:pt x="5314381" y="866445"/>
                  <a:pt x="5341758" y="1002712"/>
                </a:cubicBezTo>
                <a:cubicBezTo>
                  <a:pt x="5369135" y="1138979"/>
                  <a:pt x="5317413" y="1424277"/>
                  <a:pt x="5341758" y="1602385"/>
                </a:cubicBezTo>
                <a:cubicBezTo>
                  <a:pt x="5366103" y="1780493"/>
                  <a:pt x="5348465" y="1922260"/>
                  <a:pt x="5341758" y="2227044"/>
                </a:cubicBezTo>
                <a:cubicBezTo>
                  <a:pt x="5335051" y="2531828"/>
                  <a:pt x="5368470" y="2583862"/>
                  <a:pt x="5341758" y="2926663"/>
                </a:cubicBezTo>
                <a:cubicBezTo>
                  <a:pt x="5355648" y="3198758"/>
                  <a:pt x="5187444" y="3372049"/>
                  <a:pt x="4913733" y="3354688"/>
                </a:cubicBezTo>
                <a:cubicBezTo>
                  <a:pt x="4723495" y="3351268"/>
                  <a:pt x="4456515" y="3364140"/>
                  <a:pt x="4272918" y="3354688"/>
                </a:cubicBezTo>
                <a:cubicBezTo>
                  <a:pt x="4089321" y="3345236"/>
                  <a:pt x="3799276" y="3377976"/>
                  <a:pt x="3587245" y="3354688"/>
                </a:cubicBezTo>
                <a:cubicBezTo>
                  <a:pt x="3375214" y="3331400"/>
                  <a:pt x="3169837" y="3384458"/>
                  <a:pt x="2991287" y="3354688"/>
                </a:cubicBezTo>
                <a:cubicBezTo>
                  <a:pt x="2812737" y="3324918"/>
                  <a:pt x="2467028" y="3383695"/>
                  <a:pt x="2305614" y="3354688"/>
                </a:cubicBezTo>
                <a:cubicBezTo>
                  <a:pt x="2144200" y="3325681"/>
                  <a:pt x="1994076" y="3365156"/>
                  <a:pt x="1754513" y="3354688"/>
                </a:cubicBezTo>
                <a:cubicBezTo>
                  <a:pt x="1514950" y="3344220"/>
                  <a:pt x="1399835" y="3367341"/>
                  <a:pt x="1113698" y="3354688"/>
                </a:cubicBezTo>
                <a:cubicBezTo>
                  <a:pt x="827562" y="3342035"/>
                  <a:pt x="619164" y="3339031"/>
                  <a:pt x="428025" y="3354688"/>
                </a:cubicBezTo>
                <a:cubicBezTo>
                  <a:pt x="208504" y="3328421"/>
                  <a:pt x="22142" y="3145631"/>
                  <a:pt x="0" y="2926663"/>
                </a:cubicBezTo>
                <a:cubicBezTo>
                  <a:pt x="23914" y="2740138"/>
                  <a:pt x="4515" y="2458952"/>
                  <a:pt x="0" y="2277017"/>
                </a:cubicBezTo>
                <a:cubicBezTo>
                  <a:pt x="-4515" y="2095082"/>
                  <a:pt x="-374" y="1957673"/>
                  <a:pt x="0" y="1677344"/>
                </a:cubicBezTo>
                <a:cubicBezTo>
                  <a:pt x="374" y="1397015"/>
                  <a:pt x="12058" y="1221563"/>
                  <a:pt x="0" y="1102657"/>
                </a:cubicBezTo>
                <a:cubicBezTo>
                  <a:pt x="-12058" y="983751"/>
                  <a:pt x="23322" y="581011"/>
                  <a:pt x="0" y="428025"/>
                </a:cubicBezTo>
                <a:close/>
              </a:path>
              <a:path w="5341758" h="3354688" stroke="0" extrusionOk="0">
                <a:moveTo>
                  <a:pt x="0" y="428025"/>
                </a:moveTo>
                <a:cubicBezTo>
                  <a:pt x="-47920" y="162075"/>
                  <a:pt x="163929" y="10398"/>
                  <a:pt x="428025" y="0"/>
                </a:cubicBezTo>
                <a:cubicBezTo>
                  <a:pt x="693893" y="9822"/>
                  <a:pt x="796739" y="31654"/>
                  <a:pt x="1158555" y="0"/>
                </a:cubicBezTo>
                <a:cubicBezTo>
                  <a:pt x="1520371" y="-31654"/>
                  <a:pt x="1582816" y="-20756"/>
                  <a:pt x="1754513" y="0"/>
                </a:cubicBezTo>
                <a:cubicBezTo>
                  <a:pt x="1926210" y="20756"/>
                  <a:pt x="2138673" y="26413"/>
                  <a:pt x="2305614" y="0"/>
                </a:cubicBezTo>
                <a:cubicBezTo>
                  <a:pt x="2472555" y="-26413"/>
                  <a:pt x="2794983" y="-10646"/>
                  <a:pt x="2991287" y="0"/>
                </a:cubicBezTo>
                <a:cubicBezTo>
                  <a:pt x="3187591" y="10646"/>
                  <a:pt x="3363195" y="-17673"/>
                  <a:pt x="3587245" y="0"/>
                </a:cubicBezTo>
                <a:cubicBezTo>
                  <a:pt x="3811295" y="17673"/>
                  <a:pt x="4094017" y="34204"/>
                  <a:pt x="4317775" y="0"/>
                </a:cubicBezTo>
                <a:cubicBezTo>
                  <a:pt x="4541533" y="-34204"/>
                  <a:pt x="4705998" y="1375"/>
                  <a:pt x="4913733" y="0"/>
                </a:cubicBezTo>
                <a:cubicBezTo>
                  <a:pt x="5131459" y="30879"/>
                  <a:pt x="5325894" y="173233"/>
                  <a:pt x="5341758" y="428025"/>
                </a:cubicBezTo>
                <a:cubicBezTo>
                  <a:pt x="5336361" y="622642"/>
                  <a:pt x="5316017" y="793007"/>
                  <a:pt x="5341758" y="1002712"/>
                </a:cubicBezTo>
                <a:cubicBezTo>
                  <a:pt x="5367499" y="1212417"/>
                  <a:pt x="5365372" y="1488105"/>
                  <a:pt x="5341758" y="1627371"/>
                </a:cubicBezTo>
                <a:cubicBezTo>
                  <a:pt x="5318144" y="1766637"/>
                  <a:pt x="5335593" y="1931319"/>
                  <a:pt x="5341758" y="2227044"/>
                </a:cubicBezTo>
                <a:cubicBezTo>
                  <a:pt x="5347923" y="2522769"/>
                  <a:pt x="5315463" y="2636048"/>
                  <a:pt x="5341758" y="2926663"/>
                </a:cubicBezTo>
                <a:cubicBezTo>
                  <a:pt x="5351458" y="3151013"/>
                  <a:pt x="5112751" y="3340240"/>
                  <a:pt x="4913733" y="3354688"/>
                </a:cubicBezTo>
                <a:cubicBezTo>
                  <a:pt x="4640394" y="3356073"/>
                  <a:pt x="4548442" y="3333659"/>
                  <a:pt x="4272918" y="3354688"/>
                </a:cubicBezTo>
                <a:cubicBezTo>
                  <a:pt x="3997395" y="3375717"/>
                  <a:pt x="3906513" y="3329752"/>
                  <a:pt x="3542388" y="3354688"/>
                </a:cubicBezTo>
                <a:cubicBezTo>
                  <a:pt x="3178263" y="3379625"/>
                  <a:pt x="3061380" y="3363593"/>
                  <a:pt x="2901573" y="3354688"/>
                </a:cubicBezTo>
                <a:cubicBezTo>
                  <a:pt x="2741766" y="3345783"/>
                  <a:pt x="2529407" y="3364120"/>
                  <a:pt x="2395328" y="3354688"/>
                </a:cubicBezTo>
                <a:cubicBezTo>
                  <a:pt x="2261249" y="3345256"/>
                  <a:pt x="2043934" y="3342701"/>
                  <a:pt x="1844227" y="3354688"/>
                </a:cubicBezTo>
                <a:cubicBezTo>
                  <a:pt x="1644520" y="3366675"/>
                  <a:pt x="1333389" y="3332390"/>
                  <a:pt x="1113698" y="3354688"/>
                </a:cubicBezTo>
                <a:cubicBezTo>
                  <a:pt x="894007" y="3376986"/>
                  <a:pt x="721810" y="3368600"/>
                  <a:pt x="428025" y="3354688"/>
                </a:cubicBezTo>
                <a:cubicBezTo>
                  <a:pt x="209058" y="3389190"/>
                  <a:pt x="-27905" y="3177771"/>
                  <a:pt x="0" y="2926663"/>
                </a:cubicBezTo>
                <a:cubicBezTo>
                  <a:pt x="13896" y="2711776"/>
                  <a:pt x="-2629" y="2535849"/>
                  <a:pt x="0" y="2277017"/>
                </a:cubicBezTo>
                <a:cubicBezTo>
                  <a:pt x="2629" y="2018185"/>
                  <a:pt x="-22765" y="1988662"/>
                  <a:pt x="0" y="1727317"/>
                </a:cubicBezTo>
                <a:cubicBezTo>
                  <a:pt x="22765" y="1465972"/>
                  <a:pt x="17665" y="1234707"/>
                  <a:pt x="0" y="1102657"/>
                </a:cubicBezTo>
                <a:cubicBezTo>
                  <a:pt x="-17665" y="970607"/>
                  <a:pt x="8560" y="617645"/>
                  <a:pt x="0" y="428025"/>
                </a:cubicBezTo>
                <a:close/>
              </a:path>
            </a:pathLst>
          </a:custGeom>
          <a:solidFill>
            <a:srgbClr val="F1F4F9"/>
          </a:solidFill>
          <a:ln w="130175">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pic>
        <p:nvPicPr>
          <p:cNvPr id="4" name="Grafik 8979">
            <a:extLst>
              <a:ext uri="{FF2B5EF4-FFF2-40B4-BE49-F238E27FC236}">
                <a16:creationId xmlns:a16="http://schemas.microsoft.com/office/drawing/2014/main" id="{84B1DCE0-9E2F-7E07-6891-579D401C4D12}"/>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34956" y="1569774"/>
            <a:ext cx="5549174" cy="3278412"/>
          </a:xfrm>
          <a:prstGeom prst="rect">
            <a:avLst/>
          </a:prstGeom>
        </p:spPr>
      </p:pic>
      <p:sp>
        <p:nvSpPr>
          <p:cNvPr id="216" name="!!Rounded Rectangle 48">
            <a:extLst>
              <a:ext uri="{FF2B5EF4-FFF2-40B4-BE49-F238E27FC236}">
                <a16:creationId xmlns:a16="http://schemas.microsoft.com/office/drawing/2014/main" id="{097CC7F5-8620-2DB8-668A-7332B4C88B6A}"/>
              </a:ext>
            </a:extLst>
          </p:cNvPr>
          <p:cNvSpPr/>
          <p:nvPr/>
        </p:nvSpPr>
        <p:spPr>
          <a:xfrm>
            <a:off x="1032064" y="5288226"/>
            <a:ext cx="3928486" cy="890780"/>
          </a:xfrm>
          <a:custGeom>
            <a:avLst/>
            <a:gdLst>
              <a:gd name="csX0" fmla="*/ 0 w 3928486"/>
              <a:gd name="csY0" fmla="*/ 148466 h 890780"/>
              <a:gd name="csX1" fmla="*/ 148466 w 3928486"/>
              <a:gd name="csY1" fmla="*/ 0 h 890780"/>
              <a:gd name="csX2" fmla="*/ 790041 w 3928486"/>
              <a:gd name="csY2" fmla="*/ 0 h 890780"/>
              <a:gd name="csX3" fmla="*/ 1322668 w 3928486"/>
              <a:gd name="csY3" fmla="*/ 0 h 890780"/>
              <a:gd name="csX4" fmla="*/ 1927927 w 3928486"/>
              <a:gd name="csY4" fmla="*/ 0 h 890780"/>
              <a:gd name="csX5" fmla="*/ 2424240 w 3928486"/>
              <a:gd name="csY5" fmla="*/ 0 h 890780"/>
              <a:gd name="csX6" fmla="*/ 2920552 w 3928486"/>
              <a:gd name="csY6" fmla="*/ 0 h 890780"/>
              <a:gd name="csX7" fmla="*/ 3780020 w 3928486"/>
              <a:gd name="csY7" fmla="*/ 0 h 890780"/>
              <a:gd name="csX8" fmla="*/ 3928486 w 3928486"/>
              <a:gd name="csY8" fmla="*/ 148466 h 890780"/>
              <a:gd name="csX9" fmla="*/ 3928486 w 3928486"/>
              <a:gd name="csY9" fmla="*/ 742314 h 890780"/>
              <a:gd name="csX10" fmla="*/ 3780020 w 3928486"/>
              <a:gd name="csY10" fmla="*/ 890780 h 890780"/>
              <a:gd name="csX11" fmla="*/ 3174761 w 3928486"/>
              <a:gd name="csY11" fmla="*/ 890780 h 890780"/>
              <a:gd name="csX12" fmla="*/ 2642133 w 3928486"/>
              <a:gd name="csY12" fmla="*/ 890780 h 890780"/>
              <a:gd name="csX13" fmla="*/ 2145821 w 3928486"/>
              <a:gd name="csY13" fmla="*/ 890780 h 890780"/>
              <a:gd name="csX14" fmla="*/ 1613193 w 3928486"/>
              <a:gd name="csY14" fmla="*/ 890780 h 890780"/>
              <a:gd name="csX15" fmla="*/ 971618 w 3928486"/>
              <a:gd name="csY15" fmla="*/ 890780 h 890780"/>
              <a:gd name="csX16" fmla="*/ 148466 w 3928486"/>
              <a:gd name="csY16" fmla="*/ 890780 h 890780"/>
              <a:gd name="csX17" fmla="*/ 0 w 3928486"/>
              <a:gd name="csY17" fmla="*/ 742314 h 890780"/>
              <a:gd name="csX18" fmla="*/ 0 w 3928486"/>
              <a:gd name="csY18" fmla="*/ 148466 h 890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928486" h="890780" fill="none" extrusionOk="0">
                <a:moveTo>
                  <a:pt x="0" y="148466"/>
                </a:moveTo>
                <a:cubicBezTo>
                  <a:pt x="-6043" y="66719"/>
                  <a:pt x="67604" y="-2044"/>
                  <a:pt x="148466" y="0"/>
                </a:cubicBezTo>
                <a:cubicBezTo>
                  <a:pt x="281139" y="-509"/>
                  <a:pt x="653035" y="24581"/>
                  <a:pt x="790041" y="0"/>
                </a:cubicBezTo>
                <a:cubicBezTo>
                  <a:pt x="927047" y="-24581"/>
                  <a:pt x="1086946" y="-16230"/>
                  <a:pt x="1322668" y="0"/>
                </a:cubicBezTo>
                <a:cubicBezTo>
                  <a:pt x="1558390" y="16230"/>
                  <a:pt x="1679142" y="26048"/>
                  <a:pt x="1927927" y="0"/>
                </a:cubicBezTo>
                <a:cubicBezTo>
                  <a:pt x="2176712" y="-26048"/>
                  <a:pt x="2309049" y="22416"/>
                  <a:pt x="2424240" y="0"/>
                </a:cubicBezTo>
                <a:cubicBezTo>
                  <a:pt x="2539431" y="-22416"/>
                  <a:pt x="2792840" y="-3304"/>
                  <a:pt x="2920552" y="0"/>
                </a:cubicBezTo>
                <a:cubicBezTo>
                  <a:pt x="3048264" y="3304"/>
                  <a:pt x="3527882" y="-22567"/>
                  <a:pt x="3780020" y="0"/>
                </a:cubicBezTo>
                <a:cubicBezTo>
                  <a:pt x="3871504" y="3321"/>
                  <a:pt x="3933710" y="84065"/>
                  <a:pt x="3928486" y="148466"/>
                </a:cubicBezTo>
                <a:cubicBezTo>
                  <a:pt x="3941361" y="417503"/>
                  <a:pt x="3903300" y="541293"/>
                  <a:pt x="3928486" y="742314"/>
                </a:cubicBezTo>
                <a:cubicBezTo>
                  <a:pt x="3927610" y="827040"/>
                  <a:pt x="3861180" y="888148"/>
                  <a:pt x="3780020" y="890780"/>
                </a:cubicBezTo>
                <a:cubicBezTo>
                  <a:pt x="3540265" y="888367"/>
                  <a:pt x="3344210" y="887504"/>
                  <a:pt x="3174761" y="890780"/>
                </a:cubicBezTo>
                <a:cubicBezTo>
                  <a:pt x="3005312" y="894056"/>
                  <a:pt x="2864723" y="864432"/>
                  <a:pt x="2642133" y="890780"/>
                </a:cubicBezTo>
                <a:cubicBezTo>
                  <a:pt x="2419543" y="917128"/>
                  <a:pt x="2332783" y="899118"/>
                  <a:pt x="2145821" y="890780"/>
                </a:cubicBezTo>
                <a:cubicBezTo>
                  <a:pt x="1958859" y="882442"/>
                  <a:pt x="1766528" y="905811"/>
                  <a:pt x="1613193" y="890780"/>
                </a:cubicBezTo>
                <a:cubicBezTo>
                  <a:pt x="1459858" y="875749"/>
                  <a:pt x="1158878" y="913365"/>
                  <a:pt x="971618" y="890780"/>
                </a:cubicBezTo>
                <a:cubicBezTo>
                  <a:pt x="784358" y="868195"/>
                  <a:pt x="316414" y="921114"/>
                  <a:pt x="148466" y="890780"/>
                </a:cubicBezTo>
                <a:cubicBezTo>
                  <a:pt x="80113" y="891214"/>
                  <a:pt x="6362" y="830902"/>
                  <a:pt x="0" y="742314"/>
                </a:cubicBezTo>
                <a:cubicBezTo>
                  <a:pt x="-1362" y="452220"/>
                  <a:pt x="-20382" y="434697"/>
                  <a:pt x="0" y="148466"/>
                </a:cubicBezTo>
                <a:close/>
              </a:path>
              <a:path w="3928486" h="890780" stroke="0" extrusionOk="0">
                <a:moveTo>
                  <a:pt x="0" y="148466"/>
                </a:moveTo>
                <a:cubicBezTo>
                  <a:pt x="-12093" y="59011"/>
                  <a:pt x="52837" y="5117"/>
                  <a:pt x="148466" y="0"/>
                </a:cubicBezTo>
                <a:cubicBezTo>
                  <a:pt x="383430" y="-31354"/>
                  <a:pt x="627108" y="22908"/>
                  <a:pt x="826356" y="0"/>
                </a:cubicBezTo>
                <a:cubicBezTo>
                  <a:pt x="1025604" y="-22908"/>
                  <a:pt x="1162511" y="15195"/>
                  <a:pt x="1395300" y="0"/>
                </a:cubicBezTo>
                <a:cubicBezTo>
                  <a:pt x="1628089" y="-15195"/>
                  <a:pt x="1805346" y="-12297"/>
                  <a:pt x="1927927" y="0"/>
                </a:cubicBezTo>
                <a:cubicBezTo>
                  <a:pt x="2050508" y="12297"/>
                  <a:pt x="2298086" y="8398"/>
                  <a:pt x="2569502" y="0"/>
                </a:cubicBezTo>
                <a:cubicBezTo>
                  <a:pt x="2840918" y="-8398"/>
                  <a:pt x="3009596" y="-23247"/>
                  <a:pt x="3138445" y="0"/>
                </a:cubicBezTo>
                <a:cubicBezTo>
                  <a:pt x="3267294" y="23247"/>
                  <a:pt x="3495830" y="-20700"/>
                  <a:pt x="3780020" y="0"/>
                </a:cubicBezTo>
                <a:cubicBezTo>
                  <a:pt x="3860834" y="-11272"/>
                  <a:pt x="3919605" y="78812"/>
                  <a:pt x="3928486" y="148466"/>
                </a:cubicBezTo>
                <a:cubicBezTo>
                  <a:pt x="3922286" y="370892"/>
                  <a:pt x="3941985" y="616807"/>
                  <a:pt x="3928486" y="742314"/>
                </a:cubicBezTo>
                <a:cubicBezTo>
                  <a:pt x="3923282" y="824012"/>
                  <a:pt x="3864626" y="883623"/>
                  <a:pt x="3780020" y="890780"/>
                </a:cubicBezTo>
                <a:cubicBezTo>
                  <a:pt x="3506892" y="896665"/>
                  <a:pt x="3341728" y="900851"/>
                  <a:pt x="3138445" y="890780"/>
                </a:cubicBezTo>
                <a:cubicBezTo>
                  <a:pt x="2935163" y="880709"/>
                  <a:pt x="2763963" y="916397"/>
                  <a:pt x="2460555" y="890780"/>
                </a:cubicBezTo>
                <a:cubicBezTo>
                  <a:pt x="2157147" y="865164"/>
                  <a:pt x="2053295" y="872082"/>
                  <a:pt x="1782665" y="890780"/>
                </a:cubicBezTo>
                <a:cubicBezTo>
                  <a:pt x="1512035" y="909479"/>
                  <a:pt x="1439613" y="884417"/>
                  <a:pt x="1250037" y="890780"/>
                </a:cubicBezTo>
                <a:cubicBezTo>
                  <a:pt x="1060461" y="897143"/>
                  <a:pt x="624047" y="935954"/>
                  <a:pt x="148466" y="890780"/>
                </a:cubicBezTo>
                <a:cubicBezTo>
                  <a:pt x="62927" y="883558"/>
                  <a:pt x="299" y="820261"/>
                  <a:pt x="0" y="742314"/>
                </a:cubicBezTo>
                <a:cubicBezTo>
                  <a:pt x="12323" y="466110"/>
                  <a:pt x="-20073" y="337625"/>
                  <a:pt x="0" y="14846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217" name="TextBox 216">
            <a:extLst>
              <a:ext uri="{FF2B5EF4-FFF2-40B4-BE49-F238E27FC236}">
                <a16:creationId xmlns:a16="http://schemas.microsoft.com/office/drawing/2014/main" id="{D34C4AE7-34B4-A0AF-DCDB-D25A69228FC3}"/>
              </a:ext>
            </a:extLst>
          </p:cNvPr>
          <p:cNvSpPr txBox="1"/>
          <p:nvPr/>
        </p:nvSpPr>
        <p:spPr>
          <a:xfrm>
            <a:off x="1032063" y="5379673"/>
            <a:ext cx="3928486" cy="707886"/>
          </a:xfrm>
          <a:prstGeom prst="rect">
            <a:avLst/>
          </a:prstGeom>
          <a:noFill/>
        </p:spPr>
        <p:txBody>
          <a:bodyPr wrap="square">
            <a:spAutoFit/>
          </a:bodyPr>
          <a:lstStyle/>
          <a:p>
            <a:pPr algn="ctr"/>
            <a:r>
              <a:rPr lang="en-DE" sz="2000" b="1" dirty="0">
                <a:solidFill>
                  <a:schemeClr val="bg1"/>
                </a:solidFill>
                <a:latin typeface="Calibri" panose="020F0502020204030204" pitchFamily="34" charset="0"/>
                <a:cs typeface="Calibri" panose="020F0502020204030204" pitchFamily="34" charset="0"/>
              </a:rPr>
              <a:t>Steering effectively controls CPS </a:t>
            </a:r>
            <a:br>
              <a:rPr lang="en-DE" sz="2000" b="1" dirty="0">
                <a:solidFill>
                  <a:schemeClr val="bg1"/>
                </a:solidFill>
                <a:latin typeface="Calibri" panose="020F0502020204030204" pitchFamily="34" charset="0"/>
                <a:cs typeface="Calibri" panose="020F0502020204030204" pitchFamily="34" charset="0"/>
              </a:rPr>
            </a:br>
            <a:r>
              <a:rPr lang="en-DE" sz="2000" b="1" dirty="0">
                <a:solidFill>
                  <a:schemeClr val="bg1"/>
                </a:solidFill>
                <a:latin typeface="Calibri" panose="020F0502020204030204" pitchFamily="34" charset="0"/>
                <a:cs typeface="Calibri" panose="020F0502020204030204" pitchFamily="34" charset="0"/>
              </a:rPr>
              <a:t>in both directions…</a:t>
            </a:r>
            <a:endParaRPr lang="en-DE" sz="2000" b="1" dirty="0">
              <a:solidFill>
                <a:srgbClr val="D86ECC"/>
              </a:solidFill>
              <a:latin typeface="Calibri" panose="020F0502020204030204" pitchFamily="34" charset="0"/>
              <a:cs typeface="Calibri" panose="020F0502020204030204" pitchFamily="34" charset="0"/>
            </a:endParaRPr>
          </a:p>
        </p:txBody>
      </p:sp>
      <p:sp>
        <p:nvSpPr>
          <p:cNvPr id="223" name="Rounded Rectangle 49">
            <a:extLst>
              <a:ext uri="{FF2B5EF4-FFF2-40B4-BE49-F238E27FC236}">
                <a16:creationId xmlns:a16="http://schemas.microsoft.com/office/drawing/2014/main" id="{B1CA720B-545D-B390-9A95-30E62DAB3CB6}"/>
              </a:ext>
            </a:extLst>
          </p:cNvPr>
          <p:cNvSpPr/>
          <p:nvPr/>
        </p:nvSpPr>
        <p:spPr>
          <a:xfrm>
            <a:off x="6096000" y="2409584"/>
            <a:ext cx="5934112" cy="1911917"/>
          </a:xfrm>
          <a:custGeom>
            <a:avLst/>
            <a:gdLst>
              <a:gd name="csX0" fmla="*/ 0 w 5934112"/>
              <a:gd name="csY0" fmla="*/ 243941 h 1911917"/>
              <a:gd name="csX1" fmla="*/ 243941 w 5934112"/>
              <a:gd name="csY1" fmla="*/ 0 h 1911917"/>
              <a:gd name="csX2" fmla="*/ 870257 w 5934112"/>
              <a:gd name="csY2" fmla="*/ 0 h 1911917"/>
              <a:gd name="csX3" fmla="*/ 1387649 w 5934112"/>
              <a:gd name="csY3" fmla="*/ 0 h 1911917"/>
              <a:gd name="csX4" fmla="*/ 2122890 w 5934112"/>
              <a:gd name="csY4" fmla="*/ 0 h 1911917"/>
              <a:gd name="csX5" fmla="*/ 2694745 w 5934112"/>
              <a:gd name="csY5" fmla="*/ 0 h 1911917"/>
              <a:gd name="csX6" fmla="*/ 3212136 w 5934112"/>
              <a:gd name="csY6" fmla="*/ 0 h 1911917"/>
              <a:gd name="csX7" fmla="*/ 3783991 w 5934112"/>
              <a:gd name="csY7" fmla="*/ 0 h 1911917"/>
              <a:gd name="csX8" fmla="*/ 4519232 w 5934112"/>
              <a:gd name="csY8" fmla="*/ 0 h 1911917"/>
              <a:gd name="csX9" fmla="*/ 5091086 w 5934112"/>
              <a:gd name="csY9" fmla="*/ 0 h 1911917"/>
              <a:gd name="csX10" fmla="*/ 5690171 w 5934112"/>
              <a:gd name="csY10" fmla="*/ 0 h 1911917"/>
              <a:gd name="csX11" fmla="*/ 5934112 w 5934112"/>
              <a:gd name="csY11" fmla="*/ 243941 h 1911917"/>
              <a:gd name="csX12" fmla="*/ 5934112 w 5934112"/>
              <a:gd name="csY12" fmla="*/ 732860 h 1911917"/>
              <a:gd name="csX13" fmla="*/ 5934112 w 5934112"/>
              <a:gd name="csY13" fmla="*/ 1179057 h 1911917"/>
              <a:gd name="csX14" fmla="*/ 5934112 w 5934112"/>
              <a:gd name="csY14" fmla="*/ 1667976 h 1911917"/>
              <a:gd name="csX15" fmla="*/ 5690171 w 5934112"/>
              <a:gd name="csY15" fmla="*/ 1911917 h 1911917"/>
              <a:gd name="csX16" fmla="*/ 5172779 w 5934112"/>
              <a:gd name="csY16" fmla="*/ 1911917 h 1911917"/>
              <a:gd name="csX17" fmla="*/ 4546463 w 5934112"/>
              <a:gd name="csY17" fmla="*/ 1911917 h 1911917"/>
              <a:gd name="csX18" fmla="*/ 3811222 w 5934112"/>
              <a:gd name="csY18" fmla="*/ 1911917 h 1911917"/>
              <a:gd name="csX19" fmla="*/ 3239368 w 5934112"/>
              <a:gd name="csY19" fmla="*/ 1911917 h 1911917"/>
              <a:gd name="csX20" fmla="*/ 2558589 w 5934112"/>
              <a:gd name="csY20" fmla="*/ 1911917 h 1911917"/>
              <a:gd name="csX21" fmla="*/ 2041197 w 5934112"/>
              <a:gd name="csY21" fmla="*/ 1911917 h 1911917"/>
              <a:gd name="csX22" fmla="*/ 1251494 w 5934112"/>
              <a:gd name="csY22" fmla="*/ 1911917 h 1911917"/>
              <a:gd name="csX23" fmla="*/ 243941 w 5934112"/>
              <a:gd name="csY23" fmla="*/ 1911917 h 1911917"/>
              <a:gd name="csX24" fmla="*/ 0 w 5934112"/>
              <a:gd name="csY24" fmla="*/ 1667976 h 1911917"/>
              <a:gd name="csX25" fmla="*/ 0 w 5934112"/>
              <a:gd name="csY25" fmla="*/ 1193298 h 1911917"/>
              <a:gd name="csX26" fmla="*/ 0 w 5934112"/>
              <a:gd name="csY26" fmla="*/ 718619 h 1911917"/>
              <a:gd name="csX27" fmla="*/ 0 w 5934112"/>
              <a:gd name="csY27" fmla="*/ 243941 h 19119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Lst>
            <a:rect l="l" t="t" r="r" b="b"/>
            <a:pathLst>
              <a:path w="5934112" h="1911917" fill="none" extrusionOk="0">
                <a:moveTo>
                  <a:pt x="0" y="243941"/>
                </a:moveTo>
                <a:cubicBezTo>
                  <a:pt x="-804" y="92528"/>
                  <a:pt x="131838" y="14252"/>
                  <a:pt x="243941" y="0"/>
                </a:cubicBezTo>
                <a:cubicBezTo>
                  <a:pt x="471620" y="3474"/>
                  <a:pt x="725141" y="10797"/>
                  <a:pt x="870257" y="0"/>
                </a:cubicBezTo>
                <a:cubicBezTo>
                  <a:pt x="1015373" y="-10797"/>
                  <a:pt x="1132457" y="21944"/>
                  <a:pt x="1387649" y="0"/>
                </a:cubicBezTo>
                <a:cubicBezTo>
                  <a:pt x="1642841" y="-21944"/>
                  <a:pt x="1776196" y="7156"/>
                  <a:pt x="2122890" y="0"/>
                </a:cubicBezTo>
                <a:cubicBezTo>
                  <a:pt x="2469584" y="-7156"/>
                  <a:pt x="2542704" y="26586"/>
                  <a:pt x="2694745" y="0"/>
                </a:cubicBezTo>
                <a:cubicBezTo>
                  <a:pt x="2846786" y="-26586"/>
                  <a:pt x="2988962" y="-13311"/>
                  <a:pt x="3212136" y="0"/>
                </a:cubicBezTo>
                <a:cubicBezTo>
                  <a:pt x="3435310" y="13311"/>
                  <a:pt x="3503330" y="24429"/>
                  <a:pt x="3783991" y="0"/>
                </a:cubicBezTo>
                <a:cubicBezTo>
                  <a:pt x="4064652" y="-24429"/>
                  <a:pt x="4342467" y="-18285"/>
                  <a:pt x="4519232" y="0"/>
                </a:cubicBezTo>
                <a:cubicBezTo>
                  <a:pt x="4695997" y="18285"/>
                  <a:pt x="4947638" y="9676"/>
                  <a:pt x="5091086" y="0"/>
                </a:cubicBezTo>
                <a:cubicBezTo>
                  <a:pt x="5234534" y="-9676"/>
                  <a:pt x="5485172" y="4604"/>
                  <a:pt x="5690171" y="0"/>
                </a:cubicBezTo>
                <a:cubicBezTo>
                  <a:pt x="5830535" y="1118"/>
                  <a:pt x="5926521" y="114117"/>
                  <a:pt x="5934112" y="243941"/>
                </a:cubicBezTo>
                <a:cubicBezTo>
                  <a:pt x="5945087" y="384621"/>
                  <a:pt x="5949692" y="616498"/>
                  <a:pt x="5934112" y="732860"/>
                </a:cubicBezTo>
                <a:cubicBezTo>
                  <a:pt x="5918532" y="849222"/>
                  <a:pt x="5954852" y="980769"/>
                  <a:pt x="5934112" y="1179057"/>
                </a:cubicBezTo>
                <a:cubicBezTo>
                  <a:pt x="5913372" y="1377345"/>
                  <a:pt x="5917054" y="1516285"/>
                  <a:pt x="5934112" y="1667976"/>
                </a:cubicBezTo>
                <a:cubicBezTo>
                  <a:pt x="5923960" y="1784567"/>
                  <a:pt x="5819212" y="1914559"/>
                  <a:pt x="5690171" y="1911917"/>
                </a:cubicBezTo>
                <a:cubicBezTo>
                  <a:pt x="5548946" y="1928793"/>
                  <a:pt x="5302869" y="1929433"/>
                  <a:pt x="5172779" y="1911917"/>
                </a:cubicBezTo>
                <a:cubicBezTo>
                  <a:pt x="5042689" y="1894401"/>
                  <a:pt x="4770616" y="1936968"/>
                  <a:pt x="4546463" y="1911917"/>
                </a:cubicBezTo>
                <a:cubicBezTo>
                  <a:pt x="4322310" y="1886866"/>
                  <a:pt x="3960710" y="1910862"/>
                  <a:pt x="3811222" y="1911917"/>
                </a:cubicBezTo>
                <a:cubicBezTo>
                  <a:pt x="3661734" y="1912972"/>
                  <a:pt x="3375911" y="1905285"/>
                  <a:pt x="3239368" y="1911917"/>
                </a:cubicBezTo>
                <a:cubicBezTo>
                  <a:pt x="3102825" y="1918549"/>
                  <a:pt x="2867026" y="1891249"/>
                  <a:pt x="2558589" y="1911917"/>
                </a:cubicBezTo>
                <a:cubicBezTo>
                  <a:pt x="2250152" y="1932585"/>
                  <a:pt x="2193500" y="1891356"/>
                  <a:pt x="2041197" y="1911917"/>
                </a:cubicBezTo>
                <a:cubicBezTo>
                  <a:pt x="1888894" y="1932478"/>
                  <a:pt x="1572298" y="1943786"/>
                  <a:pt x="1251494" y="1911917"/>
                </a:cubicBezTo>
                <a:cubicBezTo>
                  <a:pt x="930690" y="1880048"/>
                  <a:pt x="519785" y="1947375"/>
                  <a:pt x="243941" y="1911917"/>
                </a:cubicBezTo>
                <a:cubicBezTo>
                  <a:pt x="111619" y="1902616"/>
                  <a:pt x="5720" y="1781215"/>
                  <a:pt x="0" y="1667976"/>
                </a:cubicBezTo>
                <a:cubicBezTo>
                  <a:pt x="3053" y="1539307"/>
                  <a:pt x="9472" y="1328857"/>
                  <a:pt x="0" y="1193298"/>
                </a:cubicBezTo>
                <a:cubicBezTo>
                  <a:pt x="-9472" y="1057739"/>
                  <a:pt x="-3313" y="901125"/>
                  <a:pt x="0" y="718619"/>
                </a:cubicBezTo>
                <a:cubicBezTo>
                  <a:pt x="3313" y="536113"/>
                  <a:pt x="-22377" y="457294"/>
                  <a:pt x="0" y="243941"/>
                </a:cubicBezTo>
                <a:close/>
              </a:path>
              <a:path w="5934112" h="1911917" stroke="0" extrusionOk="0">
                <a:moveTo>
                  <a:pt x="0" y="243941"/>
                </a:moveTo>
                <a:cubicBezTo>
                  <a:pt x="-23980" y="94425"/>
                  <a:pt x="81009" y="10587"/>
                  <a:pt x="243941" y="0"/>
                </a:cubicBezTo>
                <a:cubicBezTo>
                  <a:pt x="561966" y="-142"/>
                  <a:pt x="742476" y="31283"/>
                  <a:pt x="1033644" y="0"/>
                </a:cubicBezTo>
                <a:cubicBezTo>
                  <a:pt x="1324812" y="-31283"/>
                  <a:pt x="1400489" y="-28141"/>
                  <a:pt x="1659961" y="0"/>
                </a:cubicBezTo>
                <a:cubicBezTo>
                  <a:pt x="1919433" y="28141"/>
                  <a:pt x="1999155" y="-20716"/>
                  <a:pt x="2231815" y="0"/>
                </a:cubicBezTo>
                <a:cubicBezTo>
                  <a:pt x="2464475" y="20716"/>
                  <a:pt x="2628229" y="-28247"/>
                  <a:pt x="2967056" y="0"/>
                </a:cubicBezTo>
                <a:cubicBezTo>
                  <a:pt x="3305883" y="28247"/>
                  <a:pt x="3418841" y="-11853"/>
                  <a:pt x="3593372" y="0"/>
                </a:cubicBezTo>
                <a:cubicBezTo>
                  <a:pt x="3767903" y="11853"/>
                  <a:pt x="4211807" y="-25648"/>
                  <a:pt x="4383076" y="0"/>
                </a:cubicBezTo>
                <a:cubicBezTo>
                  <a:pt x="4554345" y="25648"/>
                  <a:pt x="4719322" y="21918"/>
                  <a:pt x="4954930" y="0"/>
                </a:cubicBezTo>
                <a:cubicBezTo>
                  <a:pt x="5190538" y="-21918"/>
                  <a:pt x="5461208" y="4450"/>
                  <a:pt x="5690171" y="0"/>
                </a:cubicBezTo>
                <a:cubicBezTo>
                  <a:pt x="5838870" y="3360"/>
                  <a:pt x="5912302" y="105688"/>
                  <a:pt x="5934112" y="243941"/>
                </a:cubicBezTo>
                <a:cubicBezTo>
                  <a:pt x="5941391" y="435687"/>
                  <a:pt x="5923497" y="525619"/>
                  <a:pt x="5934112" y="718619"/>
                </a:cubicBezTo>
                <a:cubicBezTo>
                  <a:pt x="5944727" y="911619"/>
                  <a:pt x="5948434" y="1054395"/>
                  <a:pt x="5934112" y="1179057"/>
                </a:cubicBezTo>
                <a:cubicBezTo>
                  <a:pt x="5919790" y="1303719"/>
                  <a:pt x="5945834" y="1566706"/>
                  <a:pt x="5934112" y="1667976"/>
                </a:cubicBezTo>
                <a:cubicBezTo>
                  <a:pt x="5937954" y="1797931"/>
                  <a:pt x="5800298" y="1902408"/>
                  <a:pt x="5690171" y="1911917"/>
                </a:cubicBezTo>
                <a:cubicBezTo>
                  <a:pt x="5417752" y="1938344"/>
                  <a:pt x="5167079" y="1900124"/>
                  <a:pt x="5009392" y="1911917"/>
                </a:cubicBezTo>
                <a:cubicBezTo>
                  <a:pt x="4851705" y="1923710"/>
                  <a:pt x="4536615" y="1880563"/>
                  <a:pt x="4219689" y="1911917"/>
                </a:cubicBezTo>
                <a:cubicBezTo>
                  <a:pt x="3902763" y="1943271"/>
                  <a:pt x="3682116" y="1927590"/>
                  <a:pt x="3538910" y="1911917"/>
                </a:cubicBezTo>
                <a:cubicBezTo>
                  <a:pt x="3395704" y="1896244"/>
                  <a:pt x="3180110" y="1916686"/>
                  <a:pt x="3021518" y="1911917"/>
                </a:cubicBezTo>
                <a:cubicBezTo>
                  <a:pt x="2862926" y="1907148"/>
                  <a:pt x="2691743" y="1922814"/>
                  <a:pt x="2449664" y="1911917"/>
                </a:cubicBezTo>
                <a:cubicBezTo>
                  <a:pt x="2207585" y="1901020"/>
                  <a:pt x="1886238" y="1936269"/>
                  <a:pt x="1659961" y="1911917"/>
                </a:cubicBezTo>
                <a:cubicBezTo>
                  <a:pt x="1433684" y="1887565"/>
                  <a:pt x="1223309" y="1894022"/>
                  <a:pt x="979182" y="1911917"/>
                </a:cubicBezTo>
                <a:cubicBezTo>
                  <a:pt x="735055" y="1929812"/>
                  <a:pt x="608907" y="1903128"/>
                  <a:pt x="243941" y="1911917"/>
                </a:cubicBezTo>
                <a:cubicBezTo>
                  <a:pt x="108131" y="1882670"/>
                  <a:pt x="3393" y="1803409"/>
                  <a:pt x="0" y="1667976"/>
                </a:cubicBezTo>
                <a:cubicBezTo>
                  <a:pt x="3598" y="1564820"/>
                  <a:pt x="14965" y="1408893"/>
                  <a:pt x="0" y="1193298"/>
                </a:cubicBezTo>
                <a:cubicBezTo>
                  <a:pt x="-14965" y="977703"/>
                  <a:pt x="11715" y="894068"/>
                  <a:pt x="0" y="718619"/>
                </a:cubicBezTo>
                <a:cubicBezTo>
                  <a:pt x="-11715" y="543170"/>
                  <a:pt x="-950" y="340728"/>
                  <a:pt x="0" y="243941"/>
                </a:cubicBezTo>
                <a:close/>
              </a:path>
            </a:pathLst>
          </a:custGeom>
          <a:solidFill>
            <a:srgbClr val="F1F4F9"/>
          </a:solidFill>
          <a:ln w="130175">
            <a:solidFill>
              <a:srgbClr val="F1F4F9"/>
            </a:solidFill>
            <a:extLst>
              <a:ext uri="{C807C97D-BFC1-408E-A445-0C87EB9F89A2}">
                <ask:lineSketchStyleProps xmlns:ask="http://schemas.microsoft.com/office/drawing/2018/sketchyshapes" sd="1219033472">
                  <a:prstGeom prst="roundRect">
                    <a:avLst>
                      <a:gd name="adj" fmla="val 12759"/>
                    </a:avLst>
                  </a:prstGeom>
                  <ask:type>
                    <ask:lineSketchFreehand/>
                  </ask:type>
                </ask:lineSketchStyleProps>
              </a:ext>
            </a:extLst>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endParaRPr lang="en-US" noProof="0" dirty="0"/>
          </a:p>
        </p:txBody>
      </p:sp>
      <p:sp>
        <p:nvSpPr>
          <p:cNvPr id="239" name="!!Rounded Rectangle 48">
            <a:extLst>
              <a:ext uri="{FF2B5EF4-FFF2-40B4-BE49-F238E27FC236}">
                <a16:creationId xmlns:a16="http://schemas.microsoft.com/office/drawing/2014/main" id="{F74858FA-2B4D-A04A-604C-C5081043EFE8}"/>
              </a:ext>
            </a:extLst>
          </p:cNvPr>
          <p:cNvSpPr/>
          <p:nvPr/>
        </p:nvSpPr>
        <p:spPr>
          <a:xfrm>
            <a:off x="7231450" y="5288226"/>
            <a:ext cx="3928486" cy="890780"/>
          </a:xfrm>
          <a:custGeom>
            <a:avLst/>
            <a:gdLst>
              <a:gd name="csX0" fmla="*/ 0 w 3928486"/>
              <a:gd name="csY0" fmla="*/ 148466 h 890780"/>
              <a:gd name="csX1" fmla="*/ 148466 w 3928486"/>
              <a:gd name="csY1" fmla="*/ 0 h 890780"/>
              <a:gd name="csX2" fmla="*/ 790041 w 3928486"/>
              <a:gd name="csY2" fmla="*/ 0 h 890780"/>
              <a:gd name="csX3" fmla="*/ 1322668 w 3928486"/>
              <a:gd name="csY3" fmla="*/ 0 h 890780"/>
              <a:gd name="csX4" fmla="*/ 1927927 w 3928486"/>
              <a:gd name="csY4" fmla="*/ 0 h 890780"/>
              <a:gd name="csX5" fmla="*/ 2424240 w 3928486"/>
              <a:gd name="csY5" fmla="*/ 0 h 890780"/>
              <a:gd name="csX6" fmla="*/ 2920552 w 3928486"/>
              <a:gd name="csY6" fmla="*/ 0 h 890780"/>
              <a:gd name="csX7" fmla="*/ 3780020 w 3928486"/>
              <a:gd name="csY7" fmla="*/ 0 h 890780"/>
              <a:gd name="csX8" fmla="*/ 3928486 w 3928486"/>
              <a:gd name="csY8" fmla="*/ 148466 h 890780"/>
              <a:gd name="csX9" fmla="*/ 3928486 w 3928486"/>
              <a:gd name="csY9" fmla="*/ 742314 h 890780"/>
              <a:gd name="csX10" fmla="*/ 3780020 w 3928486"/>
              <a:gd name="csY10" fmla="*/ 890780 h 890780"/>
              <a:gd name="csX11" fmla="*/ 3174761 w 3928486"/>
              <a:gd name="csY11" fmla="*/ 890780 h 890780"/>
              <a:gd name="csX12" fmla="*/ 2642133 w 3928486"/>
              <a:gd name="csY12" fmla="*/ 890780 h 890780"/>
              <a:gd name="csX13" fmla="*/ 2145821 w 3928486"/>
              <a:gd name="csY13" fmla="*/ 890780 h 890780"/>
              <a:gd name="csX14" fmla="*/ 1613193 w 3928486"/>
              <a:gd name="csY14" fmla="*/ 890780 h 890780"/>
              <a:gd name="csX15" fmla="*/ 971618 w 3928486"/>
              <a:gd name="csY15" fmla="*/ 890780 h 890780"/>
              <a:gd name="csX16" fmla="*/ 148466 w 3928486"/>
              <a:gd name="csY16" fmla="*/ 890780 h 890780"/>
              <a:gd name="csX17" fmla="*/ 0 w 3928486"/>
              <a:gd name="csY17" fmla="*/ 742314 h 890780"/>
              <a:gd name="csX18" fmla="*/ 0 w 3928486"/>
              <a:gd name="csY18" fmla="*/ 148466 h 89078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Lst>
            <a:rect l="l" t="t" r="r" b="b"/>
            <a:pathLst>
              <a:path w="3928486" h="890780" fill="none" extrusionOk="0">
                <a:moveTo>
                  <a:pt x="0" y="148466"/>
                </a:moveTo>
                <a:cubicBezTo>
                  <a:pt x="-6043" y="66719"/>
                  <a:pt x="67604" y="-2044"/>
                  <a:pt x="148466" y="0"/>
                </a:cubicBezTo>
                <a:cubicBezTo>
                  <a:pt x="281139" y="-509"/>
                  <a:pt x="653035" y="24581"/>
                  <a:pt x="790041" y="0"/>
                </a:cubicBezTo>
                <a:cubicBezTo>
                  <a:pt x="927047" y="-24581"/>
                  <a:pt x="1086946" y="-16230"/>
                  <a:pt x="1322668" y="0"/>
                </a:cubicBezTo>
                <a:cubicBezTo>
                  <a:pt x="1558390" y="16230"/>
                  <a:pt x="1679142" y="26048"/>
                  <a:pt x="1927927" y="0"/>
                </a:cubicBezTo>
                <a:cubicBezTo>
                  <a:pt x="2176712" y="-26048"/>
                  <a:pt x="2309049" y="22416"/>
                  <a:pt x="2424240" y="0"/>
                </a:cubicBezTo>
                <a:cubicBezTo>
                  <a:pt x="2539431" y="-22416"/>
                  <a:pt x="2792840" y="-3304"/>
                  <a:pt x="2920552" y="0"/>
                </a:cubicBezTo>
                <a:cubicBezTo>
                  <a:pt x="3048264" y="3304"/>
                  <a:pt x="3527882" y="-22567"/>
                  <a:pt x="3780020" y="0"/>
                </a:cubicBezTo>
                <a:cubicBezTo>
                  <a:pt x="3871504" y="3321"/>
                  <a:pt x="3933710" y="84065"/>
                  <a:pt x="3928486" y="148466"/>
                </a:cubicBezTo>
                <a:cubicBezTo>
                  <a:pt x="3941361" y="417503"/>
                  <a:pt x="3903300" y="541293"/>
                  <a:pt x="3928486" y="742314"/>
                </a:cubicBezTo>
                <a:cubicBezTo>
                  <a:pt x="3927610" y="827040"/>
                  <a:pt x="3861180" y="888148"/>
                  <a:pt x="3780020" y="890780"/>
                </a:cubicBezTo>
                <a:cubicBezTo>
                  <a:pt x="3540265" y="888367"/>
                  <a:pt x="3344210" y="887504"/>
                  <a:pt x="3174761" y="890780"/>
                </a:cubicBezTo>
                <a:cubicBezTo>
                  <a:pt x="3005312" y="894056"/>
                  <a:pt x="2864723" y="864432"/>
                  <a:pt x="2642133" y="890780"/>
                </a:cubicBezTo>
                <a:cubicBezTo>
                  <a:pt x="2419543" y="917128"/>
                  <a:pt x="2332783" y="899118"/>
                  <a:pt x="2145821" y="890780"/>
                </a:cubicBezTo>
                <a:cubicBezTo>
                  <a:pt x="1958859" y="882442"/>
                  <a:pt x="1766528" y="905811"/>
                  <a:pt x="1613193" y="890780"/>
                </a:cubicBezTo>
                <a:cubicBezTo>
                  <a:pt x="1459858" y="875749"/>
                  <a:pt x="1158878" y="913365"/>
                  <a:pt x="971618" y="890780"/>
                </a:cubicBezTo>
                <a:cubicBezTo>
                  <a:pt x="784358" y="868195"/>
                  <a:pt x="316414" y="921114"/>
                  <a:pt x="148466" y="890780"/>
                </a:cubicBezTo>
                <a:cubicBezTo>
                  <a:pt x="80113" y="891214"/>
                  <a:pt x="6362" y="830902"/>
                  <a:pt x="0" y="742314"/>
                </a:cubicBezTo>
                <a:cubicBezTo>
                  <a:pt x="-1362" y="452220"/>
                  <a:pt x="-20382" y="434697"/>
                  <a:pt x="0" y="148466"/>
                </a:cubicBezTo>
                <a:close/>
              </a:path>
              <a:path w="3928486" h="890780" stroke="0" extrusionOk="0">
                <a:moveTo>
                  <a:pt x="0" y="148466"/>
                </a:moveTo>
                <a:cubicBezTo>
                  <a:pt x="-12093" y="59011"/>
                  <a:pt x="52837" y="5117"/>
                  <a:pt x="148466" y="0"/>
                </a:cubicBezTo>
                <a:cubicBezTo>
                  <a:pt x="383430" y="-31354"/>
                  <a:pt x="627108" y="22908"/>
                  <a:pt x="826356" y="0"/>
                </a:cubicBezTo>
                <a:cubicBezTo>
                  <a:pt x="1025604" y="-22908"/>
                  <a:pt x="1162511" y="15195"/>
                  <a:pt x="1395300" y="0"/>
                </a:cubicBezTo>
                <a:cubicBezTo>
                  <a:pt x="1628089" y="-15195"/>
                  <a:pt x="1805346" y="-12297"/>
                  <a:pt x="1927927" y="0"/>
                </a:cubicBezTo>
                <a:cubicBezTo>
                  <a:pt x="2050508" y="12297"/>
                  <a:pt x="2298086" y="8398"/>
                  <a:pt x="2569502" y="0"/>
                </a:cubicBezTo>
                <a:cubicBezTo>
                  <a:pt x="2840918" y="-8398"/>
                  <a:pt x="3009596" y="-23247"/>
                  <a:pt x="3138445" y="0"/>
                </a:cubicBezTo>
                <a:cubicBezTo>
                  <a:pt x="3267294" y="23247"/>
                  <a:pt x="3495830" y="-20700"/>
                  <a:pt x="3780020" y="0"/>
                </a:cubicBezTo>
                <a:cubicBezTo>
                  <a:pt x="3860834" y="-11272"/>
                  <a:pt x="3919605" y="78812"/>
                  <a:pt x="3928486" y="148466"/>
                </a:cubicBezTo>
                <a:cubicBezTo>
                  <a:pt x="3922286" y="370892"/>
                  <a:pt x="3941985" y="616807"/>
                  <a:pt x="3928486" y="742314"/>
                </a:cubicBezTo>
                <a:cubicBezTo>
                  <a:pt x="3923282" y="824012"/>
                  <a:pt x="3864626" y="883623"/>
                  <a:pt x="3780020" y="890780"/>
                </a:cubicBezTo>
                <a:cubicBezTo>
                  <a:pt x="3506892" y="896665"/>
                  <a:pt x="3341728" y="900851"/>
                  <a:pt x="3138445" y="890780"/>
                </a:cubicBezTo>
                <a:cubicBezTo>
                  <a:pt x="2935163" y="880709"/>
                  <a:pt x="2763963" y="916397"/>
                  <a:pt x="2460555" y="890780"/>
                </a:cubicBezTo>
                <a:cubicBezTo>
                  <a:pt x="2157147" y="865164"/>
                  <a:pt x="2053295" y="872082"/>
                  <a:pt x="1782665" y="890780"/>
                </a:cubicBezTo>
                <a:cubicBezTo>
                  <a:pt x="1512035" y="909479"/>
                  <a:pt x="1439613" y="884417"/>
                  <a:pt x="1250037" y="890780"/>
                </a:cubicBezTo>
                <a:cubicBezTo>
                  <a:pt x="1060461" y="897143"/>
                  <a:pt x="624047" y="935954"/>
                  <a:pt x="148466" y="890780"/>
                </a:cubicBezTo>
                <a:cubicBezTo>
                  <a:pt x="62927" y="883558"/>
                  <a:pt x="299" y="820261"/>
                  <a:pt x="0" y="742314"/>
                </a:cubicBezTo>
                <a:cubicBezTo>
                  <a:pt x="12323" y="466110"/>
                  <a:pt x="-20073" y="337625"/>
                  <a:pt x="0" y="148466"/>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indent="-285750" algn="ctr">
              <a:buFont typeface="Wingdings" pitchFamily="2" charset="2"/>
              <a:buChar char="à"/>
            </a:pPr>
            <a:endParaRPr lang="en-DE" b="1" dirty="0">
              <a:latin typeface="Calibri" panose="020F0502020204030204" pitchFamily="34" charset="0"/>
              <a:cs typeface="Calibri" panose="020F0502020204030204" pitchFamily="34" charset="0"/>
            </a:endParaRPr>
          </a:p>
        </p:txBody>
      </p:sp>
      <p:sp>
        <p:nvSpPr>
          <p:cNvPr id="240" name="TextBox 239">
            <a:extLst>
              <a:ext uri="{FF2B5EF4-FFF2-40B4-BE49-F238E27FC236}">
                <a16:creationId xmlns:a16="http://schemas.microsoft.com/office/drawing/2014/main" id="{718D4C8D-0473-BC60-FA4F-90AB8F4EB317}"/>
              </a:ext>
            </a:extLst>
          </p:cNvPr>
          <p:cNvSpPr txBox="1"/>
          <p:nvPr/>
        </p:nvSpPr>
        <p:spPr>
          <a:xfrm>
            <a:off x="7231449" y="5379673"/>
            <a:ext cx="3928486" cy="707886"/>
          </a:xfrm>
          <a:prstGeom prst="rect">
            <a:avLst/>
          </a:prstGeom>
          <a:noFill/>
        </p:spPr>
        <p:txBody>
          <a:bodyPr wrap="square">
            <a:spAutoFit/>
          </a:bodyPr>
          <a:lstStyle/>
          <a:p>
            <a:pPr algn="ctr"/>
            <a:r>
              <a:rPr lang="en-DE" sz="2000" b="1" dirty="0">
                <a:solidFill>
                  <a:schemeClr val="bg1"/>
                </a:solidFill>
                <a:latin typeface="Calibri" panose="020F0502020204030204" pitchFamily="34" charset="0"/>
                <a:cs typeface="Calibri" panose="020F0502020204030204" pitchFamily="34" charset="0"/>
              </a:rPr>
              <a:t>… with only modest off-target performance drop-offs</a:t>
            </a:r>
            <a:endParaRPr lang="en-DE" sz="2000" b="1" dirty="0">
              <a:solidFill>
                <a:srgbClr val="D86ECC"/>
              </a:solidFill>
              <a:latin typeface="Calibri" panose="020F0502020204030204" pitchFamily="34" charset="0"/>
              <a:cs typeface="Calibri" panose="020F0502020204030204" pitchFamily="34" charset="0"/>
            </a:endParaRPr>
          </a:p>
        </p:txBody>
      </p:sp>
      <p:pic>
        <p:nvPicPr>
          <p:cNvPr id="241" name="Picture 240">
            <a:extLst>
              <a:ext uri="{FF2B5EF4-FFF2-40B4-BE49-F238E27FC236}">
                <a16:creationId xmlns:a16="http://schemas.microsoft.com/office/drawing/2014/main" id="{373580E9-F63D-AFD9-E7C6-49D74FA095E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6108333" y="2490274"/>
            <a:ext cx="5930996" cy="1820470"/>
          </a:xfrm>
          <a:prstGeom prst="rect">
            <a:avLst/>
          </a:prstGeom>
        </p:spPr>
      </p:pic>
      <p:sp>
        <p:nvSpPr>
          <p:cNvPr id="3" name="!!Textfeld 98">
            <a:extLst>
              <a:ext uri="{FF2B5EF4-FFF2-40B4-BE49-F238E27FC236}">
                <a16:creationId xmlns:a16="http://schemas.microsoft.com/office/drawing/2014/main" id="{557B2588-463E-8A9D-EDD0-8BCC3637DF98}"/>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Controlling LLM </a:t>
            </a:r>
            <a:r>
              <a:rPr lang="en-US" sz="3500" b="1" dirty="0">
                <a:solidFill>
                  <a:srgbClr val="F6C96B"/>
                </a:solidFill>
                <a:latin typeface="Calibri" panose="020F0502020204030204" pitchFamily="34" charset="0"/>
                <a:cs typeface="Calibri" panose="020F0502020204030204" pitchFamily="34" charset="0"/>
              </a:rPr>
              <a:t>Sensitivity</a:t>
            </a:r>
            <a:r>
              <a:rPr lang="en-US" sz="3500" b="1" dirty="0">
                <a:solidFill>
                  <a:schemeClr val="bg1"/>
                </a:solidFill>
                <a:latin typeface="Calibri" panose="020F0502020204030204" pitchFamily="34" charset="0"/>
                <a:cs typeface="Calibri" panose="020F0502020204030204" pitchFamily="34" charset="0"/>
              </a:rPr>
              <a:t> With </a:t>
            </a:r>
            <a:r>
              <a:rPr lang="en-US" sz="3500" b="1" dirty="0">
                <a:solidFill>
                  <a:schemeClr val="accent6">
                    <a:lumMod val="60000"/>
                    <a:lumOff val="40000"/>
                  </a:schemeClr>
                </a:solidFill>
                <a:latin typeface="Calibri" panose="020F0502020204030204" pitchFamily="34" charset="0"/>
                <a:cs typeface="Calibri" panose="020F0502020204030204" pitchFamily="34" charset="0"/>
              </a:rPr>
              <a:t>Activation Steering</a:t>
            </a:r>
          </a:p>
        </p:txBody>
      </p:sp>
      <p:sp>
        <p:nvSpPr>
          <p:cNvPr id="5" name="TextBox 4">
            <a:extLst>
              <a:ext uri="{FF2B5EF4-FFF2-40B4-BE49-F238E27FC236}">
                <a16:creationId xmlns:a16="http://schemas.microsoft.com/office/drawing/2014/main" id="{7226EA82-E23D-0EFA-67DD-690D6723AA66}"/>
              </a:ext>
            </a:extLst>
          </p:cNvPr>
          <p:cNvSpPr txBox="1"/>
          <p:nvPr/>
        </p:nvSpPr>
        <p:spPr>
          <a:xfrm>
            <a:off x="0" y="6508251"/>
            <a:ext cx="2064126" cy="323165"/>
          </a:xfrm>
          <a:prstGeom prst="rect">
            <a:avLst/>
          </a:prstGeom>
          <a:noFill/>
        </p:spPr>
        <p:txBody>
          <a:bodyPr wrap="square">
            <a:spAutoFit/>
          </a:bodyPr>
          <a:lstStyle/>
          <a:p>
            <a:pPr algn="ctr"/>
            <a:r>
              <a:rPr lang="en-DE" sz="1500" dirty="0">
                <a:solidFill>
                  <a:schemeClr val="bg1">
                    <a:lumMod val="75000"/>
                  </a:schemeClr>
                </a:solidFill>
                <a:latin typeface="Calibri" panose="020F0502020204030204" pitchFamily="34" charset="0"/>
                <a:cs typeface="Calibri" panose="020F0502020204030204" pitchFamily="34" charset="0"/>
              </a:rPr>
              <a:t>Results for Llama-3.1-8B</a:t>
            </a:r>
          </a:p>
        </p:txBody>
      </p:sp>
    </p:spTree>
    <p:extLst>
      <p:ext uri="{BB962C8B-B14F-4D97-AF65-F5344CB8AC3E}">
        <p14:creationId xmlns:p14="http://schemas.microsoft.com/office/powerpoint/2010/main" val="2129737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16"/>
                                        </p:tgtEl>
                                        <p:attrNameLst>
                                          <p:attrName>style.visibility</p:attrName>
                                        </p:attrNameLst>
                                      </p:cBhvr>
                                      <p:to>
                                        <p:strVal val="visible"/>
                                      </p:to>
                                    </p:set>
                                    <p:animEffect transition="in" filter="fade">
                                      <p:cBhvr>
                                        <p:cTn id="7" dur="500"/>
                                        <p:tgtEl>
                                          <p:spTgt spid="2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7"/>
                                        </p:tgtEl>
                                        <p:attrNameLst>
                                          <p:attrName>style.visibility</p:attrName>
                                        </p:attrNameLst>
                                      </p:cBhvr>
                                      <p:to>
                                        <p:strVal val="visible"/>
                                      </p:to>
                                    </p:set>
                                    <p:animEffect transition="in" filter="fade">
                                      <p:cBhvr>
                                        <p:cTn id="10" dur="500"/>
                                        <p:tgtEl>
                                          <p:spTgt spid="2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23"/>
                                        </p:tgtEl>
                                        <p:attrNameLst>
                                          <p:attrName>style.visibility</p:attrName>
                                        </p:attrNameLst>
                                      </p:cBhvr>
                                      <p:to>
                                        <p:strVal val="visible"/>
                                      </p:to>
                                    </p:set>
                                    <p:animEffect transition="in" filter="fade">
                                      <p:cBhvr>
                                        <p:cTn id="15" dur="500"/>
                                        <p:tgtEl>
                                          <p:spTgt spid="223"/>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239"/>
                                        </p:tgtEl>
                                        <p:attrNameLst>
                                          <p:attrName>style.visibility</p:attrName>
                                        </p:attrNameLst>
                                      </p:cBhvr>
                                      <p:to>
                                        <p:strVal val="visible"/>
                                      </p:to>
                                    </p:set>
                                    <p:animEffect transition="in" filter="fade">
                                      <p:cBhvr>
                                        <p:cTn id="18" dur="500"/>
                                        <p:tgtEl>
                                          <p:spTgt spid="23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240"/>
                                        </p:tgtEl>
                                        <p:attrNameLst>
                                          <p:attrName>style.visibility</p:attrName>
                                        </p:attrNameLst>
                                      </p:cBhvr>
                                      <p:to>
                                        <p:strVal val="visible"/>
                                      </p:to>
                                    </p:set>
                                    <p:animEffect transition="in" filter="fade">
                                      <p:cBhvr>
                                        <p:cTn id="21" dur="500"/>
                                        <p:tgtEl>
                                          <p:spTgt spid="240"/>
                                        </p:tgtEl>
                                      </p:cBhvr>
                                    </p:animEffect>
                                  </p:childTnLst>
                                </p:cTn>
                              </p:par>
                              <p:par>
                                <p:cTn id="22" presetID="10" presetClass="entr" presetSubtype="0" fill="hold" nodeType="withEffect">
                                  <p:stCondLst>
                                    <p:cond delay="0"/>
                                  </p:stCondLst>
                                  <p:childTnLst>
                                    <p:set>
                                      <p:cBhvr>
                                        <p:cTn id="23" dur="1" fill="hold">
                                          <p:stCondLst>
                                            <p:cond delay="0"/>
                                          </p:stCondLst>
                                        </p:cTn>
                                        <p:tgtEl>
                                          <p:spTgt spid="241"/>
                                        </p:tgtEl>
                                        <p:attrNameLst>
                                          <p:attrName>style.visibility</p:attrName>
                                        </p:attrNameLst>
                                      </p:cBhvr>
                                      <p:to>
                                        <p:strVal val="visible"/>
                                      </p:to>
                                    </p:set>
                                    <p:animEffect transition="in" filter="fade">
                                      <p:cBhvr>
                                        <p:cTn id="24" dur="500"/>
                                        <p:tgtEl>
                                          <p:spTgt spid="24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fade">
                                      <p:cBhvr>
                                        <p:cTn id="2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6" grpId="0" animBg="1"/>
      <p:bldP spid="217" grpId="0"/>
      <p:bldP spid="223" grpId="0" animBg="1"/>
      <p:bldP spid="239" grpId="0" animBg="1"/>
      <p:bldP spid="240" grpId="0"/>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11C38"/>
        </a:solidFill>
        <a:effectLst/>
      </p:bgPr>
    </p:bg>
    <p:spTree>
      <p:nvGrpSpPr>
        <p:cNvPr id="1" name="">
          <a:extLst>
            <a:ext uri="{FF2B5EF4-FFF2-40B4-BE49-F238E27FC236}">
              <a16:creationId xmlns:a16="http://schemas.microsoft.com/office/drawing/2014/main" id="{B379D7EE-8F61-1F72-9C5F-0606928B4884}"/>
            </a:ext>
          </a:extLst>
        </p:cNvPr>
        <p:cNvGrpSpPr/>
        <p:nvPr/>
      </p:nvGrpSpPr>
      <p:grpSpPr>
        <a:xfrm>
          <a:off x="0" y="0"/>
          <a:ext cx="0" cy="0"/>
          <a:chOff x="0" y="0"/>
          <a:chExt cx="0" cy="0"/>
        </a:xfrm>
      </p:grpSpPr>
      <p:sp>
        <p:nvSpPr>
          <p:cNvPr id="3" name="!!Textfeld 98">
            <a:extLst>
              <a:ext uri="{FF2B5EF4-FFF2-40B4-BE49-F238E27FC236}">
                <a16:creationId xmlns:a16="http://schemas.microsoft.com/office/drawing/2014/main" id="{8573AFE5-BBB0-B9EB-8B9C-046E34DA4F49}"/>
              </a:ext>
            </a:extLst>
          </p:cNvPr>
          <p:cNvSpPr txBox="1"/>
          <p:nvPr/>
        </p:nvSpPr>
        <p:spPr>
          <a:xfrm>
            <a:off x="546826" y="174874"/>
            <a:ext cx="10970260" cy="630942"/>
          </a:xfrm>
          <a:prstGeom prst="rect">
            <a:avLst/>
          </a:prstGeom>
          <a:noFill/>
        </p:spPr>
        <p:txBody>
          <a:bodyPr wrap="square" rtlCol="0">
            <a:spAutoFit/>
          </a:bodyPr>
          <a:lstStyle/>
          <a:p>
            <a:r>
              <a:rPr lang="en-US" sz="3500" b="1" dirty="0">
                <a:solidFill>
                  <a:schemeClr val="bg1"/>
                </a:solidFill>
                <a:latin typeface="Calibri" panose="020F0502020204030204" pitchFamily="34" charset="0"/>
                <a:cs typeface="Calibri" panose="020F0502020204030204" pitchFamily="34" charset="0"/>
              </a:rPr>
              <a:t>Conclusion</a:t>
            </a:r>
          </a:p>
        </p:txBody>
      </p:sp>
      <p:sp>
        <p:nvSpPr>
          <p:cNvPr id="2" name="Slide Number Placeholder 1">
            <a:extLst>
              <a:ext uri="{FF2B5EF4-FFF2-40B4-BE49-F238E27FC236}">
                <a16:creationId xmlns:a16="http://schemas.microsoft.com/office/drawing/2014/main" id="{F8553077-93AD-AE91-EC56-615BD3D61D5D}"/>
              </a:ext>
            </a:extLst>
          </p:cNvPr>
          <p:cNvSpPr>
            <a:spLocks noGrp="1"/>
          </p:cNvSpPr>
          <p:nvPr>
            <p:ph type="sldNum" sz="quarter" idx="4"/>
          </p:nvPr>
        </p:nvSpPr>
        <p:spPr/>
        <p:txBody>
          <a:bodyPr/>
          <a:lstStyle/>
          <a:p>
            <a:fld id="{F8325A8C-A62D-5E4B-8AAC-68DD587E4A7D}" type="slidenum">
              <a:rPr lang="de-DE" smtClean="0"/>
              <a:t>36</a:t>
            </a:fld>
            <a:endParaRPr lang="de-DE" dirty="0"/>
          </a:p>
        </p:txBody>
      </p:sp>
      <p:sp>
        <p:nvSpPr>
          <p:cNvPr id="5" name="Rounded Rectangle 4">
            <a:extLst>
              <a:ext uri="{FF2B5EF4-FFF2-40B4-BE49-F238E27FC236}">
                <a16:creationId xmlns:a16="http://schemas.microsoft.com/office/drawing/2014/main" id="{E1831C3E-D24E-C627-B4A0-537C87ED1490}"/>
              </a:ext>
            </a:extLst>
          </p:cNvPr>
          <p:cNvSpPr/>
          <p:nvPr/>
        </p:nvSpPr>
        <p:spPr>
          <a:xfrm>
            <a:off x="274903" y="1520712"/>
            <a:ext cx="5582396" cy="1164947"/>
          </a:xfrm>
          <a:custGeom>
            <a:avLst/>
            <a:gdLst>
              <a:gd name="csX0" fmla="*/ 0 w 5582396"/>
              <a:gd name="csY0" fmla="*/ 194162 h 1164947"/>
              <a:gd name="csX1" fmla="*/ 194162 w 5582396"/>
              <a:gd name="csY1" fmla="*/ 0 h 1164947"/>
              <a:gd name="csX2" fmla="*/ 895362 w 5582396"/>
              <a:gd name="csY2" fmla="*/ 0 h 1164947"/>
              <a:gd name="csX3" fmla="*/ 1440739 w 5582396"/>
              <a:gd name="csY3" fmla="*/ 0 h 1164947"/>
              <a:gd name="csX4" fmla="*/ 2141939 w 5582396"/>
              <a:gd name="csY4" fmla="*/ 0 h 1164947"/>
              <a:gd name="csX5" fmla="*/ 2635376 w 5582396"/>
              <a:gd name="csY5" fmla="*/ 0 h 1164947"/>
              <a:gd name="csX6" fmla="*/ 3336576 w 5582396"/>
              <a:gd name="csY6" fmla="*/ 0 h 1164947"/>
              <a:gd name="csX7" fmla="*/ 3881953 w 5582396"/>
              <a:gd name="csY7" fmla="*/ 0 h 1164947"/>
              <a:gd name="csX8" fmla="*/ 4375390 w 5582396"/>
              <a:gd name="csY8" fmla="*/ 0 h 1164947"/>
              <a:gd name="csX9" fmla="*/ 5388234 w 5582396"/>
              <a:gd name="csY9" fmla="*/ 0 h 1164947"/>
              <a:gd name="csX10" fmla="*/ 5582396 w 5582396"/>
              <a:gd name="csY10" fmla="*/ 194162 h 1164947"/>
              <a:gd name="csX11" fmla="*/ 5582396 w 5582396"/>
              <a:gd name="csY11" fmla="*/ 590240 h 1164947"/>
              <a:gd name="csX12" fmla="*/ 5582396 w 5582396"/>
              <a:gd name="csY12" fmla="*/ 970785 h 1164947"/>
              <a:gd name="csX13" fmla="*/ 5388234 w 5582396"/>
              <a:gd name="csY13" fmla="*/ 1164947 h 1164947"/>
              <a:gd name="csX14" fmla="*/ 4894797 w 5582396"/>
              <a:gd name="csY14" fmla="*/ 1164947 h 1164947"/>
              <a:gd name="csX15" fmla="*/ 4141657 w 5582396"/>
              <a:gd name="csY15" fmla="*/ 1164947 h 1164947"/>
              <a:gd name="csX16" fmla="*/ 3492398 w 5582396"/>
              <a:gd name="csY16" fmla="*/ 1164947 h 1164947"/>
              <a:gd name="csX17" fmla="*/ 2739257 w 5582396"/>
              <a:gd name="csY17" fmla="*/ 1164947 h 1164947"/>
              <a:gd name="csX18" fmla="*/ 2038058 w 5582396"/>
              <a:gd name="csY18" fmla="*/ 1164947 h 1164947"/>
              <a:gd name="csX19" fmla="*/ 1440739 w 5582396"/>
              <a:gd name="csY19" fmla="*/ 1164947 h 1164947"/>
              <a:gd name="csX20" fmla="*/ 194162 w 5582396"/>
              <a:gd name="csY20" fmla="*/ 1164947 h 1164947"/>
              <a:gd name="csX21" fmla="*/ 0 w 5582396"/>
              <a:gd name="csY21" fmla="*/ 970785 h 1164947"/>
              <a:gd name="csX22" fmla="*/ 0 w 5582396"/>
              <a:gd name="csY22" fmla="*/ 582474 h 1164947"/>
              <a:gd name="csX23" fmla="*/ 0 w 5582396"/>
              <a:gd name="csY23"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5582396" h="1164947" fill="none" extrusionOk="0">
                <a:moveTo>
                  <a:pt x="0" y="194162"/>
                </a:moveTo>
                <a:cubicBezTo>
                  <a:pt x="-4352" y="95665"/>
                  <a:pt x="82935" y="-5299"/>
                  <a:pt x="194162" y="0"/>
                </a:cubicBezTo>
                <a:cubicBezTo>
                  <a:pt x="439957" y="33374"/>
                  <a:pt x="737506" y="-14587"/>
                  <a:pt x="895362" y="0"/>
                </a:cubicBezTo>
                <a:cubicBezTo>
                  <a:pt x="1053218" y="14587"/>
                  <a:pt x="1237423" y="25644"/>
                  <a:pt x="1440739" y="0"/>
                </a:cubicBezTo>
                <a:cubicBezTo>
                  <a:pt x="1644055" y="-25644"/>
                  <a:pt x="1819415" y="17426"/>
                  <a:pt x="2141939" y="0"/>
                </a:cubicBezTo>
                <a:cubicBezTo>
                  <a:pt x="2464463" y="-17426"/>
                  <a:pt x="2426066" y="14554"/>
                  <a:pt x="2635376" y="0"/>
                </a:cubicBezTo>
                <a:cubicBezTo>
                  <a:pt x="2844686" y="-14554"/>
                  <a:pt x="3141643" y="30929"/>
                  <a:pt x="3336576" y="0"/>
                </a:cubicBezTo>
                <a:cubicBezTo>
                  <a:pt x="3531509" y="-30929"/>
                  <a:pt x="3686256" y="17178"/>
                  <a:pt x="3881953" y="0"/>
                </a:cubicBezTo>
                <a:cubicBezTo>
                  <a:pt x="4077650" y="-17178"/>
                  <a:pt x="4193970" y="24242"/>
                  <a:pt x="4375390" y="0"/>
                </a:cubicBezTo>
                <a:cubicBezTo>
                  <a:pt x="4556810" y="-24242"/>
                  <a:pt x="5154949" y="-41446"/>
                  <a:pt x="5388234" y="0"/>
                </a:cubicBezTo>
                <a:cubicBezTo>
                  <a:pt x="5488882" y="24640"/>
                  <a:pt x="5586694" y="88162"/>
                  <a:pt x="5582396" y="194162"/>
                </a:cubicBezTo>
                <a:cubicBezTo>
                  <a:pt x="5598169" y="331745"/>
                  <a:pt x="5574110" y="394676"/>
                  <a:pt x="5582396" y="590240"/>
                </a:cubicBezTo>
                <a:cubicBezTo>
                  <a:pt x="5590682" y="785804"/>
                  <a:pt x="5588056" y="831489"/>
                  <a:pt x="5582396" y="970785"/>
                </a:cubicBezTo>
                <a:cubicBezTo>
                  <a:pt x="5583565" y="1080876"/>
                  <a:pt x="5498283" y="1167732"/>
                  <a:pt x="5388234" y="1164947"/>
                </a:cubicBezTo>
                <a:cubicBezTo>
                  <a:pt x="5230063" y="1144684"/>
                  <a:pt x="5005945" y="1188468"/>
                  <a:pt x="4894797" y="1164947"/>
                </a:cubicBezTo>
                <a:cubicBezTo>
                  <a:pt x="4783649" y="1141426"/>
                  <a:pt x="4419337" y="1163271"/>
                  <a:pt x="4141657" y="1164947"/>
                </a:cubicBezTo>
                <a:cubicBezTo>
                  <a:pt x="3863977" y="1166623"/>
                  <a:pt x="3736587" y="1154997"/>
                  <a:pt x="3492398" y="1164947"/>
                </a:cubicBezTo>
                <a:cubicBezTo>
                  <a:pt x="3248209" y="1174897"/>
                  <a:pt x="3115155" y="1158560"/>
                  <a:pt x="2739257" y="1164947"/>
                </a:cubicBezTo>
                <a:cubicBezTo>
                  <a:pt x="2363359" y="1171334"/>
                  <a:pt x="2377311" y="1186746"/>
                  <a:pt x="2038058" y="1164947"/>
                </a:cubicBezTo>
                <a:cubicBezTo>
                  <a:pt x="1698805" y="1143148"/>
                  <a:pt x="1563055" y="1138591"/>
                  <a:pt x="1440739" y="1164947"/>
                </a:cubicBezTo>
                <a:cubicBezTo>
                  <a:pt x="1318423" y="1191303"/>
                  <a:pt x="651959" y="1152640"/>
                  <a:pt x="194162" y="1164947"/>
                </a:cubicBezTo>
                <a:cubicBezTo>
                  <a:pt x="87207" y="1177619"/>
                  <a:pt x="18755" y="1061189"/>
                  <a:pt x="0" y="970785"/>
                </a:cubicBezTo>
                <a:cubicBezTo>
                  <a:pt x="3957" y="856529"/>
                  <a:pt x="-14449" y="664498"/>
                  <a:pt x="0" y="582474"/>
                </a:cubicBezTo>
                <a:cubicBezTo>
                  <a:pt x="14449" y="500450"/>
                  <a:pt x="-13072" y="320430"/>
                  <a:pt x="0" y="194162"/>
                </a:cubicBezTo>
                <a:close/>
              </a:path>
              <a:path w="5582396" h="1164947" stroke="0" extrusionOk="0">
                <a:moveTo>
                  <a:pt x="0" y="194162"/>
                </a:moveTo>
                <a:cubicBezTo>
                  <a:pt x="-15668" y="77265"/>
                  <a:pt x="77975" y="3361"/>
                  <a:pt x="194162" y="0"/>
                </a:cubicBezTo>
                <a:cubicBezTo>
                  <a:pt x="531068" y="-19114"/>
                  <a:pt x="782858" y="-29564"/>
                  <a:pt x="947302" y="0"/>
                </a:cubicBezTo>
                <a:cubicBezTo>
                  <a:pt x="1111746" y="29564"/>
                  <a:pt x="1324901" y="-14355"/>
                  <a:pt x="1544621" y="0"/>
                </a:cubicBezTo>
                <a:cubicBezTo>
                  <a:pt x="1764341" y="14355"/>
                  <a:pt x="1872206" y="-15337"/>
                  <a:pt x="2089998" y="0"/>
                </a:cubicBezTo>
                <a:cubicBezTo>
                  <a:pt x="2307790" y="15337"/>
                  <a:pt x="2529713" y="-21273"/>
                  <a:pt x="2791198" y="0"/>
                </a:cubicBezTo>
                <a:cubicBezTo>
                  <a:pt x="3052683" y="21273"/>
                  <a:pt x="3113461" y="-24237"/>
                  <a:pt x="3388516" y="0"/>
                </a:cubicBezTo>
                <a:cubicBezTo>
                  <a:pt x="3663571" y="24237"/>
                  <a:pt x="3922382" y="-33980"/>
                  <a:pt x="4141657" y="0"/>
                </a:cubicBezTo>
                <a:cubicBezTo>
                  <a:pt x="4360932" y="33980"/>
                  <a:pt x="4552176" y="2580"/>
                  <a:pt x="4687034" y="0"/>
                </a:cubicBezTo>
                <a:cubicBezTo>
                  <a:pt x="4821892" y="-2580"/>
                  <a:pt x="5213254" y="-9561"/>
                  <a:pt x="5388234" y="0"/>
                </a:cubicBezTo>
                <a:cubicBezTo>
                  <a:pt x="5507138" y="2806"/>
                  <a:pt x="5575005" y="85734"/>
                  <a:pt x="5582396" y="194162"/>
                </a:cubicBezTo>
                <a:cubicBezTo>
                  <a:pt x="5601273" y="310328"/>
                  <a:pt x="5576982" y="468397"/>
                  <a:pt x="5582396" y="582474"/>
                </a:cubicBezTo>
                <a:cubicBezTo>
                  <a:pt x="5587810" y="696551"/>
                  <a:pt x="5597440" y="883894"/>
                  <a:pt x="5582396" y="970785"/>
                </a:cubicBezTo>
                <a:cubicBezTo>
                  <a:pt x="5597420" y="1096422"/>
                  <a:pt x="5510437" y="1151840"/>
                  <a:pt x="5388234" y="1164947"/>
                </a:cubicBezTo>
                <a:cubicBezTo>
                  <a:pt x="5135672" y="1176791"/>
                  <a:pt x="4903140" y="1187531"/>
                  <a:pt x="4738975" y="1164947"/>
                </a:cubicBezTo>
                <a:cubicBezTo>
                  <a:pt x="4574810" y="1142363"/>
                  <a:pt x="4299838" y="1177200"/>
                  <a:pt x="4089716" y="1164947"/>
                </a:cubicBezTo>
                <a:cubicBezTo>
                  <a:pt x="3879594" y="1152694"/>
                  <a:pt x="3561082" y="1175910"/>
                  <a:pt x="3336576" y="1164947"/>
                </a:cubicBezTo>
                <a:cubicBezTo>
                  <a:pt x="3112070" y="1153984"/>
                  <a:pt x="2867845" y="1145923"/>
                  <a:pt x="2687317" y="1164947"/>
                </a:cubicBezTo>
                <a:cubicBezTo>
                  <a:pt x="2506789" y="1183971"/>
                  <a:pt x="2421787" y="1173970"/>
                  <a:pt x="2193880" y="1164947"/>
                </a:cubicBezTo>
                <a:cubicBezTo>
                  <a:pt x="1965973" y="1155924"/>
                  <a:pt x="1824755" y="1164667"/>
                  <a:pt x="1648502" y="1164947"/>
                </a:cubicBezTo>
                <a:cubicBezTo>
                  <a:pt x="1472249" y="1165227"/>
                  <a:pt x="1132944" y="1195876"/>
                  <a:pt x="895362" y="1164947"/>
                </a:cubicBezTo>
                <a:cubicBezTo>
                  <a:pt x="657780" y="1134018"/>
                  <a:pt x="359849" y="1171180"/>
                  <a:pt x="194162" y="1164947"/>
                </a:cubicBezTo>
                <a:cubicBezTo>
                  <a:pt x="96357" y="1183615"/>
                  <a:pt x="-22674" y="1089975"/>
                  <a:pt x="0" y="970785"/>
                </a:cubicBezTo>
                <a:cubicBezTo>
                  <a:pt x="4634" y="824572"/>
                  <a:pt x="11721" y="661268"/>
                  <a:pt x="0" y="574707"/>
                </a:cubicBezTo>
                <a:cubicBezTo>
                  <a:pt x="-11721" y="488146"/>
                  <a:pt x="-778" y="286021"/>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LLMs are </a:t>
            </a:r>
            <a:r>
              <a:rPr lang="en-US" sz="2200" b="1" u="sng" dirty="0">
                <a:solidFill>
                  <a:srgbClr val="F6C96B"/>
                </a:solidFill>
                <a:latin typeface="Calibri" panose="020F0502020204030204" pitchFamily="34" charset="0"/>
                <a:cs typeface="Calibri" panose="020F0502020204030204" pitchFamily="34" charset="0"/>
              </a:rPr>
              <a:t>sensitive</a:t>
            </a:r>
            <a:r>
              <a:rPr lang="en-US" sz="2200" b="1" dirty="0">
                <a:solidFill>
                  <a:srgbClr val="F6C96B"/>
                </a:solidFill>
                <a:latin typeface="Calibri" panose="020F0502020204030204" pitchFamily="34" charset="0"/>
                <a:cs typeface="Calibri" panose="020F0502020204030204" pitchFamily="34" charset="0"/>
              </a:rPr>
              <a:t> </a:t>
            </a:r>
            <a:r>
              <a:rPr lang="en-US" sz="2200" b="1" dirty="0">
                <a:solidFill>
                  <a:schemeClr val="bg1"/>
                </a:solidFill>
                <a:latin typeface="Calibri" panose="020F0502020204030204" pitchFamily="34" charset="0"/>
                <a:cs typeface="Calibri" panose="020F0502020204030204" pitchFamily="34" charset="0"/>
              </a:rPr>
              <a:t>to</a:t>
            </a:r>
            <a:r>
              <a:rPr lang="en-US" sz="2200" b="1" dirty="0">
                <a:solidFill>
                  <a:srgbClr val="F6C96B"/>
                </a:solidFill>
                <a:latin typeface="Calibri" panose="020F0502020204030204" pitchFamily="34" charset="0"/>
                <a:cs typeface="Calibri" panose="020F0502020204030204" pitchFamily="34" charset="0"/>
              </a:rPr>
              <a:t> context</a:t>
            </a:r>
            <a:endParaRPr lang="en-DE" sz="2200" b="1" dirty="0">
              <a:latin typeface="Calibri" panose="020F0502020204030204" pitchFamily="34" charset="0"/>
              <a:cs typeface="Calibri" panose="020F0502020204030204" pitchFamily="34" charset="0"/>
            </a:endParaRPr>
          </a:p>
        </p:txBody>
      </p:sp>
      <p:sp>
        <p:nvSpPr>
          <p:cNvPr id="6" name="Rounded Rectangle 5">
            <a:extLst>
              <a:ext uri="{FF2B5EF4-FFF2-40B4-BE49-F238E27FC236}">
                <a16:creationId xmlns:a16="http://schemas.microsoft.com/office/drawing/2014/main" id="{39363BFE-4EEE-44E1-A7B4-61FF724C23D9}"/>
              </a:ext>
            </a:extLst>
          </p:cNvPr>
          <p:cNvSpPr/>
          <p:nvPr/>
        </p:nvSpPr>
        <p:spPr>
          <a:xfrm>
            <a:off x="6334699" y="2685659"/>
            <a:ext cx="5582396" cy="1164947"/>
          </a:xfrm>
          <a:custGeom>
            <a:avLst/>
            <a:gdLst>
              <a:gd name="csX0" fmla="*/ 0 w 5582396"/>
              <a:gd name="csY0" fmla="*/ 194162 h 1164947"/>
              <a:gd name="csX1" fmla="*/ 194162 w 5582396"/>
              <a:gd name="csY1" fmla="*/ 0 h 1164947"/>
              <a:gd name="csX2" fmla="*/ 687599 w 5582396"/>
              <a:gd name="csY2" fmla="*/ 0 h 1164947"/>
              <a:gd name="csX3" fmla="*/ 1336858 w 5582396"/>
              <a:gd name="csY3" fmla="*/ 0 h 1164947"/>
              <a:gd name="csX4" fmla="*/ 1830295 w 5582396"/>
              <a:gd name="csY4" fmla="*/ 0 h 1164947"/>
              <a:gd name="csX5" fmla="*/ 2479554 w 5582396"/>
              <a:gd name="csY5" fmla="*/ 0 h 1164947"/>
              <a:gd name="csX6" fmla="*/ 3232694 w 5582396"/>
              <a:gd name="csY6" fmla="*/ 0 h 1164947"/>
              <a:gd name="csX7" fmla="*/ 3881953 w 5582396"/>
              <a:gd name="csY7" fmla="*/ 0 h 1164947"/>
              <a:gd name="csX8" fmla="*/ 4375390 w 5582396"/>
              <a:gd name="csY8" fmla="*/ 0 h 1164947"/>
              <a:gd name="csX9" fmla="*/ 5388234 w 5582396"/>
              <a:gd name="csY9" fmla="*/ 0 h 1164947"/>
              <a:gd name="csX10" fmla="*/ 5582396 w 5582396"/>
              <a:gd name="csY10" fmla="*/ 194162 h 1164947"/>
              <a:gd name="csX11" fmla="*/ 5582396 w 5582396"/>
              <a:gd name="csY11" fmla="*/ 598006 h 1164947"/>
              <a:gd name="csX12" fmla="*/ 5582396 w 5582396"/>
              <a:gd name="csY12" fmla="*/ 970785 h 1164947"/>
              <a:gd name="csX13" fmla="*/ 5388234 w 5582396"/>
              <a:gd name="csY13" fmla="*/ 1164947 h 1164947"/>
              <a:gd name="csX14" fmla="*/ 4738975 w 5582396"/>
              <a:gd name="csY14" fmla="*/ 1164947 h 1164947"/>
              <a:gd name="csX15" fmla="*/ 4193597 w 5582396"/>
              <a:gd name="csY15" fmla="*/ 1164947 h 1164947"/>
              <a:gd name="csX16" fmla="*/ 3648220 w 5582396"/>
              <a:gd name="csY16" fmla="*/ 1164947 h 1164947"/>
              <a:gd name="csX17" fmla="*/ 2998961 w 5582396"/>
              <a:gd name="csY17" fmla="*/ 1164947 h 1164947"/>
              <a:gd name="csX18" fmla="*/ 2245820 w 5582396"/>
              <a:gd name="csY18" fmla="*/ 1164947 h 1164947"/>
              <a:gd name="csX19" fmla="*/ 1752384 w 5582396"/>
              <a:gd name="csY19" fmla="*/ 1164947 h 1164947"/>
              <a:gd name="csX20" fmla="*/ 1207006 w 5582396"/>
              <a:gd name="csY20" fmla="*/ 1164947 h 1164947"/>
              <a:gd name="csX21" fmla="*/ 194162 w 5582396"/>
              <a:gd name="csY21" fmla="*/ 1164947 h 1164947"/>
              <a:gd name="csX22" fmla="*/ 0 w 5582396"/>
              <a:gd name="csY22" fmla="*/ 970785 h 1164947"/>
              <a:gd name="csX23" fmla="*/ 0 w 5582396"/>
              <a:gd name="csY23" fmla="*/ 582474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232" y="84523"/>
                  <a:pt x="84995" y="13305"/>
                  <a:pt x="194162" y="0"/>
                </a:cubicBezTo>
                <a:cubicBezTo>
                  <a:pt x="338592" y="-15622"/>
                  <a:pt x="564214" y="-14946"/>
                  <a:pt x="687599" y="0"/>
                </a:cubicBezTo>
                <a:cubicBezTo>
                  <a:pt x="810984" y="14946"/>
                  <a:pt x="1080454" y="-16932"/>
                  <a:pt x="1336858" y="0"/>
                </a:cubicBezTo>
                <a:cubicBezTo>
                  <a:pt x="1593262" y="16932"/>
                  <a:pt x="1610572" y="21420"/>
                  <a:pt x="1830295" y="0"/>
                </a:cubicBezTo>
                <a:cubicBezTo>
                  <a:pt x="2050018" y="-21420"/>
                  <a:pt x="2340211" y="-3742"/>
                  <a:pt x="2479554" y="0"/>
                </a:cubicBezTo>
                <a:cubicBezTo>
                  <a:pt x="2618897" y="3742"/>
                  <a:pt x="3018749" y="-34820"/>
                  <a:pt x="3232694" y="0"/>
                </a:cubicBezTo>
                <a:cubicBezTo>
                  <a:pt x="3446639" y="34820"/>
                  <a:pt x="3632762" y="-28710"/>
                  <a:pt x="3881953" y="0"/>
                </a:cubicBezTo>
                <a:cubicBezTo>
                  <a:pt x="4131144" y="28710"/>
                  <a:pt x="4238299" y="-11034"/>
                  <a:pt x="4375390" y="0"/>
                </a:cubicBezTo>
                <a:cubicBezTo>
                  <a:pt x="4512481" y="11034"/>
                  <a:pt x="5128893" y="1624"/>
                  <a:pt x="5388234" y="0"/>
                </a:cubicBezTo>
                <a:cubicBezTo>
                  <a:pt x="5486843" y="-11228"/>
                  <a:pt x="5593120" y="77934"/>
                  <a:pt x="5582396" y="194162"/>
                </a:cubicBezTo>
                <a:cubicBezTo>
                  <a:pt x="5570348" y="347967"/>
                  <a:pt x="5586142" y="422357"/>
                  <a:pt x="5582396" y="598006"/>
                </a:cubicBezTo>
                <a:cubicBezTo>
                  <a:pt x="5578650" y="773655"/>
                  <a:pt x="5583857" y="839161"/>
                  <a:pt x="5582396" y="970785"/>
                </a:cubicBezTo>
                <a:cubicBezTo>
                  <a:pt x="5577680" y="1062733"/>
                  <a:pt x="5519263" y="1166235"/>
                  <a:pt x="5388234" y="1164947"/>
                </a:cubicBezTo>
                <a:cubicBezTo>
                  <a:pt x="5226419" y="1139685"/>
                  <a:pt x="5024234" y="1158655"/>
                  <a:pt x="4738975" y="1164947"/>
                </a:cubicBezTo>
                <a:cubicBezTo>
                  <a:pt x="4453716" y="1171239"/>
                  <a:pt x="4371076" y="1148930"/>
                  <a:pt x="4193597" y="1164947"/>
                </a:cubicBezTo>
                <a:cubicBezTo>
                  <a:pt x="4016118" y="1180964"/>
                  <a:pt x="3899949" y="1174964"/>
                  <a:pt x="3648220" y="1164947"/>
                </a:cubicBezTo>
                <a:cubicBezTo>
                  <a:pt x="3396491" y="1154930"/>
                  <a:pt x="3170383" y="1196101"/>
                  <a:pt x="2998961" y="1164947"/>
                </a:cubicBezTo>
                <a:cubicBezTo>
                  <a:pt x="2827539" y="1133793"/>
                  <a:pt x="2471269" y="1136000"/>
                  <a:pt x="2245820" y="1164947"/>
                </a:cubicBezTo>
                <a:cubicBezTo>
                  <a:pt x="2020371" y="1193894"/>
                  <a:pt x="1864311" y="1148656"/>
                  <a:pt x="1752384" y="1164947"/>
                </a:cubicBezTo>
                <a:cubicBezTo>
                  <a:pt x="1640457" y="1181238"/>
                  <a:pt x="1408201" y="1152128"/>
                  <a:pt x="1207006" y="1164947"/>
                </a:cubicBezTo>
                <a:cubicBezTo>
                  <a:pt x="1005811" y="1177766"/>
                  <a:pt x="442894" y="1132052"/>
                  <a:pt x="194162" y="1164947"/>
                </a:cubicBezTo>
                <a:cubicBezTo>
                  <a:pt x="74907" y="1187864"/>
                  <a:pt x="2677" y="1077313"/>
                  <a:pt x="0" y="970785"/>
                </a:cubicBezTo>
                <a:cubicBezTo>
                  <a:pt x="-18985" y="864656"/>
                  <a:pt x="-8247" y="719931"/>
                  <a:pt x="0" y="582474"/>
                </a:cubicBezTo>
                <a:cubicBezTo>
                  <a:pt x="8247" y="445017"/>
                  <a:pt x="-10508" y="298083"/>
                  <a:pt x="0" y="194162"/>
                </a:cubicBezTo>
                <a:close/>
              </a:path>
              <a:path w="5582396" h="1164947" stroke="0" extrusionOk="0">
                <a:moveTo>
                  <a:pt x="0" y="194162"/>
                </a:moveTo>
                <a:cubicBezTo>
                  <a:pt x="14742" y="90947"/>
                  <a:pt x="97108" y="21209"/>
                  <a:pt x="194162" y="0"/>
                </a:cubicBezTo>
                <a:cubicBezTo>
                  <a:pt x="358627" y="-34287"/>
                  <a:pt x="771007" y="16881"/>
                  <a:pt x="947302" y="0"/>
                </a:cubicBezTo>
                <a:cubicBezTo>
                  <a:pt x="1123597" y="-16881"/>
                  <a:pt x="1210917" y="-21689"/>
                  <a:pt x="1440739" y="0"/>
                </a:cubicBezTo>
                <a:cubicBezTo>
                  <a:pt x="1670561" y="21689"/>
                  <a:pt x="1828271" y="-18073"/>
                  <a:pt x="2141939" y="0"/>
                </a:cubicBezTo>
                <a:cubicBezTo>
                  <a:pt x="2455607" y="18073"/>
                  <a:pt x="2464652" y="15271"/>
                  <a:pt x="2687317" y="0"/>
                </a:cubicBezTo>
                <a:cubicBezTo>
                  <a:pt x="2909982" y="-15271"/>
                  <a:pt x="3194473" y="34114"/>
                  <a:pt x="3440457" y="0"/>
                </a:cubicBezTo>
                <a:cubicBezTo>
                  <a:pt x="3686441" y="-34114"/>
                  <a:pt x="3994988" y="-31388"/>
                  <a:pt x="4193597" y="0"/>
                </a:cubicBezTo>
                <a:cubicBezTo>
                  <a:pt x="4392206" y="31388"/>
                  <a:pt x="4476690" y="17971"/>
                  <a:pt x="4738975" y="0"/>
                </a:cubicBezTo>
                <a:cubicBezTo>
                  <a:pt x="5001260" y="-17971"/>
                  <a:pt x="5103220" y="-28452"/>
                  <a:pt x="5388234" y="0"/>
                </a:cubicBezTo>
                <a:cubicBezTo>
                  <a:pt x="5489822" y="2094"/>
                  <a:pt x="5583093" y="105805"/>
                  <a:pt x="5582396" y="194162"/>
                </a:cubicBezTo>
                <a:cubicBezTo>
                  <a:pt x="5568664" y="316243"/>
                  <a:pt x="5588549" y="428747"/>
                  <a:pt x="5582396" y="559175"/>
                </a:cubicBezTo>
                <a:cubicBezTo>
                  <a:pt x="5576243" y="689603"/>
                  <a:pt x="5570218" y="885274"/>
                  <a:pt x="5582396" y="970785"/>
                </a:cubicBezTo>
                <a:cubicBezTo>
                  <a:pt x="5566078" y="1073082"/>
                  <a:pt x="5513419" y="1176958"/>
                  <a:pt x="5388234" y="1164947"/>
                </a:cubicBezTo>
                <a:cubicBezTo>
                  <a:pt x="5158163" y="1138693"/>
                  <a:pt x="5030345" y="1135336"/>
                  <a:pt x="4790916" y="1164947"/>
                </a:cubicBezTo>
                <a:cubicBezTo>
                  <a:pt x="4551487" y="1194558"/>
                  <a:pt x="4324203" y="1189699"/>
                  <a:pt x="4141657" y="1164947"/>
                </a:cubicBezTo>
                <a:cubicBezTo>
                  <a:pt x="3959111" y="1140195"/>
                  <a:pt x="3760960" y="1198374"/>
                  <a:pt x="3440457" y="1164947"/>
                </a:cubicBezTo>
                <a:cubicBezTo>
                  <a:pt x="3119954" y="1131520"/>
                  <a:pt x="3058000" y="1161947"/>
                  <a:pt x="2791198" y="1164947"/>
                </a:cubicBezTo>
                <a:cubicBezTo>
                  <a:pt x="2524396" y="1167947"/>
                  <a:pt x="2446575" y="1154989"/>
                  <a:pt x="2193880" y="1164947"/>
                </a:cubicBezTo>
                <a:cubicBezTo>
                  <a:pt x="1941185" y="1174905"/>
                  <a:pt x="1938360" y="1175423"/>
                  <a:pt x="1700443" y="1164947"/>
                </a:cubicBezTo>
                <a:cubicBezTo>
                  <a:pt x="1462526" y="1154471"/>
                  <a:pt x="1226728" y="1178607"/>
                  <a:pt x="1103125" y="1164947"/>
                </a:cubicBezTo>
                <a:cubicBezTo>
                  <a:pt x="979522" y="1151287"/>
                  <a:pt x="453155" y="1174452"/>
                  <a:pt x="194162" y="1164947"/>
                </a:cubicBezTo>
                <a:cubicBezTo>
                  <a:pt x="67655" y="1166891"/>
                  <a:pt x="17641" y="1081826"/>
                  <a:pt x="0" y="970785"/>
                </a:cubicBezTo>
                <a:cubicBezTo>
                  <a:pt x="-18312" y="866439"/>
                  <a:pt x="16926" y="650895"/>
                  <a:pt x="0" y="566941"/>
                </a:cubicBezTo>
                <a:cubicBezTo>
                  <a:pt x="-16926" y="482987"/>
                  <a:pt x="-14565" y="332217"/>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852854689">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solidFill>
                  <a:srgbClr val="F6C96B"/>
                </a:solidFill>
                <a:latin typeface="Calibri" panose="020F0502020204030204" pitchFamily="34" charset="0"/>
                <a:cs typeface="Calibri" panose="020F0502020204030204" pitchFamily="34" charset="0"/>
              </a:rPr>
              <a:t>Sensitivity</a:t>
            </a:r>
            <a:r>
              <a:rPr lang="en-US" sz="2200" b="1" dirty="0">
                <a:latin typeface="Calibri" panose="020F0502020204030204" pitchFamily="34" charset="0"/>
                <a:cs typeface="Calibri" panose="020F0502020204030204" pitchFamily="34" charset="0"/>
              </a:rPr>
              <a:t> is </a:t>
            </a:r>
            <a:r>
              <a:rPr lang="en-US" sz="2200" b="1" u="sng" dirty="0">
                <a:latin typeface="Calibri" panose="020F0502020204030204" pitchFamily="34" charset="0"/>
                <a:cs typeface="Calibri" panose="020F0502020204030204" pitchFamily="34" charset="0"/>
              </a:rPr>
              <a:t>independent</a:t>
            </a:r>
            <a:r>
              <a:rPr lang="en-US" sz="2200" b="1" dirty="0">
                <a:latin typeface="Calibri" panose="020F0502020204030204" pitchFamily="34" charset="0"/>
                <a:cs typeface="Calibri" panose="020F0502020204030204" pitchFamily="34" charset="0"/>
              </a:rPr>
              <a:t> of </a:t>
            </a:r>
            <a:br>
              <a:rPr lang="en-US" sz="2200" b="1" dirty="0">
                <a:latin typeface="Calibri" panose="020F0502020204030204" pitchFamily="34" charset="0"/>
                <a:cs typeface="Calibri" panose="020F0502020204030204" pitchFamily="34" charset="0"/>
              </a:rPr>
            </a:br>
            <a:r>
              <a:rPr lang="en-US" sz="2200" b="1" dirty="0">
                <a:latin typeface="Calibri" panose="020F0502020204030204" pitchFamily="34" charset="0"/>
                <a:cs typeface="Calibri" panose="020F0502020204030204" pitchFamily="34" charset="0"/>
              </a:rPr>
              <a:t>model’s </a:t>
            </a:r>
            <a:r>
              <a:rPr lang="en-US" sz="2200" b="1" dirty="0">
                <a:solidFill>
                  <a:srgbClr val="D86ECC"/>
                </a:solidFill>
                <a:latin typeface="Calibri" panose="020F0502020204030204" pitchFamily="34" charset="0"/>
                <a:cs typeface="Calibri" panose="020F0502020204030204" pitchFamily="34" charset="0"/>
              </a:rPr>
              <a:t>base rule-adherence</a:t>
            </a:r>
          </a:p>
        </p:txBody>
      </p:sp>
      <p:sp>
        <p:nvSpPr>
          <p:cNvPr id="7" name="Rounded Rectangle 6">
            <a:extLst>
              <a:ext uri="{FF2B5EF4-FFF2-40B4-BE49-F238E27FC236}">
                <a16:creationId xmlns:a16="http://schemas.microsoft.com/office/drawing/2014/main" id="{6B4487E6-C938-F23C-2FE4-1FDE7D90B26B}"/>
              </a:ext>
            </a:extLst>
          </p:cNvPr>
          <p:cNvSpPr/>
          <p:nvPr/>
        </p:nvSpPr>
        <p:spPr>
          <a:xfrm>
            <a:off x="274903" y="3850606"/>
            <a:ext cx="5582396" cy="1164947"/>
          </a:xfrm>
          <a:custGeom>
            <a:avLst/>
            <a:gdLst>
              <a:gd name="csX0" fmla="*/ 0 w 5582396"/>
              <a:gd name="csY0" fmla="*/ 194162 h 1164947"/>
              <a:gd name="csX1" fmla="*/ 194162 w 5582396"/>
              <a:gd name="csY1" fmla="*/ 0 h 1164947"/>
              <a:gd name="csX2" fmla="*/ 843421 w 5582396"/>
              <a:gd name="csY2" fmla="*/ 0 h 1164947"/>
              <a:gd name="csX3" fmla="*/ 1596561 w 5582396"/>
              <a:gd name="csY3" fmla="*/ 0 h 1164947"/>
              <a:gd name="csX4" fmla="*/ 2089998 w 5582396"/>
              <a:gd name="csY4" fmla="*/ 0 h 1164947"/>
              <a:gd name="csX5" fmla="*/ 2635376 w 5582396"/>
              <a:gd name="csY5" fmla="*/ 0 h 1164947"/>
              <a:gd name="csX6" fmla="*/ 3336576 w 5582396"/>
              <a:gd name="csY6" fmla="*/ 0 h 1164947"/>
              <a:gd name="csX7" fmla="*/ 3830012 w 5582396"/>
              <a:gd name="csY7" fmla="*/ 0 h 1164947"/>
              <a:gd name="csX8" fmla="*/ 4479271 w 5582396"/>
              <a:gd name="csY8" fmla="*/ 0 h 1164947"/>
              <a:gd name="csX9" fmla="*/ 5388234 w 5582396"/>
              <a:gd name="csY9" fmla="*/ 0 h 1164947"/>
              <a:gd name="csX10" fmla="*/ 5582396 w 5582396"/>
              <a:gd name="csY10" fmla="*/ 194162 h 1164947"/>
              <a:gd name="csX11" fmla="*/ 5582396 w 5582396"/>
              <a:gd name="csY11" fmla="*/ 590240 h 1164947"/>
              <a:gd name="csX12" fmla="*/ 5582396 w 5582396"/>
              <a:gd name="csY12" fmla="*/ 970785 h 1164947"/>
              <a:gd name="csX13" fmla="*/ 5388234 w 5582396"/>
              <a:gd name="csY13" fmla="*/ 1164947 h 1164947"/>
              <a:gd name="csX14" fmla="*/ 4790916 w 5582396"/>
              <a:gd name="csY14" fmla="*/ 1164947 h 1164947"/>
              <a:gd name="csX15" fmla="*/ 4193597 w 5582396"/>
              <a:gd name="csY15" fmla="*/ 1164947 h 1164947"/>
              <a:gd name="csX16" fmla="*/ 3544338 w 5582396"/>
              <a:gd name="csY16" fmla="*/ 1164947 h 1164947"/>
              <a:gd name="csX17" fmla="*/ 2947020 w 5582396"/>
              <a:gd name="csY17" fmla="*/ 1164947 h 1164947"/>
              <a:gd name="csX18" fmla="*/ 2297761 w 5582396"/>
              <a:gd name="csY18" fmla="*/ 1164947 h 1164947"/>
              <a:gd name="csX19" fmla="*/ 1700443 w 5582396"/>
              <a:gd name="csY19" fmla="*/ 1164947 h 1164947"/>
              <a:gd name="csX20" fmla="*/ 1103125 w 5582396"/>
              <a:gd name="csY20" fmla="*/ 1164947 h 1164947"/>
              <a:gd name="csX21" fmla="*/ 194162 w 5582396"/>
              <a:gd name="csY21" fmla="*/ 1164947 h 1164947"/>
              <a:gd name="csX22" fmla="*/ 0 w 5582396"/>
              <a:gd name="csY22" fmla="*/ 970785 h 1164947"/>
              <a:gd name="csX23" fmla="*/ 0 w 5582396"/>
              <a:gd name="csY23" fmla="*/ 598006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3339" y="91370"/>
                  <a:pt x="70512" y="4470"/>
                  <a:pt x="194162" y="0"/>
                </a:cubicBezTo>
                <a:cubicBezTo>
                  <a:pt x="437113" y="-12989"/>
                  <a:pt x="606351" y="19647"/>
                  <a:pt x="843421" y="0"/>
                </a:cubicBezTo>
                <a:cubicBezTo>
                  <a:pt x="1080491" y="-19647"/>
                  <a:pt x="1227779" y="-25584"/>
                  <a:pt x="1596561" y="0"/>
                </a:cubicBezTo>
                <a:cubicBezTo>
                  <a:pt x="1965343" y="25584"/>
                  <a:pt x="1864250" y="14847"/>
                  <a:pt x="2089998" y="0"/>
                </a:cubicBezTo>
                <a:cubicBezTo>
                  <a:pt x="2315746" y="-14847"/>
                  <a:pt x="2398729" y="-16730"/>
                  <a:pt x="2635376" y="0"/>
                </a:cubicBezTo>
                <a:cubicBezTo>
                  <a:pt x="2872023" y="16730"/>
                  <a:pt x="3060004" y="-22815"/>
                  <a:pt x="3336576" y="0"/>
                </a:cubicBezTo>
                <a:cubicBezTo>
                  <a:pt x="3613148" y="22815"/>
                  <a:pt x="3730754" y="17803"/>
                  <a:pt x="3830012" y="0"/>
                </a:cubicBezTo>
                <a:cubicBezTo>
                  <a:pt x="3929270" y="-17803"/>
                  <a:pt x="4162059" y="-19859"/>
                  <a:pt x="4479271" y="0"/>
                </a:cubicBezTo>
                <a:cubicBezTo>
                  <a:pt x="4796483" y="19859"/>
                  <a:pt x="5156043" y="-16286"/>
                  <a:pt x="5388234" y="0"/>
                </a:cubicBezTo>
                <a:cubicBezTo>
                  <a:pt x="5499690" y="4653"/>
                  <a:pt x="5573661" y="69213"/>
                  <a:pt x="5582396" y="194162"/>
                </a:cubicBezTo>
                <a:cubicBezTo>
                  <a:pt x="5600788" y="326807"/>
                  <a:pt x="5588121" y="402518"/>
                  <a:pt x="5582396" y="590240"/>
                </a:cubicBezTo>
                <a:cubicBezTo>
                  <a:pt x="5576671" y="777962"/>
                  <a:pt x="5565935" y="855867"/>
                  <a:pt x="5582396" y="970785"/>
                </a:cubicBezTo>
                <a:cubicBezTo>
                  <a:pt x="5583350" y="1075453"/>
                  <a:pt x="5492354" y="1166176"/>
                  <a:pt x="5388234" y="1164947"/>
                </a:cubicBezTo>
                <a:cubicBezTo>
                  <a:pt x="5230505" y="1184374"/>
                  <a:pt x="5064167" y="1157719"/>
                  <a:pt x="4790916" y="1164947"/>
                </a:cubicBezTo>
                <a:cubicBezTo>
                  <a:pt x="4517665" y="1172175"/>
                  <a:pt x="4385812" y="1164243"/>
                  <a:pt x="4193597" y="1164947"/>
                </a:cubicBezTo>
                <a:cubicBezTo>
                  <a:pt x="4001382" y="1165651"/>
                  <a:pt x="3820896" y="1135375"/>
                  <a:pt x="3544338" y="1164947"/>
                </a:cubicBezTo>
                <a:cubicBezTo>
                  <a:pt x="3267780" y="1194519"/>
                  <a:pt x="3124739" y="1148437"/>
                  <a:pt x="2947020" y="1164947"/>
                </a:cubicBezTo>
                <a:cubicBezTo>
                  <a:pt x="2769301" y="1181457"/>
                  <a:pt x="2448505" y="1142891"/>
                  <a:pt x="2297761" y="1164947"/>
                </a:cubicBezTo>
                <a:cubicBezTo>
                  <a:pt x="2147017" y="1187003"/>
                  <a:pt x="1879649" y="1185405"/>
                  <a:pt x="1700443" y="1164947"/>
                </a:cubicBezTo>
                <a:cubicBezTo>
                  <a:pt x="1521237" y="1144489"/>
                  <a:pt x="1283611" y="1194577"/>
                  <a:pt x="1103125" y="1164947"/>
                </a:cubicBezTo>
                <a:cubicBezTo>
                  <a:pt x="922639" y="1135317"/>
                  <a:pt x="617259" y="1124254"/>
                  <a:pt x="194162" y="1164947"/>
                </a:cubicBezTo>
                <a:cubicBezTo>
                  <a:pt x="66358" y="1154232"/>
                  <a:pt x="868" y="1068290"/>
                  <a:pt x="0" y="970785"/>
                </a:cubicBezTo>
                <a:cubicBezTo>
                  <a:pt x="5966" y="822356"/>
                  <a:pt x="15840" y="749622"/>
                  <a:pt x="0" y="598006"/>
                </a:cubicBezTo>
                <a:cubicBezTo>
                  <a:pt x="-15840" y="446390"/>
                  <a:pt x="-3322" y="309587"/>
                  <a:pt x="0" y="194162"/>
                </a:cubicBezTo>
                <a:close/>
              </a:path>
              <a:path w="5582396" h="1164947" stroke="0" extrusionOk="0">
                <a:moveTo>
                  <a:pt x="0" y="194162"/>
                </a:moveTo>
                <a:cubicBezTo>
                  <a:pt x="-7864" y="84043"/>
                  <a:pt x="86939" y="-4677"/>
                  <a:pt x="194162" y="0"/>
                </a:cubicBezTo>
                <a:cubicBezTo>
                  <a:pt x="439558" y="-10348"/>
                  <a:pt x="609892" y="17546"/>
                  <a:pt x="947302" y="0"/>
                </a:cubicBezTo>
                <a:cubicBezTo>
                  <a:pt x="1284712" y="-17546"/>
                  <a:pt x="1297810" y="-18234"/>
                  <a:pt x="1492680" y="0"/>
                </a:cubicBezTo>
                <a:cubicBezTo>
                  <a:pt x="1687550" y="18234"/>
                  <a:pt x="1913270" y="-647"/>
                  <a:pt x="2038058" y="0"/>
                </a:cubicBezTo>
                <a:cubicBezTo>
                  <a:pt x="2162846" y="647"/>
                  <a:pt x="2482032" y="7560"/>
                  <a:pt x="2687317" y="0"/>
                </a:cubicBezTo>
                <a:cubicBezTo>
                  <a:pt x="2892602" y="-7560"/>
                  <a:pt x="3264976" y="34842"/>
                  <a:pt x="3440457" y="0"/>
                </a:cubicBezTo>
                <a:cubicBezTo>
                  <a:pt x="3615938" y="-34842"/>
                  <a:pt x="3998909" y="6746"/>
                  <a:pt x="4193597" y="0"/>
                </a:cubicBezTo>
                <a:cubicBezTo>
                  <a:pt x="4388285" y="-6746"/>
                  <a:pt x="4606618" y="-19460"/>
                  <a:pt x="4738975" y="0"/>
                </a:cubicBezTo>
                <a:cubicBezTo>
                  <a:pt x="4871332" y="19460"/>
                  <a:pt x="5100982" y="29547"/>
                  <a:pt x="5388234" y="0"/>
                </a:cubicBezTo>
                <a:cubicBezTo>
                  <a:pt x="5502173" y="17103"/>
                  <a:pt x="5589266" y="78580"/>
                  <a:pt x="5582396" y="194162"/>
                </a:cubicBezTo>
                <a:cubicBezTo>
                  <a:pt x="5581370" y="364046"/>
                  <a:pt x="5580263" y="436042"/>
                  <a:pt x="5582396" y="574707"/>
                </a:cubicBezTo>
                <a:cubicBezTo>
                  <a:pt x="5584529" y="713372"/>
                  <a:pt x="5582992" y="881998"/>
                  <a:pt x="5582396" y="970785"/>
                </a:cubicBezTo>
                <a:cubicBezTo>
                  <a:pt x="5582253" y="1075299"/>
                  <a:pt x="5479704" y="1162716"/>
                  <a:pt x="5388234" y="1164947"/>
                </a:cubicBezTo>
                <a:cubicBezTo>
                  <a:pt x="5098852" y="1138279"/>
                  <a:pt x="5048124" y="1163797"/>
                  <a:pt x="4790916" y="1164947"/>
                </a:cubicBezTo>
                <a:cubicBezTo>
                  <a:pt x="4533708" y="1166097"/>
                  <a:pt x="4379486" y="1190841"/>
                  <a:pt x="4245538" y="1164947"/>
                </a:cubicBezTo>
                <a:cubicBezTo>
                  <a:pt x="4111590" y="1139053"/>
                  <a:pt x="3961176" y="1153899"/>
                  <a:pt x="3700161" y="1164947"/>
                </a:cubicBezTo>
                <a:cubicBezTo>
                  <a:pt x="3439146" y="1175995"/>
                  <a:pt x="3184987" y="1165200"/>
                  <a:pt x="2998961" y="1164947"/>
                </a:cubicBezTo>
                <a:cubicBezTo>
                  <a:pt x="2812935" y="1164694"/>
                  <a:pt x="2488927" y="1160798"/>
                  <a:pt x="2297761" y="1164947"/>
                </a:cubicBezTo>
                <a:cubicBezTo>
                  <a:pt x="2106595" y="1169096"/>
                  <a:pt x="1823066" y="1157880"/>
                  <a:pt x="1596561" y="1164947"/>
                </a:cubicBezTo>
                <a:cubicBezTo>
                  <a:pt x="1370056" y="1172014"/>
                  <a:pt x="1267037" y="1184517"/>
                  <a:pt x="1103125" y="1164947"/>
                </a:cubicBezTo>
                <a:cubicBezTo>
                  <a:pt x="939213" y="1145377"/>
                  <a:pt x="566446" y="1123081"/>
                  <a:pt x="194162" y="1164947"/>
                </a:cubicBezTo>
                <a:cubicBezTo>
                  <a:pt x="92680" y="1159793"/>
                  <a:pt x="472" y="1073199"/>
                  <a:pt x="0" y="970785"/>
                </a:cubicBezTo>
                <a:cubicBezTo>
                  <a:pt x="-18782" y="875369"/>
                  <a:pt x="4203" y="677465"/>
                  <a:pt x="0" y="590240"/>
                </a:cubicBezTo>
                <a:cubicBezTo>
                  <a:pt x="-4203" y="503016"/>
                  <a:pt x="-14622" y="378298"/>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379407152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Humans and models are most triggered by </a:t>
            </a:r>
            <a:r>
              <a:rPr lang="en-US" sz="2200" b="1" u="sng" dirty="0">
                <a:latin typeface="Calibri" panose="020F0502020204030204" pitchFamily="34" charset="0"/>
                <a:cs typeface="Calibri" panose="020F0502020204030204" pitchFamily="34" charset="0"/>
              </a:rPr>
              <a:t>different</a:t>
            </a:r>
            <a:r>
              <a:rPr lang="en-US" sz="2200" b="1" dirty="0">
                <a:latin typeface="Calibri" panose="020F0502020204030204" pitchFamily="34" charset="0"/>
                <a:cs typeface="Calibri" panose="020F0502020204030204" pitchFamily="34" charset="0"/>
              </a:rPr>
              <a:t> contextual variations and </a:t>
            </a:r>
            <a:r>
              <a:rPr lang="en-US" sz="2200" b="1" u="sng" dirty="0">
                <a:latin typeface="Calibri" panose="020F0502020204030204" pitchFamily="34" charset="0"/>
                <a:cs typeface="Calibri" panose="020F0502020204030204" pitchFamily="34" charset="0"/>
              </a:rPr>
              <a:t>alignment varies</a:t>
            </a:r>
            <a:r>
              <a:rPr lang="en-US" sz="2200" b="1" dirty="0">
                <a:latin typeface="Calibri" panose="020F0502020204030204" pitchFamily="34" charset="0"/>
                <a:cs typeface="Calibri" panose="020F0502020204030204" pitchFamily="34" charset="0"/>
              </a:rPr>
              <a:t> across and within models</a:t>
            </a:r>
          </a:p>
        </p:txBody>
      </p:sp>
      <p:sp>
        <p:nvSpPr>
          <p:cNvPr id="8" name="Rounded Rectangle 7">
            <a:extLst>
              <a:ext uri="{FF2B5EF4-FFF2-40B4-BE49-F238E27FC236}">
                <a16:creationId xmlns:a16="http://schemas.microsoft.com/office/drawing/2014/main" id="{DF5A5D53-C2B4-307B-E999-DCD021F1A88D}"/>
              </a:ext>
            </a:extLst>
          </p:cNvPr>
          <p:cNvSpPr/>
          <p:nvPr/>
        </p:nvSpPr>
        <p:spPr>
          <a:xfrm>
            <a:off x="6334699" y="5017030"/>
            <a:ext cx="5582396" cy="1164947"/>
          </a:xfrm>
          <a:custGeom>
            <a:avLst/>
            <a:gdLst>
              <a:gd name="csX0" fmla="*/ 0 w 5582396"/>
              <a:gd name="csY0" fmla="*/ 194162 h 1164947"/>
              <a:gd name="csX1" fmla="*/ 194162 w 5582396"/>
              <a:gd name="csY1" fmla="*/ 0 h 1164947"/>
              <a:gd name="csX2" fmla="*/ 947302 w 5582396"/>
              <a:gd name="csY2" fmla="*/ 0 h 1164947"/>
              <a:gd name="csX3" fmla="*/ 1700443 w 5582396"/>
              <a:gd name="csY3" fmla="*/ 0 h 1164947"/>
              <a:gd name="csX4" fmla="*/ 2349702 w 5582396"/>
              <a:gd name="csY4" fmla="*/ 0 h 1164947"/>
              <a:gd name="csX5" fmla="*/ 2947020 w 5582396"/>
              <a:gd name="csY5" fmla="*/ 0 h 1164947"/>
              <a:gd name="csX6" fmla="*/ 3492398 w 5582396"/>
              <a:gd name="csY6" fmla="*/ 0 h 1164947"/>
              <a:gd name="csX7" fmla="*/ 4141657 w 5582396"/>
              <a:gd name="csY7" fmla="*/ 0 h 1164947"/>
              <a:gd name="csX8" fmla="*/ 4635094 w 5582396"/>
              <a:gd name="csY8" fmla="*/ 0 h 1164947"/>
              <a:gd name="csX9" fmla="*/ 5388234 w 5582396"/>
              <a:gd name="csY9" fmla="*/ 0 h 1164947"/>
              <a:gd name="csX10" fmla="*/ 5582396 w 5582396"/>
              <a:gd name="csY10" fmla="*/ 194162 h 1164947"/>
              <a:gd name="csX11" fmla="*/ 5582396 w 5582396"/>
              <a:gd name="csY11" fmla="*/ 582474 h 1164947"/>
              <a:gd name="csX12" fmla="*/ 5582396 w 5582396"/>
              <a:gd name="csY12" fmla="*/ 970785 h 1164947"/>
              <a:gd name="csX13" fmla="*/ 5388234 w 5582396"/>
              <a:gd name="csY13" fmla="*/ 1164947 h 1164947"/>
              <a:gd name="csX14" fmla="*/ 4635094 w 5582396"/>
              <a:gd name="csY14" fmla="*/ 1164947 h 1164947"/>
              <a:gd name="csX15" fmla="*/ 4037775 w 5582396"/>
              <a:gd name="csY15" fmla="*/ 1164947 h 1164947"/>
              <a:gd name="csX16" fmla="*/ 3544338 w 5582396"/>
              <a:gd name="csY16" fmla="*/ 1164947 h 1164947"/>
              <a:gd name="csX17" fmla="*/ 2843139 w 5582396"/>
              <a:gd name="csY17" fmla="*/ 1164947 h 1164947"/>
              <a:gd name="csX18" fmla="*/ 2349702 w 5582396"/>
              <a:gd name="csY18" fmla="*/ 1164947 h 1164947"/>
              <a:gd name="csX19" fmla="*/ 1648502 w 5582396"/>
              <a:gd name="csY19" fmla="*/ 1164947 h 1164947"/>
              <a:gd name="csX20" fmla="*/ 1051184 w 5582396"/>
              <a:gd name="csY20" fmla="*/ 1164947 h 1164947"/>
              <a:gd name="csX21" fmla="*/ 194162 w 5582396"/>
              <a:gd name="csY21" fmla="*/ 1164947 h 1164947"/>
              <a:gd name="csX22" fmla="*/ 0 w 5582396"/>
              <a:gd name="csY22" fmla="*/ 970785 h 1164947"/>
              <a:gd name="csX23" fmla="*/ 0 w 5582396"/>
              <a:gd name="csY23" fmla="*/ 582474 h 1164947"/>
              <a:gd name="csX24" fmla="*/ 0 w 5582396"/>
              <a:gd name="csY24" fmla="*/ 194162 h 11649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5582396" h="1164947" fill="none" extrusionOk="0">
                <a:moveTo>
                  <a:pt x="0" y="194162"/>
                </a:moveTo>
                <a:cubicBezTo>
                  <a:pt x="-13851" y="64348"/>
                  <a:pt x="82461" y="12390"/>
                  <a:pt x="194162" y="0"/>
                </a:cubicBezTo>
                <a:cubicBezTo>
                  <a:pt x="432744" y="33630"/>
                  <a:pt x="773717" y="-17654"/>
                  <a:pt x="947302" y="0"/>
                </a:cubicBezTo>
                <a:cubicBezTo>
                  <a:pt x="1120887" y="17654"/>
                  <a:pt x="1426017" y="15248"/>
                  <a:pt x="1700443" y="0"/>
                </a:cubicBezTo>
                <a:cubicBezTo>
                  <a:pt x="1974869" y="-15248"/>
                  <a:pt x="2153423" y="9641"/>
                  <a:pt x="2349702" y="0"/>
                </a:cubicBezTo>
                <a:cubicBezTo>
                  <a:pt x="2545981" y="-9641"/>
                  <a:pt x="2671430" y="-7844"/>
                  <a:pt x="2947020" y="0"/>
                </a:cubicBezTo>
                <a:cubicBezTo>
                  <a:pt x="3222610" y="7844"/>
                  <a:pt x="3304350" y="3550"/>
                  <a:pt x="3492398" y="0"/>
                </a:cubicBezTo>
                <a:cubicBezTo>
                  <a:pt x="3680446" y="-3550"/>
                  <a:pt x="3866874" y="23476"/>
                  <a:pt x="4141657" y="0"/>
                </a:cubicBezTo>
                <a:cubicBezTo>
                  <a:pt x="4416440" y="-23476"/>
                  <a:pt x="4390012" y="-10902"/>
                  <a:pt x="4635094" y="0"/>
                </a:cubicBezTo>
                <a:cubicBezTo>
                  <a:pt x="4880176" y="10902"/>
                  <a:pt x="5040088" y="22356"/>
                  <a:pt x="5388234" y="0"/>
                </a:cubicBezTo>
                <a:cubicBezTo>
                  <a:pt x="5491693" y="-26396"/>
                  <a:pt x="5581302" y="78409"/>
                  <a:pt x="5582396" y="194162"/>
                </a:cubicBezTo>
                <a:cubicBezTo>
                  <a:pt x="5594505" y="305479"/>
                  <a:pt x="5577286" y="500924"/>
                  <a:pt x="5582396" y="582474"/>
                </a:cubicBezTo>
                <a:cubicBezTo>
                  <a:pt x="5587506" y="664024"/>
                  <a:pt x="5585171" y="850329"/>
                  <a:pt x="5582396" y="970785"/>
                </a:cubicBezTo>
                <a:cubicBezTo>
                  <a:pt x="5566545" y="1083636"/>
                  <a:pt x="5520780" y="1163237"/>
                  <a:pt x="5388234" y="1164947"/>
                </a:cubicBezTo>
                <a:cubicBezTo>
                  <a:pt x="5143758" y="1196151"/>
                  <a:pt x="4917427" y="1176213"/>
                  <a:pt x="4635094" y="1164947"/>
                </a:cubicBezTo>
                <a:cubicBezTo>
                  <a:pt x="4352761" y="1153681"/>
                  <a:pt x="4287766" y="1169046"/>
                  <a:pt x="4037775" y="1164947"/>
                </a:cubicBezTo>
                <a:cubicBezTo>
                  <a:pt x="3787784" y="1160848"/>
                  <a:pt x="3706605" y="1156553"/>
                  <a:pt x="3544338" y="1164947"/>
                </a:cubicBezTo>
                <a:cubicBezTo>
                  <a:pt x="3382071" y="1173341"/>
                  <a:pt x="3184522" y="1174099"/>
                  <a:pt x="2843139" y="1164947"/>
                </a:cubicBezTo>
                <a:cubicBezTo>
                  <a:pt x="2501756" y="1155795"/>
                  <a:pt x="2565813" y="1161021"/>
                  <a:pt x="2349702" y="1164947"/>
                </a:cubicBezTo>
                <a:cubicBezTo>
                  <a:pt x="2133591" y="1168873"/>
                  <a:pt x="1866820" y="1169096"/>
                  <a:pt x="1648502" y="1164947"/>
                </a:cubicBezTo>
                <a:cubicBezTo>
                  <a:pt x="1430184" y="1160798"/>
                  <a:pt x="1324389" y="1185932"/>
                  <a:pt x="1051184" y="1164947"/>
                </a:cubicBezTo>
                <a:cubicBezTo>
                  <a:pt x="777979" y="1143962"/>
                  <a:pt x="622078" y="1168086"/>
                  <a:pt x="194162" y="1164947"/>
                </a:cubicBezTo>
                <a:cubicBezTo>
                  <a:pt x="86253" y="1161238"/>
                  <a:pt x="-13724" y="1065931"/>
                  <a:pt x="0" y="970785"/>
                </a:cubicBezTo>
                <a:cubicBezTo>
                  <a:pt x="5340" y="806056"/>
                  <a:pt x="48" y="723528"/>
                  <a:pt x="0" y="582474"/>
                </a:cubicBezTo>
                <a:cubicBezTo>
                  <a:pt x="-48" y="441420"/>
                  <a:pt x="19412" y="332784"/>
                  <a:pt x="0" y="194162"/>
                </a:cubicBezTo>
                <a:close/>
              </a:path>
              <a:path w="5582396" h="1164947" stroke="0" extrusionOk="0">
                <a:moveTo>
                  <a:pt x="0" y="194162"/>
                </a:moveTo>
                <a:cubicBezTo>
                  <a:pt x="-12607" y="108389"/>
                  <a:pt x="103268" y="8828"/>
                  <a:pt x="194162" y="0"/>
                </a:cubicBezTo>
                <a:cubicBezTo>
                  <a:pt x="490415" y="34436"/>
                  <a:pt x="570834" y="8201"/>
                  <a:pt x="947302" y="0"/>
                </a:cubicBezTo>
                <a:cubicBezTo>
                  <a:pt x="1323770" y="-8201"/>
                  <a:pt x="1299802" y="1856"/>
                  <a:pt x="1440739" y="0"/>
                </a:cubicBezTo>
                <a:cubicBezTo>
                  <a:pt x="1581676" y="-1856"/>
                  <a:pt x="1762855" y="-18675"/>
                  <a:pt x="2038058" y="0"/>
                </a:cubicBezTo>
                <a:cubicBezTo>
                  <a:pt x="2313261" y="18675"/>
                  <a:pt x="2417455" y="5243"/>
                  <a:pt x="2687317" y="0"/>
                </a:cubicBezTo>
                <a:cubicBezTo>
                  <a:pt x="2957179" y="-5243"/>
                  <a:pt x="3207911" y="-32421"/>
                  <a:pt x="3440457" y="0"/>
                </a:cubicBezTo>
                <a:cubicBezTo>
                  <a:pt x="3673003" y="32421"/>
                  <a:pt x="3849615" y="13261"/>
                  <a:pt x="3985835" y="0"/>
                </a:cubicBezTo>
                <a:cubicBezTo>
                  <a:pt x="4122055" y="-13261"/>
                  <a:pt x="4344088" y="21538"/>
                  <a:pt x="4635094" y="0"/>
                </a:cubicBezTo>
                <a:cubicBezTo>
                  <a:pt x="4926100" y="-21538"/>
                  <a:pt x="5149462" y="-34404"/>
                  <a:pt x="5388234" y="0"/>
                </a:cubicBezTo>
                <a:cubicBezTo>
                  <a:pt x="5505681" y="-7836"/>
                  <a:pt x="5581708" y="109467"/>
                  <a:pt x="5582396" y="194162"/>
                </a:cubicBezTo>
                <a:cubicBezTo>
                  <a:pt x="5598483" y="306568"/>
                  <a:pt x="5579251" y="487845"/>
                  <a:pt x="5582396" y="582474"/>
                </a:cubicBezTo>
                <a:cubicBezTo>
                  <a:pt x="5585541" y="677103"/>
                  <a:pt x="5595531" y="787182"/>
                  <a:pt x="5582396" y="970785"/>
                </a:cubicBezTo>
                <a:cubicBezTo>
                  <a:pt x="5575955" y="1086377"/>
                  <a:pt x="5513863" y="1147459"/>
                  <a:pt x="5388234" y="1164947"/>
                </a:cubicBezTo>
                <a:cubicBezTo>
                  <a:pt x="5204766" y="1182987"/>
                  <a:pt x="5066797" y="1175742"/>
                  <a:pt x="4842856" y="1164947"/>
                </a:cubicBezTo>
                <a:cubicBezTo>
                  <a:pt x="4618915" y="1154152"/>
                  <a:pt x="4587832" y="1179422"/>
                  <a:pt x="4349420" y="1164947"/>
                </a:cubicBezTo>
                <a:cubicBezTo>
                  <a:pt x="4111008" y="1150472"/>
                  <a:pt x="4002622" y="1188880"/>
                  <a:pt x="3855983" y="1164947"/>
                </a:cubicBezTo>
                <a:cubicBezTo>
                  <a:pt x="3709344" y="1141014"/>
                  <a:pt x="3490015" y="1139879"/>
                  <a:pt x="3310605" y="1164947"/>
                </a:cubicBezTo>
                <a:cubicBezTo>
                  <a:pt x="3131195" y="1190015"/>
                  <a:pt x="2934885" y="1148854"/>
                  <a:pt x="2817168" y="1164947"/>
                </a:cubicBezTo>
                <a:cubicBezTo>
                  <a:pt x="2699451" y="1181040"/>
                  <a:pt x="2459252" y="1172296"/>
                  <a:pt x="2323732" y="1164947"/>
                </a:cubicBezTo>
                <a:cubicBezTo>
                  <a:pt x="2188212" y="1157598"/>
                  <a:pt x="1939523" y="1167822"/>
                  <a:pt x="1830295" y="1164947"/>
                </a:cubicBezTo>
                <a:cubicBezTo>
                  <a:pt x="1721067" y="1162072"/>
                  <a:pt x="1538552" y="1174697"/>
                  <a:pt x="1336858" y="1164947"/>
                </a:cubicBezTo>
                <a:cubicBezTo>
                  <a:pt x="1135164" y="1155197"/>
                  <a:pt x="1016066" y="1176785"/>
                  <a:pt x="843421" y="1164947"/>
                </a:cubicBezTo>
                <a:cubicBezTo>
                  <a:pt x="670776" y="1153109"/>
                  <a:pt x="407674" y="1149090"/>
                  <a:pt x="194162" y="1164947"/>
                </a:cubicBezTo>
                <a:cubicBezTo>
                  <a:pt x="61232" y="1166277"/>
                  <a:pt x="318" y="1066640"/>
                  <a:pt x="0" y="970785"/>
                </a:cubicBezTo>
                <a:cubicBezTo>
                  <a:pt x="-8532" y="876301"/>
                  <a:pt x="-14238" y="734681"/>
                  <a:pt x="0" y="574707"/>
                </a:cubicBezTo>
                <a:cubicBezTo>
                  <a:pt x="14238" y="414733"/>
                  <a:pt x="5716" y="301258"/>
                  <a:pt x="0" y="194162"/>
                </a:cubicBezTo>
                <a:close/>
              </a:path>
            </a:pathLst>
          </a:custGeom>
          <a:solidFill>
            <a:schemeClr val="accent1"/>
          </a:solidFill>
          <a:ln w="38100">
            <a:solidFill>
              <a:schemeClr val="accent1">
                <a:lumMod val="20000"/>
                <a:lumOff val="80000"/>
              </a:schemeClr>
            </a:solidFill>
            <a:extLst>
              <a:ext uri="{C807C97D-BFC1-408E-A445-0C87EB9F89A2}">
                <ask:lineSketchStyleProps xmlns:ask="http://schemas.microsoft.com/office/drawing/2018/sketchyshapes" sd="2173784308">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200" b="1" dirty="0">
                <a:latin typeface="Calibri" panose="020F0502020204030204" pitchFamily="34" charset="0"/>
                <a:cs typeface="Calibri" panose="020F0502020204030204" pitchFamily="34" charset="0"/>
              </a:rPr>
              <a:t>Model </a:t>
            </a:r>
            <a:r>
              <a:rPr lang="en-US" sz="2200" b="1" dirty="0">
                <a:solidFill>
                  <a:srgbClr val="F6C96B"/>
                </a:solidFill>
                <a:latin typeface="Calibri" panose="020F0502020204030204" pitchFamily="34" charset="0"/>
                <a:cs typeface="Calibri" panose="020F0502020204030204" pitchFamily="34" charset="0"/>
              </a:rPr>
              <a:t>sensitivity</a:t>
            </a:r>
            <a:r>
              <a:rPr lang="en-US" sz="2200" b="1" dirty="0">
                <a:latin typeface="Calibri" panose="020F0502020204030204" pitchFamily="34" charset="0"/>
                <a:cs typeface="Calibri" panose="020F0502020204030204" pitchFamily="34" charset="0"/>
              </a:rPr>
              <a:t> </a:t>
            </a:r>
            <a:r>
              <a:rPr lang="en-US" sz="2200" b="1" dirty="0">
                <a:solidFill>
                  <a:schemeClr val="bg1"/>
                </a:solidFill>
                <a:latin typeface="Calibri" panose="020F0502020204030204" pitchFamily="34" charset="0"/>
                <a:cs typeface="Calibri" panose="020F0502020204030204" pitchFamily="34" charset="0"/>
              </a:rPr>
              <a:t>can be </a:t>
            </a:r>
            <a:r>
              <a:rPr lang="en-US" sz="2200" b="1" u="sng" dirty="0">
                <a:solidFill>
                  <a:schemeClr val="bg1"/>
                </a:solidFill>
                <a:latin typeface="Calibri" panose="020F0502020204030204" pitchFamily="34" charset="0"/>
                <a:cs typeface="Calibri" panose="020F0502020204030204" pitchFamily="34" charset="0"/>
              </a:rPr>
              <a:t>controlled</a:t>
            </a:r>
            <a:r>
              <a:rPr lang="en-US" sz="2200" b="1" dirty="0">
                <a:solidFill>
                  <a:schemeClr val="bg1"/>
                </a:solidFill>
                <a:latin typeface="Calibri" panose="020F0502020204030204" pitchFamily="34" charset="0"/>
                <a:cs typeface="Calibri" panose="020F0502020204030204" pitchFamily="34" charset="0"/>
              </a:rPr>
              <a:t> via </a:t>
            </a:r>
            <a:r>
              <a:rPr lang="en-US" sz="2200" b="1" dirty="0">
                <a:solidFill>
                  <a:schemeClr val="accent6">
                    <a:lumMod val="60000"/>
                    <a:lumOff val="40000"/>
                  </a:schemeClr>
                </a:solidFill>
                <a:latin typeface="Calibri" panose="020F0502020204030204" pitchFamily="34" charset="0"/>
                <a:cs typeface="Calibri" panose="020F0502020204030204" pitchFamily="34" charset="0"/>
              </a:rPr>
              <a:t>activation steering</a:t>
            </a:r>
            <a:endParaRPr lang="en-US" sz="2200" b="1"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45699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111C37"/>
        </a:solidFill>
        <a:effectLst/>
      </p:bgPr>
    </p:bg>
    <p:spTree>
      <p:nvGrpSpPr>
        <p:cNvPr id="1" name="">
          <a:extLst>
            <a:ext uri="{FF2B5EF4-FFF2-40B4-BE49-F238E27FC236}">
              <a16:creationId xmlns:a16="http://schemas.microsoft.com/office/drawing/2014/main" id="{E528F90F-174B-7FDE-1E33-9DD1794958E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6F62B1-25F0-1EDF-3DC9-05A9AAB35C58}"/>
              </a:ext>
            </a:extLst>
          </p:cNvPr>
          <p:cNvSpPr>
            <a:spLocks noGrp="1"/>
          </p:cNvSpPr>
          <p:nvPr>
            <p:ph type="sldNum" sz="quarter" idx="4"/>
          </p:nvPr>
        </p:nvSpPr>
        <p:spPr/>
        <p:txBody>
          <a:bodyPr/>
          <a:lstStyle/>
          <a:p>
            <a:fld id="{F8325A8C-A62D-5E4B-8AAC-68DD587E4A7D}" type="slidenum">
              <a:rPr lang="de-DE" smtClean="0"/>
              <a:t>37</a:t>
            </a:fld>
            <a:endParaRPr lang="de-DE" dirty="0"/>
          </a:p>
        </p:txBody>
      </p:sp>
      <p:sp>
        <p:nvSpPr>
          <p:cNvPr id="3" name="Text 5">
            <a:extLst>
              <a:ext uri="{FF2B5EF4-FFF2-40B4-BE49-F238E27FC236}">
                <a16:creationId xmlns:a16="http://schemas.microsoft.com/office/drawing/2014/main" id="{243D7392-CE16-85C1-20AB-874801B32BB4}"/>
              </a:ext>
            </a:extLst>
          </p:cNvPr>
          <p:cNvSpPr/>
          <p:nvPr/>
        </p:nvSpPr>
        <p:spPr>
          <a:xfrm>
            <a:off x="1939635" y="3177540"/>
            <a:ext cx="8312728" cy="502920"/>
          </a:xfrm>
          <a:prstGeom prst="rect">
            <a:avLst/>
          </a:prstGeom>
          <a:noFill/>
          <a:ln/>
        </p:spPr>
        <p:txBody>
          <a:bodyPr wrap="square" lIns="0" tIns="0" rIns="0" bIns="0" rtlCol="0" anchor="ctr"/>
          <a:lstStyle/>
          <a:p>
            <a:pPr marL="0" indent="0" algn="ctr">
              <a:buNone/>
            </a:pPr>
            <a:r>
              <a:rPr lang="en-US" sz="3800" b="1" dirty="0">
                <a:solidFill>
                  <a:schemeClr val="bg1"/>
                </a:solidFill>
                <a:latin typeface="Calibri" panose="020F0502020204030204" pitchFamily="34" charset="0"/>
                <a:ea typeface="Cambria" pitchFamily="34" charset="-122"/>
                <a:cs typeface="Calibri" panose="020F0502020204030204" pitchFamily="34" charset="0"/>
              </a:rPr>
              <a:t>Thank you very much for your attention!</a:t>
            </a:r>
            <a:endParaRPr lang="en-US" sz="3800" dirty="0">
              <a:solidFill>
                <a:schemeClr val="bg1"/>
              </a:solidFill>
              <a:latin typeface="Calibri" panose="020F0502020204030204" pitchFamily="34" charset="0"/>
              <a:cs typeface="Calibri" panose="020F0502020204030204" pitchFamily="34" charset="0"/>
            </a:endParaRPr>
          </a:p>
        </p:txBody>
      </p:sp>
      <p:pic>
        <p:nvPicPr>
          <p:cNvPr id="6" name="Grafik 122">
            <a:extLst>
              <a:ext uri="{FF2B5EF4-FFF2-40B4-BE49-F238E27FC236}">
                <a16:creationId xmlns:a16="http://schemas.microsoft.com/office/drawing/2014/main" id="{956DC3F5-A245-DAD9-28F4-25E8A706F5A5}"/>
              </a:ext>
            </a:extLst>
          </p:cNvPr>
          <p:cNvPicPr>
            <a:picLocks noChangeAspect="1"/>
          </p:cNvPicPr>
          <p:nvPr/>
        </p:nvPicPr>
        <p:blipFill>
          <a:blip r:embed="rId3"/>
          <a:stretch>
            <a:fillRect/>
          </a:stretch>
        </p:blipFill>
        <p:spPr>
          <a:xfrm>
            <a:off x="5522123" y="4444529"/>
            <a:ext cx="1147751" cy="1147751"/>
          </a:xfrm>
          <a:prstGeom prst="rect">
            <a:avLst/>
          </a:prstGeom>
        </p:spPr>
      </p:pic>
    </p:spTree>
    <p:extLst>
      <p:ext uri="{BB962C8B-B14F-4D97-AF65-F5344CB8AC3E}">
        <p14:creationId xmlns:p14="http://schemas.microsoft.com/office/powerpoint/2010/main" val="22345603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8" presetClass="emph" presetSubtype="0" repeatCount="3000" fill="hold" nodeType="afterEffect">
                                  <p:stCondLst>
                                    <p:cond delay="0"/>
                                  </p:stCondLst>
                                  <p:childTnLst>
                                    <p:animRot by="21600000">
                                      <p:cBhvr>
                                        <p:cTn id="6" dur="3000" fill="hold"/>
                                        <p:tgtEl>
                                          <p:spTgt spid="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7983</TotalTime>
  <Words>4247</Words>
  <Application>Microsoft Macintosh PowerPoint</Application>
  <PresentationFormat>Widescreen</PresentationFormat>
  <Paragraphs>571</Paragraphs>
  <Slides>38</Slides>
  <Notes>38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38</vt:i4>
      </vt:variant>
    </vt:vector>
  </HeadingPairs>
  <TitlesOfParts>
    <vt:vector size="46" baseType="lpstr">
      <vt:lpstr>Aptos</vt:lpstr>
      <vt:lpstr>Aptos Display</vt:lpstr>
      <vt:lpstr>Arial</vt:lpstr>
      <vt:lpstr>Calibri</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Adrian Sauter</dc:creator>
  <cp:lastModifiedBy>Adrian Sauter</cp:lastModifiedBy>
  <cp:revision>197</cp:revision>
  <dcterms:created xsi:type="dcterms:W3CDTF">2026-09-03T14:42:11Z</dcterms:created>
  <dcterms:modified xsi:type="dcterms:W3CDTF">2026-09-28T15:38:38Z</dcterms:modified>
</cp:coreProperties>
</file>